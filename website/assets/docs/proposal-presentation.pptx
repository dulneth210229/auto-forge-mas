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54"/>
  </p:notesMasterIdLst>
  <p:handoutMasterIdLst>
    <p:handoutMasterId r:id="rId55"/>
  </p:handoutMasterIdLst>
  <p:sldIdLst>
    <p:sldId id="297" r:id="rId5"/>
    <p:sldId id="301" r:id="rId6"/>
    <p:sldId id="300" r:id="rId7"/>
    <p:sldId id="295" r:id="rId8"/>
    <p:sldId id="302" r:id="rId9"/>
    <p:sldId id="303" r:id="rId10"/>
    <p:sldId id="304" r:id="rId11"/>
    <p:sldId id="307" r:id="rId12"/>
    <p:sldId id="308" r:id="rId13"/>
    <p:sldId id="358" r:id="rId14"/>
    <p:sldId id="309" r:id="rId15"/>
    <p:sldId id="310" r:id="rId16"/>
    <p:sldId id="279" r:id="rId17"/>
    <p:sldId id="311" r:id="rId18"/>
    <p:sldId id="328" r:id="rId19"/>
    <p:sldId id="329" r:id="rId20"/>
    <p:sldId id="330" r:id="rId21"/>
    <p:sldId id="344" r:id="rId22"/>
    <p:sldId id="345" r:id="rId23"/>
    <p:sldId id="340" r:id="rId24"/>
    <p:sldId id="338" r:id="rId25"/>
    <p:sldId id="339" r:id="rId26"/>
    <p:sldId id="313" r:id="rId27"/>
    <p:sldId id="342" r:id="rId28"/>
    <p:sldId id="341" r:id="rId29"/>
    <p:sldId id="343" r:id="rId30"/>
    <p:sldId id="346" r:id="rId31"/>
    <p:sldId id="347" r:id="rId32"/>
    <p:sldId id="348" r:id="rId33"/>
    <p:sldId id="349" r:id="rId34"/>
    <p:sldId id="350" r:id="rId35"/>
    <p:sldId id="351" r:id="rId36"/>
    <p:sldId id="352" r:id="rId37"/>
    <p:sldId id="327" r:id="rId38"/>
    <p:sldId id="331" r:id="rId39"/>
    <p:sldId id="332" r:id="rId40"/>
    <p:sldId id="333" r:id="rId41"/>
    <p:sldId id="335" r:id="rId42"/>
    <p:sldId id="334" r:id="rId43"/>
    <p:sldId id="336" r:id="rId44"/>
    <p:sldId id="337" r:id="rId45"/>
    <p:sldId id="294" r:id="rId46"/>
    <p:sldId id="296" r:id="rId47"/>
    <p:sldId id="353" r:id="rId48"/>
    <p:sldId id="306" r:id="rId49"/>
    <p:sldId id="356" r:id="rId50"/>
    <p:sldId id="354" r:id="rId51"/>
    <p:sldId id="355" r:id="rId52"/>
    <p:sldId id="357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FF"/>
    <a:srgbClr val="EDE2F6"/>
    <a:srgbClr val="5F28A8"/>
    <a:srgbClr val="E1CCF0"/>
    <a:srgbClr val="CC99FF"/>
    <a:srgbClr val="D5B8EA"/>
    <a:srgbClr val="B3EAF2"/>
    <a:srgbClr val="000000"/>
    <a:srgbClr val="77D9E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F3BC4B-B52A-42B6-8F0E-D3FAD335A184}" v="190" dt="2026-03-20T17:24:08.792"/>
    <p1510:client id="{3DE8EB91-99EC-DC9D-70D3-2AA7EA1FE1FA}" v="13" dt="2026-03-17T08:22:46.680"/>
    <p1510:client id="{41A77866-DC8C-7981-1328-7CDB90F002ED}" v="9" dt="2026-03-16T18:06:32.474"/>
    <p1510:client id="{9111397C-6B17-59DC-5144-A1D52BEEDBF4}" v="17" dt="2026-03-17T07:31:43.410"/>
    <p1510:client id="{AD50631E-7681-43A5-ADD4-C7A4E53B5FFA}" v="190" dt="2026-03-17T09:38:11.056"/>
    <p1510:client id="{E203D6BE-A4C1-B628-A385-E5EA42653DC5}" v="23" dt="2026-03-16T15:41:30.4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ITXXXXXXXX</a:t>
            </a:r>
            <a:r>
              <a:rPr lang="en-US" sz="1800">
                <a:solidFill>
                  <a:schemeClr val="tx1"/>
                </a:solidFill>
              </a:rPr>
              <a:t>   |   &lt;</a:t>
            </a:r>
            <a:r>
              <a:rPr lang="en-US" sz="1800" b="1">
                <a:solidFill>
                  <a:schemeClr val="tx1"/>
                </a:solidFill>
              </a:rPr>
              <a:t>&lt;Student Name&gt;&gt;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10/19/2026</a:t>
            </a:fld>
            <a:endParaRPr lang="en-US" sz="1200" b="1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svg"/><Relationship Id="rId4" Type="http://schemas.openxmlformats.org/officeDocument/2006/relationships/image" Target="../media/image13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0B645-3AA4-2E3D-571F-786B8D4B6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</p:spPr>
        <p:txBody>
          <a:bodyPr anchor="ctr">
            <a:normAutofit/>
          </a:bodyPr>
          <a:lstStyle/>
          <a:p>
            <a:r>
              <a:rPr lang="en-GB" b="1" i="1"/>
              <a:t>Auto Forge: Multi-Agent LLM System</a:t>
            </a:r>
            <a:endParaRPr lang="en-US" b="1" i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60926B-60FC-314F-DD95-DB114C4D33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3" r="13240" b="-1"/>
          <a:stretch>
            <a:fillRect/>
          </a:stretch>
        </p:blipFill>
        <p:spPr>
          <a:xfrm>
            <a:off x="2797932" y="1096962"/>
            <a:ext cx="5984240" cy="5029797"/>
          </a:xfrm>
          <a:prstGeom prst="rect">
            <a:avLst/>
          </a:prstGeom>
          <a:noFill/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2D5A9AC-835B-6C6C-5086-297B213B4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6600" y="6329682"/>
            <a:ext cx="2722880" cy="7921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R26-SE-033</a:t>
            </a:r>
          </a:p>
        </p:txBody>
      </p:sp>
    </p:spTree>
    <p:extLst>
      <p:ext uri="{BB962C8B-B14F-4D97-AF65-F5344CB8AC3E}">
        <p14:creationId xmlns:p14="http://schemas.microsoft.com/office/powerpoint/2010/main" val="771518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70234-9767-48DB-1127-8E7DAC1A8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6614075-DB40-9C16-45F5-FEED63726D72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R26-SE-033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E2F9F4-6142-531F-CE50-B37B0A930D6D}"/>
              </a:ext>
            </a:extLst>
          </p:cNvPr>
          <p:cNvSpPr/>
          <p:nvPr/>
        </p:nvSpPr>
        <p:spPr>
          <a:xfrm>
            <a:off x="1081549" y="298131"/>
            <a:ext cx="816653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i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Video that introduce the problem and the system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089824-F118-8F50-6A8D-12387CB2665A}"/>
              </a:ext>
            </a:extLst>
          </p:cNvPr>
          <p:cNvSpPr/>
          <p:nvPr/>
        </p:nvSpPr>
        <p:spPr>
          <a:xfrm>
            <a:off x="9525000" y="4648200"/>
            <a:ext cx="17526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400" b="1" i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Note: This is an AI generated video</a:t>
            </a:r>
          </a:p>
        </p:txBody>
      </p:sp>
    </p:spTree>
    <p:extLst>
      <p:ext uri="{BB962C8B-B14F-4D97-AF65-F5344CB8AC3E}">
        <p14:creationId xmlns:p14="http://schemas.microsoft.com/office/powerpoint/2010/main" val="179711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35E4A-F9DF-ACDF-0F63-AB0735C69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E648636-F861-90BD-6085-5DBCC678069D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R26-SE-033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3A6E61-5809-9F47-061C-9253D3D486B5}"/>
              </a:ext>
            </a:extLst>
          </p:cNvPr>
          <p:cNvSpPr/>
          <p:nvPr/>
        </p:nvSpPr>
        <p:spPr>
          <a:xfrm>
            <a:off x="837618" y="762000"/>
            <a:ext cx="70843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i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Users &amp; Stakeholders </a:t>
            </a:r>
          </a:p>
        </p:txBody>
      </p:sp>
      <p:pic>
        <p:nvPicPr>
          <p:cNvPr id="5" name="Graphic 4" descr="Woman holding a laptop">
            <a:extLst>
              <a:ext uri="{FF2B5EF4-FFF2-40B4-BE49-F238E27FC236}">
                <a16:creationId xmlns:a16="http://schemas.microsoft.com/office/drawing/2014/main" id="{5771ED53-16F7-22D0-2D1F-92142F9CF8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05800" y="253882"/>
            <a:ext cx="1781175" cy="180975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1B0376E-A66A-1457-29AE-ACCF9E38CB0C}"/>
              </a:ext>
            </a:extLst>
          </p:cNvPr>
          <p:cNvSpPr/>
          <p:nvPr/>
        </p:nvSpPr>
        <p:spPr>
          <a:xfrm>
            <a:off x="1007930" y="2847131"/>
            <a:ext cx="4419600" cy="2553891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3280232304">
                  <a:custGeom>
                    <a:avLst/>
                    <a:gdLst>
                      <a:gd name="csX0" fmla="*/ 0 w 4419600"/>
                      <a:gd name="csY0" fmla="*/ 0 h 2308324"/>
                      <a:gd name="csX1" fmla="*/ 419862 w 4419600"/>
                      <a:gd name="csY1" fmla="*/ 0 h 2308324"/>
                      <a:gd name="csX2" fmla="*/ 839724 w 4419600"/>
                      <a:gd name="csY2" fmla="*/ 0 h 2308324"/>
                      <a:gd name="csX3" fmla="*/ 1436370 w 4419600"/>
                      <a:gd name="csY3" fmla="*/ 0 h 2308324"/>
                      <a:gd name="csX4" fmla="*/ 1856232 w 4419600"/>
                      <a:gd name="csY4" fmla="*/ 0 h 2308324"/>
                      <a:gd name="csX5" fmla="*/ 2497074 w 4419600"/>
                      <a:gd name="csY5" fmla="*/ 0 h 2308324"/>
                      <a:gd name="csX6" fmla="*/ 3093720 w 4419600"/>
                      <a:gd name="csY6" fmla="*/ 0 h 2308324"/>
                      <a:gd name="csX7" fmla="*/ 3690366 w 4419600"/>
                      <a:gd name="csY7" fmla="*/ 0 h 2308324"/>
                      <a:gd name="csX8" fmla="*/ 4419600 w 4419600"/>
                      <a:gd name="csY8" fmla="*/ 0 h 2308324"/>
                      <a:gd name="csX9" fmla="*/ 4419600 w 4419600"/>
                      <a:gd name="csY9" fmla="*/ 623247 h 2308324"/>
                      <a:gd name="csX10" fmla="*/ 4419600 w 4419600"/>
                      <a:gd name="csY10" fmla="*/ 1177245 h 2308324"/>
                      <a:gd name="csX11" fmla="*/ 4419600 w 4419600"/>
                      <a:gd name="csY11" fmla="*/ 1800493 h 2308324"/>
                      <a:gd name="csX12" fmla="*/ 4419600 w 4419600"/>
                      <a:gd name="csY12" fmla="*/ 2308324 h 2308324"/>
                      <a:gd name="csX13" fmla="*/ 3867150 w 4419600"/>
                      <a:gd name="csY13" fmla="*/ 2308324 h 2308324"/>
                      <a:gd name="csX14" fmla="*/ 3447288 w 4419600"/>
                      <a:gd name="csY14" fmla="*/ 2308324 h 2308324"/>
                      <a:gd name="csX15" fmla="*/ 3027426 w 4419600"/>
                      <a:gd name="csY15" fmla="*/ 2308324 h 2308324"/>
                      <a:gd name="csX16" fmla="*/ 2607564 w 4419600"/>
                      <a:gd name="csY16" fmla="*/ 2308324 h 2308324"/>
                      <a:gd name="csX17" fmla="*/ 1966722 w 4419600"/>
                      <a:gd name="csY17" fmla="*/ 2308324 h 2308324"/>
                      <a:gd name="csX18" fmla="*/ 1414272 w 4419600"/>
                      <a:gd name="csY18" fmla="*/ 2308324 h 2308324"/>
                      <a:gd name="csX19" fmla="*/ 906018 w 4419600"/>
                      <a:gd name="csY19" fmla="*/ 2308324 h 2308324"/>
                      <a:gd name="csX20" fmla="*/ 486156 w 4419600"/>
                      <a:gd name="csY20" fmla="*/ 2308324 h 2308324"/>
                      <a:gd name="csX21" fmla="*/ 0 w 4419600"/>
                      <a:gd name="csY21" fmla="*/ 2308324 h 2308324"/>
                      <a:gd name="csX22" fmla="*/ 0 w 4419600"/>
                      <a:gd name="csY22" fmla="*/ 1708160 h 2308324"/>
                      <a:gd name="csX23" fmla="*/ 0 w 4419600"/>
                      <a:gd name="csY23" fmla="*/ 1084912 h 2308324"/>
                      <a:gd name="csX24" fmla="*/ 0 w 4419600"/>
                      <a:gd name="csY24" fmla="*/ 553998 h 2308324"/>
                      <a:gd name="csX25" fmla="*/ 0 w 4419600"/>
                      <a:gd name="csY25" fmla="*/ 0 h 230832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</a:cxnLst>
                    <a:rect l="l" t="t" r="r" b="b"/>
                    <a:pathLst>
                      <a:path w="4419600" h="2308324" fill="none" extrusionOk="0">
                        <a:moveTo>
                          <a:pt x="0" y="0"/>
                        </a:moveTo>
                        <a:cubicBezTo>
                          <a:pt x="86379" y="-30926"/>
                          <a:pt x="283691" y="28242"/>
                          <a:pt x="419862" y="0"/>
                        </a:cubicBezTo>
                        <a:cubicBezTo>
                          <a:pt x="556033" y="-28242"/>
                          <a:pt x="674816" y="40119"/>
                          <a:pt x="839724" y="0"/>
                        </a:cubicBezTo>
                        <a:cubicBezTo>
                          <a:pt x="1004632" y="-40119"/>
                          <a:pt x="1296543" y="26033"/>
                          <a:pt x="1436370" y="0"/>
                        </a:cubicBezTo>
                        <a:cubicBezTo>
                          <a:pt x="1576197" y="-26033"/>
                          <a:pt x="1741753" y="3043"/>
                          <a:pt x="1856232" y="0"/>
                        </a:cubicBezTo>
                        <a:cubicBezTo>
                          <a:pt x="1970711" y="-3043"/>
                          <a:pt x="2179246" y="42006"/>
                          <a:pt x="2497074" y="0"/>
                        </a:cubicBezTo>
                        <a:cubicBezTo>
                          <a:pt x="2814902" y="-42006"/>
                          <a:pt x="2802808" y="17152"/>
                          <a:pt x="3093720" y="0"/>
                        </a:cubicBezTo>
                        <a:cubicBezTo>
                          <a:pt x="3384632" y="-17152"/>
                          <a:pt x="3404710" y="12287"/>
                          <a:pt x="3690366" y="0"/>
                        </a:cubicBezTo>
                        <a:cubicBezTo>
                          <a:pt x="3976022" y="-12287"/>
                          <a:pt x="4112123" y="63749"/>
                          <a:pt x="4419600" y="0"/>
                        </a:cubicBezTo>
                        <a:cubicBezTo>
                          <a:pt x="4431347" y="128539"/>
                          <a:pt x="4357444" y="328250"/>
                          <a:pt x="4419600" y="623247"/>
                        </a:cubicBezTo>
                        <a:cubicBezTo>
                          <a:pt x="4481756" y="918244"/>
                          <a:pt x="4398148" y="956283"/>
                          <a:pt x="4419600" y="1177245"/>
                        </a:cubicBezTo>
                        <a:cubicBezTo>
                          <a:pt x="4441052" y="1398207"/>
                          <a:pt x="4415606" y="1623972"/>
                          <a:pt x="4419600" y="1800493"/>
                        </a:cubicBezTo>
                        <a:cubicBezTo>
                          <a:pt x="4423594" y="1977014"/>
                          <a:pt x="4374623" y="2105136"/>
                          <a:pt x="4419600" y="2308324"/>
                        </a:cubicBezTo>
                        <a:cubicBezTo>
                          <a:pt x="4206721" y="2347954"/>
                          <a:pt x="4046134" y="2302421"/>
                          <a:pt x="3867150" y="2308324"/>
                        </a:cubicBezTo>
                        <a:cubicBezTo>
                          <a:pt x="3688166" y="2314227"/>
                          <a:pt x="3581262" y="2270696"/>
                          <a:pt x="3447288" y="2308324"/>
                        </a:cubicBezTo>
                        <a:cubicBezTo>
                          <a:pt x="3313314" y="2345952"/>
                          <a:pt x="3117758" y="2261352"/>
                          <a:pt x="3027426" y="2308324"/>
                        </a:cubicBezTo>
                        <a:cubicBezTo>
                          <a:pt x="2937094" y="2355296"/>
                          <a:pt x="2734162" y="2264476"/>
                          <a:pt x="2607564" y="2308324"/>
                        </a:cubicBezTo>
                        <a:cubicBezTo>
                          <a:pt x="2480966" y="2352172"/>
                          <a:pt x="2257527" y="2258450"/>
                          <a:pt x="1966722" y="2308324"/>
                        </a:cubicBezTo>
                        <a:cubicBezTo>
                          <a:pt x="1675917" y="2358198"/>
                          <a:pt x="1650061" y="2268765"/>
                          <a:pt x="1414272" y="2308324"/>
                        </a:cubicBezTo>
                        <a:cubicBezTo>
                          <a:pt x="1178483" y="2347883"/>
                          <a:pt x="1126841" y="2298427"/>
                          <a:pt x="906018" y="2308324"/>
                        </a:cubicBezTo>
                        <a:cubicBezTo>
                          <a:pt x="685195" y="2318221"/>
                          <a:pt x="691687" y="2267516"/>
                          <a:pt x="486156" y="2308324"/>
                        </a:cubicBezTo>
                        <a:cubicBezTo>
                          <a:pt x="280625" y="2349132"/>
                          <a:pt x="238221" y="2258728"/>
                          <a:pt x="0" y="2308324"/>
                        </a:cubicBezTo>
                        <a:cubicBezTo>
                          <a:pt x="-4912" y="2046580"/>
                          <a:pt x="26498" y="1969788"/>
                          <a:pt x="0" y="1708160"/>
                        </a:cubicBezTo>
                        <a:cubicBezTo>
                          <a:pt x="-26498" y="1446532"/>
                          <a:pt x="53188" y="1347176"/>
                          <a:pt x="0" y="1084912"/>
                        </a:cubicBezTo>
                        <a:cubicBezTo>
                          <a:pt x="-53188" y="822648"/>
                          <a:pt x="20434" y="743492"/>
                          <a:pt x="0" y="553998"/>
                        </a:cubicBezTo>
                        <a:cubicBezTo>
                          <a:pt x="-20434" y="364504"/>
                          <a:pt x="41583" y="154281"/>
                          <a:pt x="0" y="0"/>
                        </a:cubicBezTo>
                        <a:close/>
                      </a:path>
                      <a:path w="4419600" h="2308324" stroke="0" extrusionOk="0">
                        <a:moveTo>
                          <a:pt x="0" y="0"/>
                        </a:moveTo>
                        <a:cubicBezTo>
                          <a:pt x="264397" y="-17389"/>
                          <a:pt x="433158" y="66015"/>
                          <a:pt x="552450" y="0"/>
                        </a:cubicBezTo>
                        <a:cubicBezTo>
                          <a:pt x="671742" y="-66015"/>
                          <a:pt x="797346" y="25604"/>
                          <a:pt x="1016508" y="0"/>
                        </a:cubicBezTo>
                        <a:cubicBezTo>
                          <a:pt x="1235670" y="-25604"/>
                          <a:pt x="1338838" y="24387"/>
                          <a:pt x="1436370" y="0"/>
                        </a:cubicBezTo>
                        <a:cubicBezTo>
                          <a:pt x="1533902" y="-24387"/>
                          <a:pt x="1814592" y="43889"/>
                          <a:pt x="1988820" y="0"/>
                        </a:cubicBezTo>
                        <a:cubicBezTo>
                          <a:pt x="2163048" y="-43889"/>
                          <a:pt x="2411407" y="16926"/>
                          <a:pt x="2629662" y="0"/>
                        </a:cubicBezTo>
                        <a:cubicBezTo>
                          <a:pt x="2847917" y="-16926"/>
                          <a:pt x="2968726" y="26295"/>
                          <a:pt x="3226308" y="0"/>
                        </a:cubicBezTo>
                        <a:cubicBezTo>
                          <a:pt x="3483890" y="-26295"/>
                          <a:pt x="3562193" y="26993"/>
                          <a:pt x="3646170" y="0"/>
                        </a:cubicBezTo>
                        <a:cubicBezTo>
                          <a:pt x="3730147" y="-26993"/>
                          <a:pt x="4257759" y="69328"/>
                          <a:pt x="4419600" y="0"/>
                        </a:cubicBezTo>
                        <a:cubicBezTo>
                          <a:pt x="4444886" y="200895"/>
                          <a:pt x="4404862" y="421745"/>
                          <a:pt x="4419600" y="553998"/>
                        </a:cubicBezTo>
                        <a:cubicBezTo>
                          <a:pt x="4434338" y="686251"/>
                          <a:pt x="4414131" y="967568"/>
                          <a:pt x="4419600" y="1084912"/>
                        </a:cubicBezTo>
                        <a:cubicBezTo>
                          <a:pt x="4425069" y="1202256"/>
                          <a:pt x="4374692" y="1406148"/>
                          <a:pt x="4419600" y="1615827"/>
                        </a:cubicBezTo>
                        <a:cubicBezTo>
                          <a:pt x="4464508" y="1825507"/>
                          <a:pt x="4355817" y="1984574"/>
                          <a:pt x="4419600" y="2308324"/>
                        </a:cubicBezTo>
                        <a:cubicBezTo>
                          <a:pt x="4225443" y="2314445"/>
                          <a:pt x="4171896" y="2256544"/>
                          <a:pt x="3955542" y="2308324"/>
                        </a:cubicBezTo>
                        <a:cubicBezTo>
                          <a:pt x="3739188" y="2360104"/>
                          <a:pt x="3596057" y="2257788"/>
                          <a:pt x="3447288" y="2308324"/>
                        </a:cubicBezTo>
                        <a:cubicBezTo>
                          <a:pt x="3298519" y="2358860"/>
                          <a:pt x="3064614" y="2252625"/>
                          <a:pt x="2806446" y="2308324"/>
                        </a:cubicBezTo>
                        <a:cubicBezTo>
                          <a:pt x="2548278" y="2364023"/>
                          <a:pt x="2595993" y="2281079"/>
                          <a:pt x="2386584" y="2308324"/>
                        </a:cubicBezTo>
                        <a:cubicBezTo>
                          <a:pt x="2177175" y="2335569"/>
                          <a:pt x="1963498" y="2301071"/>
                          <a:pt x="1834134" y="2308324"/>
                        </a:cubicBezTo>
                        <a:cubicBezTo>
                          <a:pt x="1704770" y="2315577"/>
                          <a:pt x="1386328" y="2265228"/>
                          <a:pt x="1237488" y="2308324"/>
                        </a:cubicBezTo>
                        <a:cubicBezTo>
                          <a:pt x="1088648" y="2351420"/>
                          <a:pt x="894367" y="2304137"/>
                          <a:pt x="640842" y="2308324"/>
                        </a:cubicBezTo>
                        <a:cubicBezTo>
                          <a:pt x="387317" y="2312511"/>
                          <a:pt x="187213" y="2245317"/>
                          <a:pt x="0" y="2308324"/>
                        </a:cubicBezTo>
                        <a:cubicBezTo>
                          <a:pt x="-59399" y="2192644"/>
                          <a:pt x="22799" y="1955109"/>
                          <a:pt x="0" y="1800493"/>
                        </a:cubicBezTo>
                        <a:cubicBezTo>
                          <a:pt x="-22799" y="1645877"/>
                          <a:pt x="58744" y="1479391"/>
                          <a:pt x="0" y="1269578"/>
                        </a:cubicBezTo>
                        <a:cubicBezTo>
                          <a:pt x="-58744" y="1059766"/>
                          <a:pt x="39037" y="919079"/>
                          <a:pt x="0" y="761747"/>
                        </a:cubicBezTo>
                        <a:cubicBezTo>
                          <a:pt x="-39037" y="604415"/>
                          <a:pt x="30822" y="23778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i="1">
                <a:latin typeface="Aptos" panose="020B0004020202020204" pitchFamily="34" charset="0"/>
              </a:rPr>
              <a:t>Business Analysts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i="1">
                <a:latin typeface="Aptos" panose="020B0004020202020204" pitchFamily="34" charset="0"/>
              </a:rPr>
              <a:t>Software Architects &amp; UI/UX designers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i="1">
                <a:latin typeface="Aptos" panose="020B0004020202020204" pitchFamily="34" charset="0"/>
              </a:rPr>
              <a:t>Developers, QA engineers, DevOps engineers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i="1" cap="none" spc="0">
                <a:ln w="0"/>
                <a:solidFill>
                  <a:schemeClr val="tx1"/>
                </a:solidFill>
                <a:latin typeface="Aptos" panose="020B0004020202020204" pitchFamily="34" charset="0"/>
              </a:rPr>
              <a:t>Startup teams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65B7ED9-0906-AABB-FB0C-83B437B4A68B}"/>
              </a:ext>
            </a:extLst>
          </p:cNvPr>
          <p:cNvSpPr/>
          <p:nvPr/>
        </p:nvSpPr>
        <p:spPr>
          <a:xfrm>
            <a:off x="6618516" y="2934158"/>
            <a:ext cx="4419600" cy="2962513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3280232304">
                  <a:custGeom>
                    <a:avLst/>
                    <a:gdLst>
                      <a:gd name="csX0" fmla="*/ 0 w 4419600"/>
                      <a:gd name="csY0" fmla="*/ 0 h 2677656"/>
                      <a:gd name="csX1" fmla="*/ 596646 w 4419600"/>
                      <a:gd name="csY1" fmla="*/ 0 h 2677656"/>
                      <a:gd name="csX2" fmla="*/ 1016508 w 4419600"/>
                      <a:gd name="csY2" fmla="*/ 0 h 2677656"/>
                      <a:gd name="csX3" fmla="*/ 1657350 w 4419600"/>
                      <a:gd name="csY3" fmla="*/ 0 h 2677656"/>
                      <a:gd name="csX4" fmla="*/ 2253996 w 4419600"/>
                      <a:gd name="csY4" fmla="*/ 0 h 2677656"/>
                      <a:gd name="csX5" fmla="*/ 2850642 w 4419600"/>
                      <a:gd name="csY5" fmla="*/ 0 h 2677656"/>
                      <a:gd name="csX6" fmla="*/ 3314700 w 4419600"/>
                      <a:gd name="csY6" fmla="*/ 0 h 2677656"/>
                      <a:gd name="csX7" fmla="*/ 4419600 w 4419600"/>
                      <a:gd name="csY7" fmla="*/ 0 h 2677656"/>
                      <a:gd name="csX8" fmla="*/ 4419600 w 4419600"/>
                      <a:gd name="csY8" fmla="*/ 481978 h 2677656"/>
                      <a:gd name="csX9" fmla="*/ 4419600 w 4419600"/>
                      <a:gd name="csY9" fmla="*/ 1071062 h 2677656"/>
                      <a:gd name="csX10" fmla="*/ 4419600 w 4419600"/>
                      <a:gd name="csY10" fmla="*/ 1633370 h 2677656"/>
                      <a:gd name="csX11" fmla="*/ 4419600 w 4419600"/>
                      <a:gd name="csY11" fmla="*/ 2168901 h 2677656"/>
                      <a:gd name="csX12" fmla="*/ 4419600 w 4419600"/>
                      <a:gd name="csY12" fmla="*/ 2677656 h 2677656"/>
                      <a:gd name="csX13" fmla="*/ 3778758 w 4419600"/>
                      <a:gd name="csY13" fmla="*/ 2677656 h 2677656"/>
                      <a:gd name="csX14" fmla="*/ 3358896 w 4419600"/>
                      <a:gd name="csY14" fmla="*/ 2677656 h 2677656"/>
                      <a:gd name="csX15" fmla="*/ 2718054 w 4419600"/>
                      <a:gd name="csY15" fmla="*/ 2677656 h 2677656"/>
                      <a:gd name="csX16" fmla="*/ 2165604 w 4419600"/>
                      <a:gd name="csY16" fmla="*/ 2677656 h 2677656"/>
                      <a:gd name="csX17" fmla="*/ 1657350 w 4419600"/>
                      <a:gd name="csY17" fmla="*/ 2677656 h 2677656"/>
                      <a:gd name="csX18" fmla="*/ 1237488 w 4419600"/>
                      <a:gd name="csY18" fmla="*/ 2677656 h 2677656"/>
                      <a:gd name="csX19" fmla="*/ 773430 w 4419600"/>
                      <a:gd name="csY19" fmla="*/ 2677656 h 2677656"/>
                      <a:gd name="csX20" fmla="*/ 0 w 4419600"/>
                      <a:gd name="csY20" fmla="*/ 2677656 h 2677656"/>
                      <a:gd name="csX21" fmla="*/ 0 w 4419600"/>
                      <a:gd name="csY21" fmla="*/ 2088572 h 2677656"/>
                      <a:gd name="csX22" fmla="*/ 0 w 4419600"/>
                      <a:gd name="csY22" fmla="*/ 1606594 h 2677656"/>
                      <a:gd name="csX23" fmla="*/ 0 w 4419600"/>
                      <a:gd name="csY23" fmla="*/ 1071062 h 2677656"/>
                      <a:gd name="csX24" fmla="*/ 0 w 4419600"/>
                      <a:gd name="csY24" fmla="*/ 481978 h 2677656"/>
                      <a:gd name="csX25" fmla="*/ 0 w 4419600"/>
                      <a:gd name="csY25" fmla="*/ 0 h 267765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</a:cxnLst>
                    <a:rect l="l" t="t" r="r" b="b"/>
                    <a:pathLst>
                      <a:path w="4419600" h="2677656" fill="none" extrusionOk="0">
                        <a:moveTo>
                          <a:pt x="0" y="0"/>
                        </a:moveTo>
                        <a:cubicBezTo>
                          <a:pt x="121852" y="-36142"/>
                          <a:pt x="456819" y="26033"/>
                          <a:pt x="596646" y="0"/>
                        </a:cubicBezTo>
                        <a:cubicBezTo>
                          <a:pt x="736473" y="-26033"/>
                          <a:pt x="902029" y="3043"/>
                          <a:pt x="1016508" y="0"/>
                        </a:cubicBezTo>
                        <a:cubicBezTo>
                          <a:pt x="1130987" y="-3043"/>
                          <a:pt x="1339522" y="42006"/>
                          <a:pt x="1657350" y="0"/>
                        </a:cubicBezTo>
                        <a:cubicBezTo>
                          <a:pt x="1975178" y="-42006"/>
                          <a:pt x="1963084" y="17152"/>
                          <a:pt x="2253996" y="0"/>
                        </a:cubicBezTo>
                        <a:cubicBezTo>
                          <a:pt x="2544908" y="-17152"/>
                          <a:pt x="2564986" y="12287"/>
                          <a:pt x="2850642" y="0"/>
                        </a:cubicBezTo>
                        <a:cubicBezTo>
                          <a:pt x="3136298" y="-12287"/>
                          <a:pt x="3158487" y="16017"/>
                          <a:pt x="3314700" y="0"/>
                        </a:cubicBezTo>
                        <a:cubicBezTo>
                          <a:pt x="3470913" y="-16017"/>
                          <a:pt x="4061399" y="21646"/>
                          <a:pt x="4419600" y="0"/>
                        </a:cubicBezTo>
                        <a:cubicBezTo>
                          <a:pt x="4438967" y="231487"/>
                          <a:pt x="4395847" y="299811"/>
                          <a:pt x="4419600" y="481978"/>
                        </a:cubicBezTo>
                        <a:cubicBezTo>
                          <a:pt x="4443353" y="664145"/>
                          <a:pt x="4399433" y="836645"/>
                          <a:pt x="4419600" y="1071062"/>
                        </a:cubicBezTo>
                        <a:cubicBezTo>
                          <a:pt x="4439767" y="1305479"/>
                          <a:pt x="4372162" y="1450821"/>
                          <a:pt x="4419600" y="1633370"/>
                        </a:cubicBezTo>
                        <a:cubicBezTo>
                          <a:pt x="4467038" y="1815919"/>
                          <a:pt x="4417584" y="1981830"/>
                          <a:pt x="4419600" y="2168901"/>
                        </a:cubicBezTo>
                        <a:cubicBezTo>
                          <a:pt x="4421616" y="2355972"/>
                          <a:pt x="4374559" y="2492940"/>
                          <a:pt x="4419600" y="2677656"/>
                        </a:cubicBezTo>
                        <a:cubicBezTo>
                          <a:pt x="4131078" y="2715420"/>
                          <a:pt x="3951015" y="2628032"/>
                          <a:pt x="3778758" y="2677656"/>
                        </a:cubicBezTo>
                        <a:cubicBezTo>
                          <a:pt x="3606501" y="2727280"/>
                          <a:pt x="3485494" y="2633808"/>
                          <a:pt x="3358896" y="2677656"/>
                        </a:cubicBezTo>
                        <a:cubicBezTo>
                          <a:pt x="3232298" y="2721504"/>
                          <a:pt x="3008859" y="2627782"/>
                          <a:pt x="2718054" y="2677656"/>
                        </a:cubicBezTo>
                        <a:cubicBezTo>
                          <a:pt x="2427249" y="2727530"/>
                          <a:pt x="2401393" y="2638097"/>
                          <a:pt x="2165604" y="2677656"/>
                        </a:cubicBezTo>
                        <a:cubicBezTo>
                          <a:pt x="1929815" y="2717215"/>
                          <a:pt x="1878173" y="2667759"/>
                          <a:pt x="1657350" y="2677656"/>
                        </a:cubicBezTo>
                        <a:cubicBezTo>
                          <a:pt x="1436527" y="2687553"/>
                          <a:pt x="1443019" y="2636848"/>
                          <a:pt x="1237488" y="2677656"/>
                        </a:cubicBezTo>
                        <a:cubicBezTo>
                          <a:pt x="1031957" y="2718464"/>
                          <a:pt x="928361" y="2659881"/>
                          <a:pt x="773430" y="2677656"/>
                        </a:cubicBezTo>
                        <a:cubicBezTo>
                          <a:pt x="618499" y="2695431"/>
                          <a:pt x="235414" y="2630197"/>
                          <a:pt x="0" y="2677656"/>
                        </a:cubicBezTo>
                        <a:cubicBezTo>
                          <a:pt x="-14113" y="2556777"/>
                          <a:pt x="12101" y="2294993"/>
                          <a:pt x="0" y="2088572"/>
                        </a:cubicBezTo>
                        <a:cubicBezTo>
                          <a:pt x="-12101" y="1882151"/>
                          <a:pt x="49035" y="1796817"/>
                          <a:pt x="0" y="1606594"/>
                        </a:cubicBezTo>
                        <a:cubicBezTo>
                          <a:pt x="-49035" y="1416371"/>
                          <a:pt x="6180" y="1331092"/>
                          <a:pt x="0" y="1071062"/>
                        </a:cubicBezTo>
                        <a:cubicBezTo>
                          <a:pt x="-6180" y="811032"/>
                          <a:pt x="23233" y="662394"/>
                          <a:pt x="0" y="481978"/>
                        </a:cubicBezTo>
                        <a:cubicBezTo>
                          <a:pt x="-23233" y="301562"/>
                          <a:pt x="23160" y="192872"/>
                          <a:pt x="0" y="0"/>
                        </a:cubicBezTo>
                        <a:close/>
                      </a:path>
                      <a:path w="4419600" h="2677656" stroke="0" extrusionOk="0">
                        <a:moveTo>
                          <a:pt x="0" y="0"/>
                        </a:moveTo>
                        <a:cubicBezTo>
                          <a:pt x="264397" y="-17389"/>
                          <a:pt x="433158" y="66015"/>
                          <a:pt x="552450" y="0"/>
                        </a:cubicBezTo>
                        <a:cubicBezTo>
                          <a:pt x="671742" y="-66015"/>
                          <a:pt x="797346" y="25604"/>
                          <a:pt x="1016508" y="0"/>
                        </a:cubicBezTo>
                        <a:cubicBezTo>
                          <a:pt x="1235670" y="-25604"/>
                          <a:pt x="1338838" y="24387"/>
                          <a:pt x="1436370" y="0"/>
                        </a:cubicBezTo>
                        <a:cubicBezTo>
                          <a:pt x="1533902" y="-24387"/>
                          <a:pt x="1814592" y="43889"/>
                          <a:pt x="1988820" y="0"/>
                        </a:cubicBezTo>
                        <a:cubicBezTo>
                          <a:pt x="2163048" y="-43889"/>
                          <a:pt x="2411407" y="16926"/>
                          <a:pt x="2629662" y="0"/>
                        </a:cubicBezTo>
                        <a:cubicBezTo>
                          <a:pt x="2847917" y="-16926"/>
                          <a:pt x="2968726" y="26295"/>
                          <a:pt x="3226308" y="0"/>
                        </a:cubicBezTo>
                        <a:cubicBezTo>
                          <a:pt x="3483890" y="-26295"/>
                          <a:pt x="3562193" y="26993"/>
                          <a:pt x="3646170" y="0"/>
                        </a:cubicBezTo>
                        <a:cubicBezTo>
                          <a:pt x="3730147" y="-26993"/>
                          <a:pt x="4257759" y="69328"/>
                          <a:pt x="4419600" y="0"/>
                        </a:cubicBezTo>
                        <a:cubicBezTo>
                          <a:pt x="4444447" y="175901"/>
                          <a:pt x="4398241" y="335013"/>
                          <a:pt x="4419600" y="508755"/>
                        </a:cubicBezTo>
                        <a:cubicBezTo>
                          <a:pt x="4440959" y="682498"/>
                          <a:pt x="4363836" y="830856"/>
                          <a:pt x="4419600" y="990733"/>
                        </a:cubicBezTo>
                        <a:cubicBezTo>
                          <a:pt x="4475364" y="1150610"/>
                          <a:pt x="4399644" y="1279893"/>
                          <a:pt x="4419600" y="1472711"/>
                        </a:cubicBezTo>
                        <a:cubicBezTo>
                          <a:pt x="4439556" y="1665529"/>
                          <a:pt x="4410431" y="1840362"/>
                          <a:pt x="4419600" y="1954689"/>
                        </a:cubicBezTo>
                        <a:cubicBezTo>
                          <a:pt x="4428769" y="2069016"/>
                          <a:pt x="4353057" y="2528332"/>
                          <a:pt x="4419600" y="2677656"/>
                        </a:cubicBezTo>
                        <a:cubicBezTo>
                          <a:pt x="4296817" y="2695896"/>
                          <a:pt x="4062402" y="2640379"/>
                          <a:pt x="3955542" y="2677656"/>
                        </a:cubicBezTo>
                        <a:cubicBezTo>
                          <a:pt x="3848682" y="2714933"/>
                          <a:pt x="3572868" y="2621957"/>
                          <a:pt x="3314700" y="2677656"/>
                        </a:cubicBezTo>
                        <a:cubicBezTo>
                          <a:pt x="3056532" y="2733355"/>
                          <a:pt x="3104247" y="2650411"/>
                          <a:pt x="2894838" y="2677656"/>
                        </a:cubicBezTo>
                        <a:cubicBezTo>
                          <a:pt x="2685429" y="2704901"/>
                          <a:pt x="2471752" y="2670403"/>
                          <a:pt x="2342388" y="2677656"/>
                        </a:cubicBezTo>
                        <a:cubicBezTo>
                          <a:pt x="2213024" y="2684909"/>
                          <a:pt x="1894582" y="2634560"/>
                          <a:pt x="1745742" y="2677656"/>
                        </a:cubicBezTo>
                        <a:cubicBezTo>
                          <a:pt x="1596902" y="2720752"/>
                          <a:pt x="1402621" y="2673469"/>
                          <a:pt x="1149096" y="2677656"/>
                        </a:cubicBezTo>
                        <a:cubicBezTo>
                          <a:pt x="895571" y="2681843"/>
                          <a:pt x="823743" y="2649122"/>
                          <a:pt x="685038" y="2677656"/>
                        </a:cubicBezTo>
                        <a:cubicBezTo>
                          <a:pt x="546333" y="2706190"/>
                          <a:pt x="236606" y="2636246"/>
                          <a:pt x="0" y="2677656"/>
                        </a:cubicBezTo>
                        <a:cubicBezTo>
                          <a:pt x="-7270" y="2514155"/>
                          <a:pt x="185" y="2374237"/>
                          <a:pt x="0" y="2195678"/>
                        </a:cubicBezTo>
                        <a:cubicBezTo>
                          <a:pt x="-185" y="2017119"/>
                          <a:pt x="10805" y="1908949"/>
                          <a:pt x="0" y="1740476"/>
                        </a:cubicBezTo>
                        <a:cubicBezTo>
                          <a:pt x="-10805" y="1572003"/>
                          <a:pt x="43422" y="1450732"/>
                          <a:pt x="0" y="1258498"/>
                        </a:cubicBezTo>
                        <a:cubicBezTo>
                          <a:pt x="-43422" y="1066264"/>
                          <a:pt x="5095" y="967894"/>
                          <a:pt x="0" y="803297"/>
                        </a:cubicBezTo>
                        <a:cubicBezTo>
                          <a:pt x="-5095" y="638700"/>
                          <a:pt x="76645" y="37914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i="1"/>
              <a:t>Engineering managers / Tech leads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i="1"/>
              <a:t>Security/compliance teams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i="1"/>
              <a:t>Clients/end users (indirect beneficiaries)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i="1">
                <a:ln w="0"/>
                <a:latin typeface="Aptos" panose="020B0004020202020204" pitchFamily="34" charset="0"/>
              </a:rPr>
              <a:t>Software Organizations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i="1">
                <a:latin typeface="Aptos" panose="020B0004020202020204" pitchFamily="34" charset="0"/>
              </a:rPr>
              <a:t>Product Owners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7A99F730-13D5-79F6-5C23-F79087C375D7}"/>
              </a:ext>
            </a:extLst>
          </p:cNvPr>
          <p:cNvSpPr txBox="1">
            <a:spLocks/>
          </p:cNvSpPr>
          <p:nvPr/>
        </p:nvSpPr>
        <p:spPr>
          <a:xfrm>
            <a:off x="1277885" y="2034795"/>
            <a:ext cx="3432464" cy="531595"/>
          </a:xfrm>
          <a:prstGeom prst="roundRect">
            <a:avLst/>
          </a:prstGeom>
          <a:noFill/>
          <a:ln w="28575">
            <a:solidFill>
              <a:schemeClr val="bg1">
                <a:lumMod val="7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3773247103">
                  <a:custGeom>
                    <a:avLst/>
                    <a:gdLst>
                      <a:gd name="csX0" fmla="*/ 0 w 3432464"/>
                      <a:gd name="csY0" fmla="*/ 0 h 531595"/>
                      <a:gd name="csX1" fmla="*/ 640727 w 3432464"/>
                      <a:gd name="csY1" fmla="*/ 0 h 531595"/>
                      <a:gd name="csX2" fmla="*/ 1109830 w 3432464"/>
                      <a:gd name="csY2" fmla="*/ 0 h 531595"/>
                      <a:gd name="csX3" fmla="*/ 1578933 w 3432464"/>
                      <a:gd name="csY3" fmla="*/ 0 h 531595"/>
                      <a:gd name="csX4" fmla="*/ 2219660 w 3432464"/>
                      <a:gd name="csY4" fmla="*/ 0 h 531595"/>
                      <a:gd name="csX5" fmla="*/ 2791737 w 3432464"/>
                      <a:gd name="csY5" fmla="*/ 0 h 531595"/>
                      <a:gd name="csX6" fmla="*/ 3432464 w 3432464"/>
                      <a:gd name="csY6" fmla="*/ 0 h 531595"/>
                      <a:gd name="csX7" fmla="*/ 3432464 w 3432464"/>
                      <a:gd name="csY7" fmla="*/ 531595 h 531595"/>
                      <a:gd name="csX8" fmla="*/ 2791737 w 3432464"/>
                      <a:gd name="csY8" fmla="*/ 531595 h 531595"/>
                      <a:gd name="csX9" fmla="*/ 2219660 w 3432464"/>
                      <a:gd name="csY9" fmla="*/ 531595 h 531595"/>
                      <a:gd name="csX10" fmla="*/ 1578933 w 3432464"/>
                      <a:gd name="csY10" fmla="*/ 531595 h 531595"/>
                      <a:gd name="csX11" fmla="*/ 1109830 w 3432464"/>
                      <a:gd name="csY11" fmla="*/ 531595 h 531595"/>
                      <a:gd name="csX12" fmla="*/ 572077 w 3432464"/>
                      <a:gd name="csY12" fmla="*/ 531595 h 531595"/>
                      <a:gd name="csX13" fmla="*/ 0 w 3432464"/>
                      <a:gd name="csY13" fmla="*/ 531595 h 531595"/>
                      <a:gd name="csX14" fmla="*/ 0 w 3432464"/>
                      <a:gd name="csY14" fmla="*/ 0 h 53159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3432464" h="531595" extrusionOk="0">
                        <a:moveTo>
                          <a:pt x="0" y="0"/>
                        </a:moveTo>
                        <a:cubicBezTo>
                          <a:pt x="317494" y="-42052"/>
                          <a:pt x="341571" y="33469"/>
                          <a:pt x="640727" y="0"/>
                        </a:cubicBezTo>
                        <a:cubicBezTo>
                          <a:pt x="939883" y="-33469"/>
                          <a:pt x="941545" y="11861"/>
                          <a:pt x="1109830" y="0"/>
                        </a:cubicBezTo>
                        <a:cubicBezTo>
                          <a:pt x="1278115" y="-11861"/>
                          <a:pt x="1445935" y="4871"/>
                          <a:pt x="1578933" y="0"/>
                        </a:cubicBezTo>
                        <a:cubicBezTo>
                          <a:pt x="1711931" y="-4871"/>
                          <a:pt x="2073945" y="30318"/>
                          <a:pt x="2219660" y="0"/>
                        </a:cubicBezTo>
                        <a:cubicBezTo>
                          <a:pt x="2365375" y="-30318"/>
                          <a:pt x="2657237" y="55175"/>
                          <a:pt x="2791737" y="0"/>
                        </a:cubicBezTo>
                        <a:cubicBezTo>
                          <a:pt x="2926237" y="-55175"/>
                          <a:pt x="3303616" y="32636"/>
                          <a:pt x="3432464" y="0"/>
                        </a:cubicBezTo>
                        <a:cubicBezTo>
                          <a:pt x="3472867" y="165178"/>
                          <a:pt x="3385654" y="285025"/>
                          <a:pt x="3432464" y="531595"/>
                        </a:cubicBezTo>
                        <a:cubicBezTo>
                          <a:pt x="3185718" y="606407"/>
                          <a:pt x="2964633" y="492176"/>
                          <a:pt x="2791737" y="531595"/>
                        </a:cubicBezTo>
                        <a:cubicBezTo>
                          <a:pt x="2618841" y="571014"/>
                          <a:pt x="2449408" y="522809"/>
                          <a:pt x="2219660" y="531595"/>
                        </a:cubicBezTo>
                        <a:cubicBezTo>
                          <a:pt x="1989912" y="540381"/>
                          <a:pt x="1857007" y="515838"/>
                          <a:pt x="1578933" y="531595"/>
                        </a:cubicBezTo>
                        <a:cubicBezTo>
                          <a:pt x="1300859" y="547352"/>
                          <a:pt x="1321533" y="510969"/>
                          <a:pt x="1109830" y="531595"/>
                        </a:cubicBezTo>
                        <a:cubicBezTo>
                          <a:pt x="898127" y="552221"/>
                          <a:pt x="709921" y="504467"/>
                          <a:pt x="572077" y="531595"/>
                        </a:cubicBezTo>
                        <a:cubicBezTo>
                          <a:pt x="434233" y="558723"/>
                          <a:pt x="283507" y="505368"/>
                          <a:pt x="0" y="531595"/>
                        </a:cubicBezTo>
                        <a:cubicBezTo>
                          <a:pt x="-13824" y="383066"/>
                          <a:pt x="53379" y="1528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800" b="1" i="1">
                <a:solidFill>
                  <a:schemeClr val="tx1"/>
                </a:solidFill>
                <a:latin typeface="Cambria"/>
                <a:ea typeface="Cambria"/>
              </a:rPr>
              <a:t>Users</a:t>
            </a:r>
            <a:endParaRPr lang="en-US" b="1" i="1">
              <a:solidFill>
                <a:schemeClr val="tx1"/>
              </a:solidFill>
              <a:latin typeface="Cambria"/>
              <a:ea typeface="Cambria"/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6A5B80F4-8145-B767-191B-A2FA0CEA4034}"/>
              </a:ext>
            </a:extLst>
          </p:cNvPr>
          <p:cNvSpPr txBox="1">
            <a:spLocks/>
          </p:cNvSpPr>
          <p:nvPr/>
        </p:nvSpPr>
        <p:spPr>
          <a:xfrm>
            <a:off x="7112084" y="2128240"/>
            <a:ext cx="3432464" cy="531595"/>
          </a:xfrm>
          <a:prstGeom prst="roundRect">
            <a:avLst/>
          </a:prstGeom>
          <a:noFill/>
          <a:ln w="28575">
            <a:solidFill>
              <a:schemeClr val="bg1">
                <a:lumMod val="7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3773247103">
                  <a:custGeom>
                    <a:avLst/>
                    <a:gdLst>
                      <a:gd name="csX0" fmla="*/ 0 w 3432464"/>
                      <a:gd name="csY0" fmla="*/ 0 h 531595"/>
                      <a:gd name="csX1" fmla="*/ 640727 w 3432464"/>
                      <a:gd name="csY1" fmla="*/ 0 h 531595"/>
                      <a:gd name="csX2" fmla="*/ 1109830 w 3432464"/>
                      <a:gd name="csY2" fmla="*/ 0 h 531595"/>
                      <a:gd name="csX3" fmla="*/ 1578933 w 3432464"/>
                      <a:gd name="csY3" fmla="*/ 0 h 531595"/>
                      <a:gd name="csX4" fmla="*/ 2219660 w 3432464"/>
                      <a:gd name="csY4" fmla="*/ 0 h 531595"/>
                      <a:gd name="csX5" fmla="*/ 2791737 w 3432464"/>
                      <a:gd name="csY5" fmla="*/ 0 h 531595"/>
                      <a:gd name="csX6" fmla="*/ 3432464 w 3432464"/>
                      <a:gd name="csY6" fmla="*/ 0 h 531595"/>
                      <a:gd name="csX7" fmla="*/ 3432464 w 3432464"/>
                      <a:gd name="csY7" fmla="*/ 531595 h 531595"/>
                      <a:gd name="csX8" fmla="*/ 2791737 w 3432464"/>
                      <a:gd name="csY8" fmla="*/ 531595 h 531595"/>
                      <a:gd name="csX9" fmla="*/ 2219660 w 3432464"/>
                      <a:gd name="csY9" fmla="*/ 531595 h 531595"/>
                      <a:gd name="csX10" fmla="*/ 1578933 w 3432464"/>
                      <a:gd name="csY10" fmla="*/ 531595 h 531595"/>
                      <a:gd name="csX11" fmla="*/ 1109830 w 3432464"/>
                      <a:gd name="csY11" fmla="*/ 531595 h 531595"/>
                      <a:gd name="csX12" fmla="*/ 572077 w 3432464"/>
                      <a:gd name="csY12" fmla="*/ 531595 h 531595"/>
                      <a:gd name="csX13" fmla="*/ 0 w 3432464"/>
                      <a:gd name="csY13" fmla="*/ 531595 h 531595"/>
                      <a:gd name="csX14" fmla="*/ 0 w 3432464"/>
                      <a:gd name="csY14" fmla="*/ 0 h 53159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3432464" h="531595" extrusionOk="0">
                        <a:moveTo>
                          <a:pt x="0" y="0"/>
                        </a:moveTo>
                        <a:cubicBezTo>
                          <a:pt x="317494" y="-42052"/>
                          <a:pt x="341571" y="33469"/>
                          <a:pt x="640727" y="0"/>
                        </a:cubicBezTo>
                        <a:cubicBezTo>
                          <a:pt x="939883" y="-33469"/>
                          <a:pt x="941545" y="11861"/>
                          <a:pt x="1109830" y="0"/>
                        </a:cubicBezTo>
                        <a:cubicBezTo>
                          <a:pt x="1278115" y="-11861"/>
                          <a:pt x="1445935" y="4871"/>
                          <a:pt x="1578933" y="0"/>
                        </a:cubicBezTo>
                        <a:cubicBezTo>
                          <a:pt x="1711931" y="-4871"/>
                          <a:pt x="2073945" y="30318"/>
                          <a:pt x="2219660" y="0"/>
                        </a:cubicBezTo>
                        <a:cubicBezTo>
                          <a:pt x="2365375" y="-30318"/>
                          <a:pt x="2657237" y="55175"/>
                          <a:pt x="2791737" y="0"/>
                        </a:cubicBezTo>
                        <a:cubicBezTo>
                          <a:pt x="2926237" y="-55175"/>
                          <a:pt x="3303616" y="32636"/>
                          <a:pt x="3432464" y="0"/>
                        </a:cubicBezTo>
                        <a:cubicBezTo>
                          <a:pt x="3472867" y="165178"/>
                          <a:pt x="3385654" y="285025"/>
                          <a:pt x="3432464" y="531595"/>
                        </a:cubicBezTo>
                        <a:cubicBezTo>
                          <a:pt x="3185718" y="606407"/>
                          <a:pt x="2964633" y="492176"/>
                          <a:pt x="2791737" y="531595"/>
                        </a:cubicBezTo>
                        <a:cubicBezTo>
                          <a:pt x="2618841" y="571014"/>
                          <a:pt x="2449408" y="522809"/>
                          <a:pt x="2219660" y="531595"/>
                        </a:cubicBezTo>
                        <a:cubicBezTo>
                          <a:pt x="1989912" y="540381"/>
                          <a:pt x="1857007" y="515838"/>
                          <a:pt x="1578933" y="531595"/>
                        </a:cubicBezTo>
                        <a:cubicBezTo>
                          <a:pt x="1300859" y="547352"/>
                          <a:pt x="1321533" y="510969"/>
                          <a:pt x="1109830" y="531595"/>
                        </a:cubicBezTo>
                        <a:cubicBezTo>
                          <a:pt x="898127" y="552221"/>
                          <a:pt x="709921" y="504467"/>
                          <a:pt x="572077" y="531595"/>
                        </a:cubicBezTo>
                        <a:cubicBezTo>
                          <a:pt x="434233" y="558723"/>
                          <a:pt x="283507" y="505368"/>
                          <a:pt x="0" y="531595"/>
                        </a:cubicBezTo>
                        <a:cubicBezTo>
                          <a:pt x="-13824" y="383066"/>
                          <a:pt x="53379" y="1528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800" b="1" i="1">
                <a:solidFill>
                  <a:schemeClr val="tx1"/>
                </a:solidFill>
                <a:latin typeface="Cambria"/>
                <a:ea typeface="Cambria"/>
              </a:rPr>
              <a:t>Stakeholders</a:t>
            </a:r>
            <a:endParaRPr lang="en-US" b="1" i="1">
              <a:solidFill>
                <a:schemeClr val="tx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710528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48950-E4D4-6F14-1195-0F4791C5C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Decorative circles">
            <a:extLst>
              <a:ext uri="{FF2B5EF4-FFF2-40B4-BE49-F238E27FC236}">
                <a16:creationId xmlns:a16="http://schemas.microsoft.com/office/drawing/2014/main" id="{0F1156EF-2DA5-4449-296F-0D9527D126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4096" y="-616352"/>
            <a:ext cx="5569352" cy="556935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D1A105E-9829-82F2-3F99-5D3BB1EB9DF7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R26-SE-033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F93B66-934B-D489-E5DB-21088A6665D3}"/>
              </a:ext>
            </a:extLst>
          </p:cNvPr>
          <p:cNvSpPr/>
          <p:nvPr/>
        </p:nvSpPr>
        <p:spPr>
          <a:xfrm>
            <a:off x="2632435" y="1349357"/>
            <a:ext cx="42706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i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The Problem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B523B97-5863-3565-718A-7A8A3A78BDA7}"/>
              </a:ext>
            </a:extLst>
          </p:cNvPr>
          <p:cNvGrpSpPr/>
          <p:nvPr/>
        </p:nvGrpSpPr>
        <p:grpSpPr>
          <a:xfrm>
            <a:off x="1201917" y="743105"/>
            <a:ext cx="1304925" cy="2135833"/>
            <a:chOff x="5715000" y="150167"/>
            <a:chExt cx="1304925" cy="2135833"/>
          </a:xfrm>
        </p:grpSpPr>
        <p:pic>
          <p:nvPicPr>
            <p:cNvPr id="9" name="Graphic 8" descr="Man in business attire">
              <a:extLst>
                <a:ext uri="{FF2B5EF4-FFF2-40B4-BE49-F238E27FC236}">
                  <a16:creationId xmlns:a16="http://schemas.microsoft.com/office/drawing/2014/main" id="{ADF5ADC4-3CB0-8C94-E85A-37CDAB91A9F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15000" y="523875"/>
              <a:ext cx="1304925" cy="1762125"/>
            </a:xfrm>
            <a:prstGeom prst="rect">
              <a:avLst/>
            </a:prstGeom>
          </p:spPr>
        </p:pic>
        <p:pic>
          <p:nvPicPr>
            <p:cNvPr id="11" name="Graphic 10" descr="Question Mark with solid fill">
              <a:extLst>
                <a:ext uri="{FF2B5EF4-FFF2-40B4-BE49-F238E27FC236}">
                  <a16:creationId xmlns:a16="http://schemas.microsoft.com/office/drawing/2014/main" id="{C08E0270-3F92-658E-4286-EA70292A88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85603" y="150167"/>
              <a:ext cx="461665" cy="461665"/>
            </a:xfrm>
            <a:prstGeom prst="rect">
              <a:avLst/>
            </a:prstGeom>
          </p:spPr>
        </p:pic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7022DC3-1AFA-0BCF-8230-DE7DF1B206E7}"/>
              </a:ext>
            </a:extLst>
          </p:cNvPr>
          <p:cNvSpPr/>
          <p:nvPr/>
        </p:nvSpPr>
        <p:spPr>
          <a:xfrm>
            <a:off x="1201917" y="3283625"/>
            <a:ext cx="9677400" cy="1736646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3280232304">
                  <a:custGeom>
                    <a:avLst/>
                    <a:gdLst>
                      <a:gd name="csX0" fmla="*/ 0 w 9677400"/>
                      <a:gd name="csY0" fmla="*/ 0 h 1569660"/>
                      <a:gd name="csX1" fmla="*/ 691243 w 9677400"/>
                      <a:gd name="csY1" fmla="*/ 0 h 1569660"/>
                      <a:gd name="csX2" fmla="*/ 1188938 w 9677400"/>
                      <a:gd name="csY2" fmla="*/ 0 h 1569660"/>
                      <a:gd name="csX3" fmla="*/ 1589859 w 9677400"/>
                      <a:gd name="csY3" fmla="*/ 0 h 1569660"/>
                      <a:gd name="csX4" fmla="*/ 2281101 w 9677400"/>
                      <a:gd name="csY4" fmla="*/ 0 h 1569660"/>
                      <a:gd name="csX5" fmla="*/ 3165892 w 9677400"/>
                      <a:gd name="csY5" fmla="*/ 0 h 1569660"/>
                      <a:gd name="csX6" fmla="*/ 3953909 w 9677400"/>
                      <a:gd name="csY6" fmla="*/ 0 h 1569660"/>
                      <a:gd name="csX7" fmla="*/ 4354830 w 9677400"/>
                      <a:gd name="csY7" fmla="*/ 0 h 1569660"/>
                      <a:gd name="csX8" fmla="*/ 4949299 w 9677400"/>
                      <a:gd name="csY8" fmla="*/ 0 h 1569660"/>
                      <a:gd name="csX9" fmla="*/ 5543768 w 9677400"/>
                      <a:gd name="csY9" fmla="*/ 0 h 1569660"/>
                      <a:gd name="csX10" fmla="*/ 6331785 w 9677400"/>
                      <a:gd name="csY10" fmla="*/ 0 h 1569660"/>
                      <a:gd name="csX11" fmla="*/ 6732705 w 9677400"/>
                      <a:gd name="csY11" fmla="*/ 0 h 1569660"/>
                      <a:gd name="csX12" fmla="*/ 7617496 w 9677400"/>
                      <a:gd name="csY12" fmla="*/ 0 h 1569660"/>
                      <a:gd name="csX13" fmla="*/ 8502287 w 9677400"/>
                      <a:gd name="csY13" fmla="*/ 0 h 1569660"/>
                      <a:gd name="csX14" fmla="*/ 8999982 w 9677400"/>
                      <a:gd name="csY14" fmla="*/ 0 h 1569660"/>
                      <a:gd name="csX15" fmla="*/ 9677400 w 9677400"/>
                      <a:gd name="csY15" fmla="*/ 0 h 1569660"/>
                      <a:gd name="csX16" fmla="*/ 9677400 w 9677400"/>
                      <a:gd name="csY16" fmla="*/ 476130 h 1569660"/>
                      <a:gd name="csX17" fmla="*/ 9677400 w 9677400"/>
                      <a:gd name="csY17" fmla="*/ 1015047 h 1569660"/>
                      <a:gd name="csX18" fmla="*/ 9677400 w 9677400"/>
                      <a:gd name="csY18" fmla="*/ 1569660 h 1569660"/>
                      <a:gd name="csX19" fmla="*/ 9179705 w 9677400"/>
                      <a:gd name="csY19" fmla="*/ 1569660 h 1569660"/>
                      <a:gd name="csX20" fmla="*/ 8682010 w 9677400"/>
                      <a:gd name="csY20" fmla="*/ 1569660 h 1569660"/>
                      <a:gd name="csX21" fmla="*/ 8281089 w 9677400"/>
                      <a:gd name="csY21" fmla="*/ 1569660 h 1569660"/>
                      <a:gd name="csX22" fmla="*/ 7783395 w 9677400"/>
                      <a:gd name="csY22" fmla="*/ 1569660 h 1569660"/>
                      <a:gd name="csX23" fmla="*/ 7382474 w 9677400"/>
                      <a:gd name="csY23" fmla="*/ 1569660 h 1569660"/>
                      <a:gd name="csX24" fmla="*/ 6594457 w 9677400"/>
                      <a:gd name="csY24" fmla="*/ 1569660 h 1569660"/>
                      <a:gd name="csX25" fmla="*/ 6096762 w 9677400"/>
                      <a:gd name="csY25" fmla="*/ 1569660 h 1569660"/>
                      <a:gd name="csX26" fmla="*/ 5308745 w 9677400"/>
                      <a:gd name="csY26" fmla="*/ 1569660 h 1569660"/>
                      <a:gd name="csX27" fmla="*/ 4617502 w 9677400"/>
                      <a:gd name="csY27" fmla="*/ 1569660 h 1569660"/>
                      <a:gd name="csX28" fmla="*/ 3829485 w 9677400"/>
                      <a:gd name="csY28" fmla="*/ 1569660 h 1569660"/>
                      <a:gd name="csX29" fmla="*/ 3138243 w 9677400"/>
                      <a:gd name="csY29" fmla="*/ 1569660 h 1569660"/>
                      <a:gd name="csX30" fmla="*/ 2350226 w 9677400"/>
                      <a:gd name="csY30" fmla="*/ 1569660 h 1569660"/>
                      <a:gd name="csX31" fmla="*/ 1465435 w 9677400"/>
                      <a:gd name="csY31" fmla="*/ 1569660 h 1569660"/>
                      <a:gd name="csX32" fmla="*/ 677418 w 9677400"/>
                      <a:gd name="csY32" fmla="*/ 1569660 h 1569660"/>
                      <a:gd name="csX33" fmla="*/ 0 w 9677400"/>
                      <a:gd name="csY33" fmla="*/ 1569660 h 1569660"/>
                      <a:gd name="csX34" fmla="*/ 0 w 9677400"/>
                      <a:gd name="csY34" fmla="*/ 1015047 h 1569660"/>
                      <a:gd name="csX35" fmla="*/ 0 w 9677400"/>
                      <a:gd name="csY35" fmla="*/ 507523 h 1569660"/>
                      <a:gd name="csX36" fmla="*/ 0 w 9677400"/>
                      <a:gd name="csY36" fmla="*/ 0 h 156966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</a:cxnLst>
                    <a:rect l="l" t="t" r="r" b="b"/>
                    <a:pathLst>
                      <a:path w="9677400" h="1569660" extrusionOk="0">
                        <a:moveTo>
                          <a:pt x="0" y="0"/>
                        </a:moveTo>
                        <a:cubicBezTo>
                          <a:pt x="148302" y="-21166"/>
                          <a:pt x="433809" y="26388"/>
                          <a:pt x="691243" y="0"/>
                        </a:cubicBezTo>
                        <a:cubicBezTo>
                          <a:pt x="948677" y="-26388"/>
                          <a:pt x="1088247" y="-15112"/>
                          <a:pt x="1188938" y="0"/>
                        </a:cubicBezTo>
                        <a:cubicBezTo>
                          <a:pt x="1289630" y="15112"/>
                          <a:pt x="1442657" y="-9673"/>
                          <a:pt x="1589859" y="0"/>
                        </a:cubicBezTo>
                        <a:cubicBezTo>
                          <a:pt x="1737061" y="9673"/>
                          <a:pt x="2050220" y="-15318"/>
                          <a:pt x="2281101" y="0"/>
                        </a:cubicBezTo>
                        <a:cubicBezTo>
                          <a:pt x="2511982" y="15318"/>
                          <a:pt x="2810630" y="35608"/>
                          <a:pt x="3165892" y="0"/>
                        </a:cubicBezTo>
                        <a:cubicBezTo>
                          <a:pt x="3521154" y="-35608"/>
                          <a:pt x="3787135" y="20148"/>
                          <a:pt x="3953909" y="0"/>
                        </a:cubicBezTo>
                        <a:cubicBezTo>
                          <a:pt x="4120683" y="-20148"/>
                          <a:pt x="4187536" y="5687"/>
                          <a:pt x="4354830" y="0"/>
                        </a:cubicBezTo>
                        <a:cubicBezTo>
                          <a:pt x="4522124" y="-5687"/>
                          <a:pt x="4732464" y="-9805"/>
                          <a:pt x="4949299" y="0"/>
                        </a:cubicBezTo>
                        <a:cubicBezTo>
                          <a:pt x="5166134" y="9805"/>
                          <a:pt x="5411410" y="21834"/>
                          <a:pt x="5543768" y="0"/>
                        </a:cubicBezTo>
                        <a:cubicBezTo>
                          <a:pt x="5676126" y="-21834"/>
                          <a:pt x="5993981" y="-20703"/>
                          <a:pt x="6331785" y="0"/>
                        </a:cubicBezTo>
                        <a:cubicBezTo>
                          <a:pt x="6669589" y="20703"/>
                          <a:pt x="6614994" y="-15449"/>
                          <a:pt x="6732705" y="0"/>
                        </a:cubicBezTo>
                        <a:cubicBezTo>
                          <a:pt x="6850416" y="15449"/>
                          <a:pt x="7318967" y="29178"/>
                          <a:pt x="7617496" y="0"/>
                        </a:cubicBezTo>
                        <a:cubicBezTo>
                          <a:pt x="7916025" y="-29178"/>
                          <a:pt x="8251102" y="-8624"/>
                          <a:pt x="8502287" y="0"/>
                        </a:cubicBezTo>
                        <a:cubicBezTo>
                          <a:pt x="8753472" y="8624"/>
                          <a:pt x="8756905" y="1787"/>
                          <a:pt x="8999982" y="0"/>
                        </a:cubicBezTo>
                        <a:cubicBezTo>
                          <a:pt x="9243060" y="-1787"/>
                          <a:pt x="9432733" y="16976"/>
                          <a:pt x="9677400" y="0"/>
                        </a:cubicBezTo>
                        <a:cubicBezTo>
                          <a:pt x="9673885" y="129233"/>
                          <a:pt x="9689723" y="336370"/>
                          <a:pt x="9677400" y="476130"/>
                        </a:cubicBezTo>
                        <a:cubicBezTo>
                          <a:pt x="9665078" y="615890"/>
                          <a:pt x="9673218" y="861176"/>
                          <a:pt x="9677400" y="1015047"/>
                        </a:cubicBezTo>
                        <a:cubicBezTo>
                          <a:pt x="9681582" y="1168918"/>
                          <a:pt x="9679719" y="1366308"/>
                          <a:pt x="9677400" y="1569660"/>
                        </a:cubicBezTo>
                        <a:cubicBezTo>
                          <a:pt x="9462888" y="1556695"/>
                          <a:pt x="9384143" y="1557107"/>
                          <a:pt x="9179705" y="1569660"/>
                        </a:cubicBezTo>
                        <a:cubicBezTo>
                          <a:pt x="8975268" y="1582213"/>
                          <a:pt x="8911612" y="1567718"/>
                          <a:pt x="8682010" y="1569660"/>
                        </a:cubicBezTo>
                        <a:cubicBezTo>
                          <a:pt x="8452408" y="1571602"/>
                          <a:pt x="8427231" y="1589244"/>
                          <a:pt x="8281089" y="1569660"/>
                        </a:cubicBezTo>
                        <a:cubicBezTo>
                          <a:pt x="8134947" y="1550076"/>
                          <a:pt x="7967667" y="1546667"/>
                          <a:pt x="7783395" y="1569660"/>
                        </a:cubicBezTo>
                        <a:cubicBezTo>
                          <a:pt x="7599123" y="1592653"/>
                          <a:pt x="7462714" y="1567327"/>
                          <a:pt x="7382474" y="1569660"/>
                        </a:cubicBezTo>
                        <a:cubicBezTo>
                          <a:pt x="7302234" y="1571993"/>
                          <a:pt x="6849456" y="1535982"/>
                          <a:pt x="6594457" y="1569660"/>
                        </a:cubicBezTo>
                        <a:cubicBezTo>
                          <a:pt x="6339458" y="1603338"/>
                          <a:pt x="6277406" y="1559365"/>
                          <a:pt x="6096762" y="1569660"/>
                        </a:cubicBezTo>
                        <a:cubicBezTo>
                          <a:pt x="5916118" y="1579955"/>
                          <a:pt x="5612065" y="1573153"/>
                          <a:pt x="5308745" y="1569660"/>
                        </a:cubicBezTo>
                        <a:cubicBezTo>
                          <a:pt x="5005425" y="1566167"/>
                          <a:pt x="4846383" y="1556770"/>
                          <a:pt x="4617502" y="1569660"/>
                        </a:cubicBezTo>
                        <a:cubicBezTo>
                          <a:pt x="4388621" y="1582550"/>
                          <a:pt x="4015334" y="1558895"/>
                          <a:pt x="3829485" y="1569660"/>
                        </a:cubicBezTo>
                        <a:cubicBezTo>
                          <a:pt x="3643636" y="1580425"/>
                          <a:pt x="3431467" y="1535406"/>
                          <a:pt x="3138243" y="1569660"/>
                        </a:cubicBezTo>
                        <a:cubicBezTo>
                          <a:pt x="2845019" y="1603914"/>
                          <a:pt x="2725792" y="1590294"/>
                          <a:pt x="2350226" y="1569660"/>
                        </a:cubicBezTo>
                        <a:cubicBezTo>
                          <a:pt x="1974660" y="1549026"/>
                          <a:pt x="1720285" y="1560143"/>
                          <a:pt x="1465435" y="1569660"/>
                        </a:cubicBezTo>
                        <a:cubicBezTo>
                          <a:pt x="1210585" y="1579177"/>
                          <a:pt x="855811" y="1564488"/>
                          <a:pt x="677418" y="1569660"/>
                        </a:cubicBezTo>
                        <a:cubicBezTo>
                          <a:pt x="499025" y="1574832"/>
                          <a:pt x="244848" y="1600656"/>
                          <a:pt x="0" y="1569660"/>
                        </a:cubicBezTo>
                        <a:cubicBezTo>
                          <a:pt x="-8002" y="1347294"/>
                          <a:pt x="1964" y="1228688"/>
                          <a:pt x="0" y="1015047"/>
                        </a:cubicBezTo>
                        <a:cubicBezTo>
                          <a:pt x="-1964" y="801406"/>
                          <a:pt x="18816" y="674899"/>
                          <a:pt x="0" y="507523"/>
                        </a:cubicBezTo>
                        <a:cubicBezTo>
                          <a:pt x="-18816" y="340147"/>
                          <a:pt x="11348" y="24099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lIns="91440" tIns="45720" rIns="91440" bIns="45720">
            <a:spAutoFit/>
          </a:bodyPr>
          <a:lstStyle/>
          <a:p>
            <a:r>
              <a:rPr lang="en-GB" sz="2400" i="1"/>
              <a:t>Current solutions lack a reliable mechanism to capture domain workflows and rules early and then generate versioned SDLC artifact from SRS to prototype while enforcing human approval gates, tool-based validation, and requirement-to-code traceability.</a:t>
            </a:r>
            <a:endParaRPr lang="en-US" sz="2400" i="1" cap="none" spc="0">
              <a:ln w="0"/>
              <a:solidFill>
                <a:schemeClr val="tx1"/>
              </a:solidFill>
            </a:endParaRPr>
          </a:p>
        </p:txBody>
      </p: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5968D032-105A-352B-0645-BAA8959F074A}"/>
              </a:ext>
            </a:extLst>
          </p:cNvPr>
          <p:cNvCxnSpPr>
            <a:cxnSpLocks/>
          </p:cNvCxnSpPr>
          <p:nvPr/>
        </p:nvCxnSpPr>
        <p:spPr>
          <a:xfrm rot="16200000" flipH="1">
            <a:off x="6514743" y="2182602"/>
            <a:ext cx="1245629" cy="778391"/>
          </a:xfrm>
          <a:prstGeom prst="curvedConnector3">
            <a:avLst>
              <a:gd name="adj1" fmla="val 50000"/>
            </a:avLst>
          </a:prstGeom>
          <a:ln w="57150"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74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65BD3-8597-01BA-5D2C-BB855F470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9EA264-3242-C5BA-39C5-B043648CEC07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R26-SE-033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D1FDA6-14C8-6E31-8200-375B857AE4F2}"/>
              </a:ext>
            </a:extLst>
          </p:cNvPr>
          <p:cNvSpPr/>
          <p:nvPr/>
        </p:nvSpPr>
        <p:spPr>
          <a:xfrm>
            <a:off x="1770360" y="1003938"/>
            <a:ext cx="913089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3600" b="1">
                <a:latin typeface="Aptos" panose="020B0004020202020204" pitchFamily="34" charset="0"/>
              </a:rPr>
              <a:t>Impact of the Problem For Users &amp; Society</a:t>
            </a:r>
            <a:endParaRPr lang="en-US" sz="3600" b="1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pic>
        <p:nvPicPr>
          <p:cNvPr id="5" name="Graphic 4" descr="Woman holding a laptop">
            <a:extLst>
              <a:ext uri="{FF2B5EF4-FFF2-40B4-BE49-F238E27FC236}">
                <a16:creationId xmlns:a16="http://schemas.microsoft.com/office/drawing/2014/main" id="{98CE64BE-A67E-7558-F2C2-4FC18E926B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0154" y="745394"/>
            <a:ext cx="1781175" cy="180975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C058832-49B7-C1CA-9935-CEFF5F8531FE}"/>
              </a:ext>
            </a:extLst>
          </p:cNvPr>
          <p:cNvSpPr/>
          <p:nvPr/>
        </p:nvSpPr>
        <p:spPr>
          <a:xfrm>
            <a:off x="1646853" y="3624355"/>
            <a:ext cx="8878907" cy="2145268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3280232304">
                  <a:custGeom>
                    <a:avLst/>
                    <a:gdLst>
                      <a:gd name="csX0" fmla="*/ 0 w 8106747"/>
                      <a:gd name="csY0" fmla="*/ 357552 h 2145268"/>
                      <a:gd name="csX1" fmla="*/ 357552 w 8106747"/>
                      <a:gd name="csY1" fmla="*/ 0 h 2145268"/>
                      <a:gd name="csX2" fmla="*/ 778307 w 8106747"/>
                      <a:gd name="csY2" fmla="*/ 0 h 2145268"/>
                      <a:gd name="csX3" fmla="*/ 1494728 w 8106747"/>
                      <a:gd name="csY3" fmla="*/ 0 h 2145268"/>
                      <a:gd name="csX4" fmla="*/ 1989399 w 8106747"/>
                      <a:gd name="csY4" fmla="*/ 0 h 2145268"/>
                      <a:gd name="csX5" fmla="*/ 2336238 w 8106747"/>
                      <a:gd name="csY5" fmla="*/ 0 h 2145268"/>
                      <a:gd name="csX6" fmla="*/ 2756993 w 8106747"/>
                      <a:gd name="csY6" fmla="*/ 0 h 2145268"/>
                      <a:gd name="csX7" fmla="*/ 3399497 w 8106747"/>
                      <a:gd name="csY7" fmla="*/ 0 h 2145268"/>
                      <a:gd name="csX8" fmla="*/ 4042002 w 8106747"/>
                      <a:gd name="csY8" fmla="*/ 0 h 2145268"/>
                      <a:gd name="csX9" fmla="*/ 4388840 w 8106747"/>
                      <a:gd name="csY9" fmla="*/ 0 h 2145268"/>
                      <a:gd name="csX10" fmla="*/ 5031345 w 8106747"/>
                      <a:gd name="csY10" fmla="*/ 0 h 2145268"/>
                      <a:gd name="csX11" fmla="*/ 5747766 w 8106747"/>
                      <a:gd name="csY11" fmla="*/ 0 h 2145268"/>
                      <a:gd name="csX12" fmla="*/ 6242437 w 8106747"/>
                      <a:gd name="csY12" fmla="*/ 0 h 2145268"/>
                      <a:gd name="csX13" fmla="*/ 6737108 w 8106747"/>
                      <a:gd name="csY13" fmla="*/ 0 h 2145268"/>
                      <a:gd name="csX14" fmla="*/ 7083947 w 8106747"/>
                      <a:gd name="csY14" fmla="*/ 0 h 2145268"/>
                      <a:gd name="csX15" fmla="*/ 7749195 w 8106747"/>
                      <a:gd name="csY15" fmla="*/ 0 h 2145268"/>
                      <a:gd name="csX16" fmla="*/ 8106747 w 8106747"/>
                      <a:gd name="csY16" fmla="*/ 357552 h 2145268"/>
                      <a:gd name="csX17" fmla="*/ 8106747 w 8106747"/>
                      <a:gd name="csY17" fmla="*/ 805670 h 2145268"/>
                      <a:gd name="csX18" fmla="*/ 8106747 w 8106747"/>
                      <a:gd name="csY18" fmla="*/ 1282391 h 2145268"/>
                      <a:gd name="csX19" fmla="*/ 8106747 w 8106747"/>
                      <a:gd name="csY19" fmla="*/ 1787716 h 2145268"/>
                      <a:gd name="csX20" fmla="*/ 7749195 w 8106747"/>
                      <a:gd name="csY20" fmla="*/ 2145268 h 2145268"/>
                      <a:gd name="csX21" fmla="*/ 7180607 w 8106747"/>
                      <a:gd name="csY21" fmla="*/ 2145268 h 2145268"/>
                      <a:gd name="csX22" fmla="*/ 6612019 w 8106747"/>
                      <a:gd name="csY22" fmla="*/ 2145268 h 2145268"/>
                      <a:gd name="csX23" fmla="*/ 6191264 w 8106747"/>
                      <a:gd name="csY23" fmla="*/ 2145268 h 2145268"/>
                      <a:gd name="csX24" fmla="*/ 5622676 w 8106747"/>
                      <a:gd name="csY24" fmla="*/ 2145268 h 2145268"/>
                      <a:gd name="csX25" fmla="*/ 5201921 w 8106747"/>
                      <a:gd name="csY25" fmla="*/ 2145268 h 2145268"/>
                      <a:gd name="csX26" fmla="*/ 4559417 w 8106747"/>
                      <a:gd name="csY26" fmla="*/ 2145268 h 2145268"/>
                      <a:gd name="csX27" fmla="*/ 3916912 w 8106747"/>
                      <a:gd name="csY27" fmla="*/ 2145268 h 2145268"/>
                      <a:gd name="csX28" fmla="*/ 3348324 w 8106747"/>
                      <a:gd name="csY28" fmla="*/ 2145268 h 2145268"/>
                      <a:gd name="csX29" fmla="*/ 3001486 w 8106747"/>
                      <a:gd name="csY29" fmla="*/ 2145268 h 2145268"/>
                      <a:gd name="csX30" fmla="*/ 2358981 w 8106747"/>
                      <a:gd name="csY30" fmla="*/ 2145268 h 2145268"/>
                      <a:gd name="csX31" fmla="*/ 1790394 w 8106747"/>
                      <a:gd name="csY31" fmla="*/ 2145268 h 2145268"/>
                      <a:gd name="csX32" fmla="*/ 1221806 w 8106747"/>
                      <a:gd name="csY32" fmla="*/ 2145268 h 2145268"/>
                      <a:gd name="csX33" fmla="*/ 357552 w 8106747"/>
                      <a:gd name="csY33" fmla="*/ 2145268 h 2145268"/>
                      <a:gd name="csX34" fmla="*/ 0 w 8106747"/>
                      <a:gd name="csY34" fmla="*/ 1787716 h 2145268"/>
                      <a:gd name="csX35" fmla="*/ 0 w 8106747"/>
                      <a:gd name="csY35" fmla="*/ 1296693 h 2145268"/>
                      <a:gd name="csX36" fmla="*/ 0 w 8106747"/>
                      <a:gd name="csY36" fmla="*/ 848575 h 2145268"/>
                      <a:gd name="csX37" fmla="*/ 0 w 8106747"/>
                      <a:gd name="csY37" fmla="*/ 357552 h 214526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</a:cxnLst>
                    <a:rect l="l" t="t" r="r" b="b"/>
                    <a:pathLst>
                      <a:path w="8106747" h="2145268" fill="none" extrusionOk="0">
                        <a:moveTo>
                          <a:pt x="0" y="357552"/>
                        </a:moveTo>
                        <a:cubicBezTo>
                          <a:pt x="9546" y="138868"/>
                          <a:pt x="130989" y="25505"/>
                          <a:pt x="357552" y="0"/>
                        </a:cubicBezTo>
                        <a:cubicBezTo>
                          <a:pt x="496112" y="-31939"/>
                          <a:pt x="689859" y="10667"/>
                          <a:pt x="778307" y="0"/>
                        </a:cubicBezTo>
                        <a:cubicBezTo>
                          <a:pt x="866756" y="-10667"/>
                          <a:pt x="1311217" y="49073"/>
                          <a:pt x="1494728" y="0"/>
                        </a:cubicBezTo>
                        <a:cubicBezTo>
                          <a:pt x="1678239" y="-49073"/>
                          <a:pt x="1885134" y="57242"/>
                          <a:pt x="1989399" y="0"/>
                        </a:cubicBezTo>
                        <a:cubicBezTo>
                          <a:pt x="2093664" y="-57242"/>
                          <a:pt x="2239746" y="7759"/>
                          <a:pt x="2336238" y="0"/>
                        </a:cubicBezTo>
                        <a:cubicBezTo>
                          <a:pt x="2432730" y="-7759"/>
                          <a:pt x="2585653" y="45483"/>
                          <a:pt x="2756993" y="0"/>
                        </a:cubicBezTo>
                        <a:cubicBezTo>
                          <a:pt x="2928334" y="-45483"/>
                          <a:pt x="3138006" y="25215"/>
                          <a:pt x="3399497" y="0"/>
                        </a:cubicBezTo>
                        <a:cubicBezTo>
                          <a:pt x="3660988" y="-25215"/>
                          <a:pt x="3733321" y="16495"/>
                          <a:pt x="4042002" y="0"/>
                        </a:cubicBezTo>
                        <a:cubicBezTo>
                          <a:pt x="4350684" y="-16495"/>
                          <a:pt x="4228418" y="21751"/>
                          <a:pt x="4388840" y="0"/>
                        </a:cubicBezTo>
                        <a:cubicBezTo>
                          <a:pt x="4549262" y="-21751"/>
                          <a:pt x="4774361" y="39855"/>
                          <a:pt x="5031345" y="0"/>
                        </a:cubicBezTo>
                        <a:cubicBezTo>
                          <a:pt x="5288330" y="-39855"/>
                          <a:pt x="5592195" y="34885"/>
                          <a:pt x="5747766" y="0"/>
                        </a:cubicBezTo>
                        <a:cubicBezTo>
                          <a:pt x="5903337" y="-34885"/>
                          <a:pt x="6117803" y="48706"/>
                          <a:pt x="6242437" y="0"/>
                        </a:cubicBezTo>
                        <a:cubicBezTo>
                          <a:pt x="6367071" y="-48706"/>
                          <a:pt x="6525171" y="54616"/>
                          <a:pt x="6737108" y="0"/>
                        </a:cubicBezTo>
                        <a:cubicBezTo>
                          <a:pt x="6949045" y="-54616"/>
                          <a:pt x="6918539" y="18089"/>
                          <a:pt x="7083947" y="0"/>
                        </a:cubicBezTo>
                        <a:cubicBezTo>
                          <a:pt x="7249355" y="-18089"/>
                          <a:pt x="7541461" y="820"/>
                          <a:pt x="7749195" y="0"/>
                        </a:cubicBezTo>
                        <a:cubicBezTo>
                          <a:pt x="7941723" y="3531"/>
                          <a:pt x="8124697" y="136890"/>
                          <a:pt x="8106747" y="357552"/>
                        </a:cubicBezTo>
                        <a:cubicBezTo>
                          <a:pt x="8152526" y="548247"/>
                          <a:pt x="8095117" y="657245"/>
                          <a:pt x="8106747" y="805670"/>
                        </a:cubicBezTo>
                        <a:cubicBezTo>
                          <a:pt x="8118377" y="954095"/>
                          <a:pt x="8071132" y="1082472"/>
                          <a:pt x="8106747" y="1282391"/>
                        </a:cubicBezTo>
                        <a:cubicBezTo>
                          <a:pt x="8142362" y="1482310"/>
                          <a:pt x="8051898" y="1618695"/>
                          <a:pt x="8106747" y="1787716"/>
                        </a:cubicBezTo>
                        <a:cubicBezTo>
                          <a:pt x="8122475" y="2029903"/>
                          <a:pt x="7950504" y="2128838"/>
                          <a:pt x="7749195" y="2145268"/>
                        </a:cubicBezTo>
                        <a:cubicBezTo>
                          <a:pt x="7477500" y="2164309"/>
                          <a:pt x="7336071" y="2081208"/>
                          <a:pt x="7180607" y="2145268"/>
                        </a:cubicBezTo>
                        <a:cubicBezTo>
                          <a:pt x="7025143" y="2209328"/>
                          <a:pt x="6844371" y="2083619"/>
                          <a:pt x="6612019" y="2145268"/>
                        </a:cubicBezTo>
                        <a:cubicBezTo>
                          <a:pt x="6379667" y="2206917"/>
                          <a:pt x="6383421" y="2130352"/>
                          <a:pt x="6191264" y="2145268"/>
                        </a:cubicBezTo>
                        <a:cubicBezTo>
                          <a:pt x="5999108" y="2160184"/>
                          <a:pt x="5836661" y="2131099"/>
                          <a:pt x="5622676" y="2145268"/>
                        </a:cubicBezTo>
                        <a:cubicBezTo>
                          <a:pt x="5408691" y="2159437"/>
                          <a:pt x="5318810" y="2098752"/>
                          <a:pt x="5201921" y="2145268"/>
                        </a:cubicBezTo>
                        <a:cubicBezTo>
                          <a:pt x="5085032" y="2191784"/>
                          <a:pt x="4793017" y="2093322"/>
                          <a:pt x="4559417" y="2145268"/>
                        </a:cubicBezTo>
                        <a:cubicBezTo>
                          <a:pt x="4325817" y="2197214"/>
                          <a:pt x="4059376" y="2126094"/>
                          <a:pt x="3916912" y="2145268"/>
                        </a:cubicBezTo>
                        <a:cubicBezTo>
                          <a:pt x="3774448" y="2164442"/>
                          <a:pt x="3547800" y="2138563"/>
                          <a:pt x="3348324" y="2145268"/>
                        </a:cubicBezTo>
                        <a:cubicBezTo>
                          <a:pt x="3148848" y="2151973"/>
                          <a:pt x="3157545" y="2115309"/>
                          <a:pt x="3001486" y="2145268"/>
                        </a:cubicBezTo>
                        <a:cubicBezTo>
                          <a:pt x="2845427" y="2175227"/>
                          <a:pt x="2574569" y="2070742"/>
                          <a:pt x="2358981" y="2145268"/>
                        </a:cubicBezTo>
                        <a:cubicBezTo>
                          <a:pt x="2143393" y="2219794"/>
                          <a:pt x="2035045" y="2108771"/>
                          <a:pt x="1790394" y="2145268"/>
                        </a:cubicBezTo>
                        <a:cubicBezTo>
                          <a:pt x="1545743" y="2181765"/>
                          <a:pt x="1339719" y="2132724"/>
                          <a:pt x="1221806" y="2145268"/>
                        </a:cubicBezTo>
                        <a:cubicBezTo>
                          <a:pt x="1103893" y="2157812"/>
                          <a:pt x="692058" y="2061846"/>
                          <a:pt x="357552" y="2145268"/>
                        </a:cubicBezTo>
                        <a:cubicBezTo>
                          <a:pt x="178223" y="2187653"/>
                          <a:pt x="-48520" y="1993825"/>
                          <a:pt x="0" y="1787716"/>
                        </a:cubicBezTo>
                        <a:cubicBezTo>
                          <a:pt x="-53993" y="1622321"/>
                          <a:pt x="31989" y="1469281"/>
                          <a:pt x="0" y="1296693"/>
                        </a:cubicBezTo>
                        <a:cubicBezTo>
                          <a:pt x="-31989" y="1124105"/>
                          <a:pt x="9198" y="959790"/>
                          <a:pt x="0" y="848575"/>
                        </a:cubicBezTo>
                        <a:cubicBezTo>
                          <a:pt x="-9198" y="737360"/>
                          <a:pt x="45794" y="501696"/>
                          <a:pt x="0" y="357552"/>
                        </a:cubicBezTo>
                        <a:close/>
                      </a:path>
                      <a:path w="8106747" h="2145268" stroke="0" extrusionOk="0">
                        <a:moveTo>
                          <a:pt x="0" y="357552"/>
                        </a:moveTo>
                        <a:cubicBezTo>
                          <a:pt x="-48390" y="157493"/>
                          <a:pt x="164320" y="17095"/>
                          <a:pt x="357552" y="0"/>
                        </a:cubicBezTo>
                        <a:cubicBezTo>
                          <a:pt x="548769" y="-19650"/>
                          <a:pt x="702611" y="314"/>
                          <a:pt x="926140" y="0"/>
                        </a:cubicBezTo>
                        <a:cubicBezTo>
                          <a:pt x="1149669" y="-314"/>
                          <a:pt x="1214759" y="17887"/>
                          <a:pt x="1494728" y="0"/>
                        </a:cubicBezTo>
                        <a:cubicBezTo>
                          <a:pt x="1774697" y="-17887"/>
                          <a:pt x="1718786" y="49675"/>
                          <a:pt x="1915483" y="0"/>
                        </a:cubicBezTo>
                        <a:cubicBezTo>
                          <a:pt x="2112181" y="-49675"/>
                          <a:pt x="2366168" y="56339"/>
                          <a:pt x="2631904" y="0"/>
                        </a:cubicBezTo>
                        <a:cubicBezTo>
                          <a:pt x="2897640" y="-56339"/>
                          <a:pt x="2980639" y="4952"/>
                          <a:pt x="3200492" y="0"/>
                        </a:cubicBezTo>
                        <a:cubicBezTo>
                          <a:pt x="3420345" y="-4952"/>
                          <a:pt x="3460350" y="56740"/>
                          <a:pt x="3695163" y="0"/>
                        </a:cubicBezTo>
                        <a:cubicBezTo>
                          <a:pt x="3929976" y="-56740"/>
                          <a:pt x="4094679" y="5464"/>
                          <a:pt x="4337667" y="0"/>
                        </a:cubicBezTo>
                        <a:cubicBezTo>
                          <a:pt x="4580655" y="-5464"/>
                          <a:pt x="4551941" y="44445"/>
                          <a:pt x="4758423" y="0"/>
                        </a:cubicBezTo>
                        <a:cubicBezTo>
                          <a:pt x="4964905" y="-44445"/>
                          <a:pt x="5300558" y="77753"/>
                          <a:pt x="5474843" y="0"/>
                        </a:cubicBezTo>
                        <a:cubicBezTo>
                          <a:pt x="5649128" y="-77753"/>
                          <a:pt x="5969275" y="63974"/>
                          <a:pt x="6117348" y="0"/>
                        </a:cubicBezTo>
                        <a:cubicBezTo>
                          <a:pt x="6265421" y="-63974"/>
                          <a:pt x="6589917" y="15196"/>
                          <a:pt x="6833768" y="0"/>
                        </a:cubicBezTo>
                        <a:cubicBezTo>
                          <a:pt x="7077619" y="-15196"/>
                          <a:pt x="7447843" y="29745"/>
                          <a:pt x="7749195" y="0"/>
                        </a:cubicBezTo>
                        <a:cubicBezTo>
                          <a:pt x="7904753" y="-40623"/>
                          <a:pt x="8121249" y="180733"/>
                          <a:pt x="8106747" y="357552"/>
                        </a:cubicBezTo>
                        <a:cubicBezTo>
                          <a:pt x="8111279" y="523689"/>
                          <a:pt x="8086054" y="725194"/>
                          <a:pt x="8106747" y="848575"/>
                        </a:cubicBezTo>
                        <a:cubicBezTo>
                          <a:pt x="8127440" y="971956"/>
                          <a:pt x="8099238" y="1102494"/>
                          <a:pt x="8106747" y="1282391"/>
                        </a:cubicBezTo>
                        <a:cubicBezTo>
                          <a:pt x="8114256" y="1462288"/>
                          <a:pt x="8048164" y="1683814"/>
                          <a:pt x="8106747" y="1787716"/>
                        </a:cubicBezTo>
                        <a:cubicBezTo>
                          <a:pt x="8072850" y="1950397"/>
                          <a:pt x="7941291" y="2105065"/>
                          <a:pt x="7749195" y="2145268"/>
                        </a:cubicBezTo>
                        <a:cubicBezTo>
                          <a:pt x="7508279" y="2189565"/>
                          <a:pt x="7245377" y="2108303"/>
                          <a:pt x="7106691" y="2145268"/>
                        </a:cubicBezTo>
                        <a:cubicBezTo>
                          <a:pt x="6968005" y="2182233"/>
                          <a:pt x="6850904" y="2120715"/>
                          <a:pt x="6759852" y="2145268"/>
                        </a:cubicBezTo>
                        <a:cubicBezTo>
                          <a:pt x="6668800" y="2169821"/>
                          <a:pt x="6489843" y="2109670"/>
                          <a:pt x="6339097" y="2145268"/>
                        </a:cubicBezTo>
                        <a:cubicBezTo>
                          <a:pt x="6188351" y="2180866"/>
                          <a:pt x="6152460" y="2131524"/>
                          <a:pt x="5992258" y="2145268"/>
                        </a:cubicBezTo>
                        <a:cubicBezTo>
                          <a:pt x="5832056" y="2159012"/>
                          <a:pt x="5605216" y="2108836"/>
                          <a:pt x="5349754" y="2145268"/>
                        </a:cubicBezTo>
                        <a:cubicBezTo>
                          <a:pt x="5094292" y="2181700"/>
                          <a:pt x="5136710" y="2116175"/>
                          <a:pt x="4928999" y="2145268"/>
                        </a:cubicBezTo>
                        <a:cubicBezTo>
                          <a:pt x="4721288" y="2174361"/>
                          <a:pt x="4563602" y="2128663"/>
                          <a:pt x="4286495" y="2145268"/>
                        </a:cubicBezTo>
                        <a:cubicBezTo>
                          <a:pt x="4009388" y="2161873"/>
                          <a:pt x="3931759" y="2134650"/>
                          <a:pt x="3717907" y="2145268"/>
                        </a:cubicBezTo>
                        <a:cubicBezTo>
                          <a:pt x="3504055" y="2155886"/>
                          <a:pt x="3259693" y="2103256"/>
                          <a:pt x="3075402" y="2145268"/>
                        </a:cubicBezTo>
                        <a:cubicBezTo>
                          <a:pt x="2891111" y="2187280"/>
                          <a:pt x="2737545" y="2109695"/>
                          <a:pt x="2506814" y="2145268"/>
                        </a:cubicBezTo>
                        <a:cubicBezTo>
                          <a:pt x="2276083" y="2180841"/>
                          <a:pt x="2105167" y="2112945"/>
                          <a:pt x="1864310" y="2145268"/>
                        </a:cubicBezTo>
                        <a:cubicBezTo>
                          <a:pt x="1623453" y="2177591"/>
                          <a:pt x="1490265" y="2106510"/>
                          <a:pt x="1147889" y="2145268"/>
                        </a:cubicBezTo>
                        <a:cubicBezTo>
                          <a:pt x="805513" y="2184026"/>
                          <a:pt x="581204" y="2124864"/>
                          <a:pt x="357552" y="2145268"/>
                        </a:cubicBezTo>
                        <a:cubicBezTo>
                          <a:pt x="180560" y="2107313"/>
                          <a:pt x="-28838" y="2036472"/>
                          <a:pt x="0" y="1787716"/>
                        </a:cubicBezTo>
                        <a:cubicBezTo>
                          <a:pt x="-22985" y="1659762"/>
                          <a:pt x="58505" y="1385498"/>
                          <a:pt x="0" y="1282391"/>
                        </a:cubicBezTo>
                        <a:cubicBezTo>
                          <a:pt x="-58505" y="1179285"/>
                          <a:pt x="13940" y="1000488"/>
                          <a:pt x="0" y="819972"/>
                        </a:cubicBezTo>
                        <a:cubicBezTo>
                          <a:pt x="-13940" y="639456"/>
                          <a:pt x="9884" y="552720"/>
                          <a:pt x="0" y="35755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i="1">
                <a:latin typeface="Aptos" panose="020B0004020202020204" pitchFamily="34" charset="0"/>
              </a:rPr>
              <a:t>Domain workflows/rules not captured early → </a:t>
            </a:r>
            <a:r>
              <a:rPr lang="en-GB" sz="2000" b="1" i="1">
                <a:latin typeface="Aptos" panose="020B0004020202020204" pitchFamily="34" charset="0"/>
              </a:rPr>
              <a:t>misunderstandings + rework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i="1">
                <a:latin typeface="Aptos" panose="020B0004020202020204" pitchFamily="34" charset="0"/>
              </a:rPr>
              <a:t>SDLC outputs are fragmented (SRS/SDS/API/UI/code) → </a:t>
            </a:r>
            <a:r>
              <a:rPr lang="en-GB" sz="2000" b="1" i="1">
                <a:latin typeface="Aptos" panose="020B0004020202020204" pitchFamily="34" charset="0"/>
              </a:rPr>
              <a:t>slow reviews + inconsistencies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i="1">
                <a:latin typeface="Aptos" panose="020B0004020202020204" pitchFamily="34" charset="0"/>
              </a:rPr>
              <a:t>Weak approval/traceability in many tools → </a:t>
            </a:r>
            <a:r>
              <a:rPr lang="en-GB" sz="2000" b="1" i="1">
                <a:latin typeface="Aptos" panose="020B0004020202020204" pitchFamily="34" charset="0"/>
              </a:rPr>
              <a:t>low trust in AI-generated artifacts</a:t>
            </a:r>
            <a:endParaRPr lang="en-US" sz="2000" i="1" cap="none" spc="0">
              <a:ln w="0"/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6BA42A3-EEA6-33C5-66E4-0A0D47B357DE}"/>
              </a:ext>
            </a:extLst>
          </p:cNvPr>
          <p:cNvSpPr txBox="1">
            <a:spLocks/>
          </p:cNvSpPr>
          <p:nvPr/>
        </p:nvSpPr>
        <p:spPr>
          <a:xfrm>
            <a:off x="1646853" y="2731134"/>
            <a:ext cx="3432464" cy="531595"/>
          </a:xfrm>
          <a:prstGeom prst="roundRect">
            <a:avLst/>
          </a:prstGeom>
          <a:noFill/>
          <a:ln w="28575">
            <a:solidFill>
              <a:schemeClr val="bg1">
                <a:lumMod val="7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3773247103">
                  <a:custGeom>
                    <a:avLst/>
                    <a:gdLst>
                      <a:gd name="csX0" fmla="*/ 0 w 3432464"/>
                      <a:gd name="csY0" fmla="*/ 0 h 531595"/>
                      <a:gd name="csX1" fmla="*/ 640727 w 3432464"/>
                      <a:gd name="csY1" fmla="*/ 0 h 531595"/>
                      <a:gd name="csX2" fmla="*/ 1109830 w 3432464"/>
                      <a:gd name="csY2" fmla="*/ 0 h 531595"/>
                      <a:gd name="csX3" fmla="*/ 1578933 w 3432464"/>
                      <a:gd name="csY3" fmla="*/ 0 h 531595"/>
                      <a:gd name="csX4" fmla="*/ 2219660 w 3432464"/>
                      <a:gd name="csY4" fmla="*/ 0 h 531595"/>
                      <a:gd name="csX5" fmla="*/ 2791737 w 3432464"/>
                      <a:gd name="csY5" fmla="*/ 0 h 531595"/>
                      <a:gd name="csX6" fmla="*/ 3432464 w 3432464"/>
                      <a:gd name="csY6" fmla="*/ 0 h 531595"/>
                      <a:gd name="csX7" fmla="*/ 3432464 w 3432464"/>
                      <a:gd name="csY7" fmla="*/ 531595 h 531595"/>
                      <a:gd name="csX8" fmla="*/ 2791737 w 3432464"/>
                      <a:gd name="csY8" fmla="*/ 531595 h 531595"/>
                      <a:gd name="csX9" fmla="*/ 2219660 w 3432464"/>
                      <a:gd name="csY9" fmla="*/ 531595 h 531595"/>
                      <a:gd name="csX10" fmla="*/ 1578933 w 3432464"/>
                      <a:gd name="csY10" fmla="*/ 531595 h 531595"/>
                      <a:gd name="csX11" fmla="*/ 1109830 w 3432464"/>
                      <a:gd name="csY11" fmla="*/ 531595 h 531595"/>
                      <a:gd name="csX12" fmla="*/ 572077 w 3432464"/>
                      <a:gd name="csY12" fmla="*/ 531595 h 531595"/>
                      <a:gd name="csX13" fmla="*/ 0 w 3432464"/>
                      <a:gd name="csY13" fmla="*/ 531595 h 531595"/>
                      <a:gd name="csX14" fmla="*/ 0 w 3432464"/>
                      <a:gd name="csY14" fmla="*/ 0 h 53159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3432464" h="531595" extrusionOk="0">
                        <a:moveTo>
                          <a:pt x="0" y="0"/>
                        </a:moveTo>
                        <a:cubicBezTo>
                          <a:pt x="317494" y="-42052"/>
                          <a:pt x="341571" y="33469"/>
                          <a:pt x="640727" y="0"/>
                        </a:cubicBezTo>
                        <a:cubicBezTo>
                          <a:pt x="939883" y="-33469"/>
                          <a:pt x="941545" y="11861"/>
                          <a:pt x="1109830" y="0"/>
                        </a:cubicBezTo>
                        <a:cubicBezTo>
                          <a:pt x="1278115" y="-11861"/>
                          <a:pt x="1445935" y="4871"/>
                          <a:pt x="1578933" y="0"/>
                        </a:cubicBezTo>
                        <a:cubicBezTo>
                          <a:pt x="1711931" y="-4871"/>
                          <a:pt x="2073945" y="30318"/>
                          <a:pt x="2219660" y="0"/>
                        </a:cubicBezTo>
                        <a:cubicBezTo>
                          <a:pt x="2365375" y="-30318"/>
                          <a:pt x="2657237" y="55175"/>
                          <a:pt x="2791737" y="0"/>
                        </a:cubicBezTo>
                        <a:cubicBezTo>
                          <a:pt x="2926237" y="-55175"/>
                          <a:pt x="3303616" y="32636"/>
                          <a:pt x="3432464" y="0"/>
                        </a:cubicBezTo>
                        <a:cubicBezTo>
                          <a:pt x="3472867" y="165178"/>
                          <a:pt x="3385654" y="285025"/>
                          <a:pt x="3432464" y="531595"/>
                        </a:cubicBezTo>
                        <a:cubicBezTo>
                          <a:pt x="3185718" y="606407"/>
                          <a:pt x="2964633" y="492176"/>
                          <a:pt x="2791737" y="531595"/>
                        </a:cubicBezTo>
                        <a:cubicBezTo>
                          <a:pt x="2618841" y="571014"/>
                          <a:pt x="2449408" y="522809"/>
                          <a:pt x="2219660" y="531595"/>
                        </a:cubicBezTo>
                        <a:cubicBezTo>
                          <a:pt x="1989912" y="540381"/>
                          <a:pt x="1857007" y="515838"/>
                          <a:pt x="1578933" y="531595"/>
                        </a:cubicBezTo>
                        <a:cubicBezTo>
                          <a:pt x="1300859" y="547352"/>
                          <a:pt x="1321533" y="510969"/>
                          <a:pt x="1109830" y="531595"/>
                        </a:cubicBezTo>
                        <a:cubicBezTo>
                          <a:pt x="898127" y="552221"/>
                          <a:pt x="709921" y="504467"/>
                          <a:pt x="572077" y="531595"/>
                        </a:cubicBezTo>
                        <a:cubicBezTo>
                          <a:pt x="434233" y="558723"/>
                          <a:pt x="283507" y="505368"/>
                          <a:pt x="0" y="531595"/>
                        </a:cubicBezTo>
                        <a:cubicBezTo>
                          <a:pt x="-13824" y="383066"/>
                          <a:pt x="53379" y="1528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b="1" i="1">
                <a:solidFill>
                  <a:schemeClr val="tx1"/>
                </a:solidFill>
                <a:latin typeface="Aptos" panose="020B0004020202020204" pitchFamily="34" charset="0"/>
              </a:rPr>
              <a:t>Impact on users</a:t>
            </a:r>
            <a:endParaRPr lang="en-US" sz="2800" b="1" i="1">
              <a:ln w="0"/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9EAEFD29-48A6-B50B-C384-94DB15DED0E0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5079317" y="2996932"/>
            <a:ext cx="430232" cy="598340"/>
          </a:xfrm>
          <a:prstGeom prst="curvedConnector2">
            <a:avLst/>
          </a:prstGeom>
          <a:ln w="28575"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6655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5FD0E-DCB5-E677-CE12-7695136D4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0C52D8-C771-5D91-6FE1-132D1FD17445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R26-SE-033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AC008B-245D-6973-BF1B-7FF35DAFE9C1}"/>
              </a:ext>
            </a:extLst>
          </p:cNvPr>
          <p:cNvSpPr/>
          <p:nvPr/>
        </p:nvSpPr>
        <p:spPr>
          <a:xfrm>
            <a:off x="1770360" y="1003938"/>
            <a:ext cx="913089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3600" b="1" i="1">
                <a:latin typeface="Aptos" panose="020B0004020202020204" pitchFamily="34" charset="0"/>
              </a:rPr>
              <a:t>Impact of the Problem For Users &amp; Society</a:t>
            </a:r>
            <a:endParaRPr lang="en-US" sz="3600" b="1" i="1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pic>
        <p:nvPicPr>
          <p:cNvPr id="5" name="Graphic 4" descr="Woman holding a laptop">
            <a:extLst>
              <a:ext uri="{FF2B5EF4-FFF2-40B4-BE49-F238E27FC236}">
                <a16:creationId xmlns:a16="http://schemas.microsoft.com/office/drawing/2014/main" id="{89F586BC-2C90-FE05-1169-6037D0F091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0154" y="745394"/>
            <a:ext cx="1781175" cy="180975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D67668B-490D-EA63-0EE3-EFDB9C024074}"/>
              </a:ext>
            </a:extLst>
          </p:cNvPr>
          <p:cNvSpPr/>
          <p:nvPr/>
        </p:nvSpPr>
        <p:spPr>
          <a:xfrm>
            <a:off x="1646853" y="3624355"/>
            <a:ext cx="8106747" cy="1464231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3280232304">
                  <a:custGeom>
                    <a:avLst/>
                    <a:gdLst>
                      <a:gd name="csX0" fmla="*/ 0 w 8106747"/>
                      <a:gd name="csY0" fmla="*/ 0 h 1323439"/>
                      <a:gd name="csX1" fmla="*/ 416918 w 8106747"/>
                      <a:gd name="csY1" fmla="*/ 0 h 1323439"/>
                      <a:gd name="csX2" fmla="*/ 833837 w 8106747"/>
                      <a:gd name="csY2" fmla="*/ 0 h 1323439"/>
                      <a:gd name="csX3" fmla="*/ 1575025 w 8106747"/>
                      <a:gd name="csY3" fmla="*/ 0 h 1323439"/>
                      <a:gd name="csX4" fmla="*/ 2316213 w 8106747"/>
                      <a:gd name="csY4" fmla="*/ 0 h 1323439"/>
                      <a:gd name="csX5" fmla="*/ 3057402 w 8106747"/>
                      <a:gd name="csY5" fmla="*/ 0 h 1323439"/>
                      <a:gd name="csX6" fmla="*/ 3474320 w 8106747"/>
                      <a:gd name="csY6" fmla="*/ 0 h 1323439"/>
                      <a:gd name="csX7" fmla="*/ 4053374 w 8106747"/>
                      <a:gd name="csY7" fmla="*/ 0 h 1323439"/>
                      <a:gd name="csX8" fmla="*/ 4470292 w 8106747"/>
                      <a:gd name="csY8" fmla="*/ 0 h 1323439"/>
                      <a:gd name="csX9" fmla="*/ 5130413 w 8106747"/>
                      <a:gd name="csY9" fmla="*/ 0 h 1323439"/>
                      <a:gd name="csX10" fmla="*/ 5547331 w 8106747"/>
                      <a:gd name="csY10" fmla="*/ 0 h 1323439"/>
                      <a:gd name="csX11" fmla="*/ 6288519 w 8106747"/>
                      <a:gd name="csY11" fmla="*/ 0 h 1323439"/>
                      <a:gd name="csX12" fmla="*/ 7029708 w 8106747"/>
                      <a:gd name="csY12" fmla="*/ 0 h 1323439"/>
                      <a:gd name="csX13" fmla="*/ 8106747 w 8106747"/>
                      <a:gd name="csY13" fmla="*/ 0 h 1323439"/>
                      <a:gd name="csX14" fmla="*/ 8106747 w 8106747"/>
                      <a:gd name="csY14" fmla="*/ 414678 h 1323439"/>
                      <a:gd name="csX15" fmla="*/ 8106747 w 8106747"/>
                      <a:gd name="csY15" fmla="*/ 882293 h 1323439"/>
                      <a:gd name="csX16" fmla="*/ 8106747 w 8106747"/>
                      <a:gd name="csY16" fmla="*/ 1323439 h 1323439"/>
                      <a:gd name="csX17" fmla="*/ 7365559 w 8106747"/>
                      <a:gd name="csY17" fmla="*/ 1323439 h 1323439"/>
                      <a:gd name="csX18" fmla="*/ 7029708 w 8106747"/>
                      <a:gd name="csY18" fmla="*/ 1323439 h 1323439"/>
                      <a:gd name="csX19" fmla="*/ 6531722 w 8106747"/>
                      <a:gd name="csY19" fmla="*/ 1323439 h 1323439"/>
                      <a:gd name="csX20" fmla="*/ 6195871 w 8106747"/>
                      <a:gd name="csY20" fmla="*/ 1323439 h 1323439"/>
                      <a:gd name="csX21" fmla="*/ 5697885 w 8106747"/>
                      <a:gd name="csY21" fmla="*/ 1323439 h 1323439"/>
                      <a:gd name="csX22" fmla="*/ 5037764 w 8106747"/>
                      <a:gd name="csY22" fmla="*/ 1323439 h 1323439"/>
                      <a:gd name="csX23" fmla="*/ 4701913 w 8106747"/>
                      <a:gd name="csY23" fmla="*/ 1323439 h 1323439"/>
                      <a:gd name="csX24" fmla="*/ 4122860 w 8106747"/>
                      <a:gd name="csY24" fmla="*/ 1323439 h 1323439"/>
                      <a:gd name="csX25" fmla="*/ 3705941 w 8106747"/>
                      <a:gd name="csY25" fmla="*/ 1323439 h 1323439"/>
                      <a:gd name="csX26" fmla="*/ 2964753 w 8106747"/>
                      <a:gd name="csY26" fmla="*/ 1323439 h 1323439"/>
                      <a:gd name="csX27" fmla="*/ 2385700 w 8106747"/>
                      <a:gd name="csY27" fmla="*/ 1323439 h 1323439"/>
                      <a:gd name="csX28" fmla="*/ 1968781 w 8106747"/>
                      <a:gd name="csY28" fmla="*/ 1323439 h 1323439"/>
                      <a:gd name="csX29" fmla="*/ 1470796 w 8106747"/>
                      <a:gd name="csY29" fmla="*/ 1323439 h 1323439"/>
                      <a:gd name="csX30" fmla="*/ 1053877 w 8106747"/>
                      <a:gd name="csY30" fmla="*/ 1323439 h 1323439"/>
                      <a:gd name="csX31" fmla="*/ 0 w 8106747"/>
                      <a:gd name="csY31" fmla="*/ 1323439 h 1323439"/>
                      <a:gd name="csX32" fmla="*/ 0 w 8106747"/>
                      <a:gd name="csY32" fmla="*/ 921996 h 1323439"/>
                      <a:gd name="csX33" fmla="*/ 0 w 8106747"/>
                      <a:gd name="csY33" fmla="*/ 454381 h 1323439"/>
                      <a:gd name="csX34" fmla="*/ 0 w 8106747"/>
                      <a:gd name="csY34" fmla="*/ 0 h 132343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</a:cxnLst>
                    <a:rect l="l" t="t" r="r" b="b"/>
                    <a:pathLst>
                      <a:path w="8106747" h="1323439" fill="none" extrusionOk="0">
                        <a:moveTo>
                          <a:pt x="0" y="0"/>
                        </a:moveTo>
                        <a:cubicBezTo>
                          <a:pt x="169277" y="-10161"/>
                          <a:pt x="212965" y="24626"/>
                          <a:pt x="416918" y="0"/>
                        </a:cubicBezTo>
                        <a:cubicBezTo>
                          <a:pt x="620871" y="-24626"/>
                          <a:pt x="701113" y="976"/>
                          <a:pt x="833837" y="0"/>
                        </a:cubicBezTo>
                        <a:cubicBezTo>
                          <a:pt x="966561" y="-976"/>
                          <a:pt x="1387213" y="73529"/>
                          <a:pt x="1575025" y="0"/>
                        </a:cubicBezTo>
                        <a:cubicBezTo>
                          <a:pt x="1762837" y="-73529"/>
                          <a:pt x="2024696" y="83946"/>
                          <a:pt x="2316213" y="0"/>
                        </a:cubicBezTo>
                        <a:cubicBezTo>
                          <a:pt x="2607730" y="-83946"/>
                          <a:pt x="2727415" y="83532"/>
                          <a:pt x="3057402" y="0"/>
                        </a:cubicBezTo>
                        <a:cubicBezTo>
                          <a:pt x="3387389" y="-83532"/>
                          <a:pt x="3377551" y="31909"/>
                          <a:pt x="3474320" y="0"/>
                        </a:cubicBezTo>
                        <a:cubicBezTo>
                          <a:pt x="3571089" y="-31909"/>
                          <a:pt x="3823003" y="377"/>
                          <a:pt x="4053374" y="0"/>
                        </a:cubicBezTo>
                        <a:cubicBezTo>
                          <a:pt x="4283745" y="-377"/>
                          <a:pt x="4272992" y="14849"/>
                          <a:pt x="4470292" y="0"/>
                        </a:cubicBezTo>
                        <a:cubicBezTo>
                          <a:pt x="4667592" y="-14849"/>
                          <a:pt x="4941146" y="17425"/>
                          <a:pt x="5130413" y="0"/>
                        </a:cubicBezTo>
                        <a:cubicBezTo>
                          <a:pt x="5319680" y="-17425"/>
                          <a:pt x="5418390" y="31199"/>
                          <a:pt x="5547331" y="0"/>
                        </a:cubicBezTo>
                        <a:cubicBezTo>
                          <a:pt x="5676272" y="-31199"/>
                          <a:pt x="6099913" y="28791"/>
                          <a:pt x="6288519" y="0"/>
                        </a:cubicBezTo>
                        <a:cubicBezTo>
                          <a:pt x="6477125" y="-28791"/>
                          <a:pt x="6733259" y="47768"/>
                          <a:pt x="7029708" y="0"/>
                        </a:cubicBezTo>
                        <a:cubicBezTo>
                          <a:pt x="7326157" y="-47768"/>
                          <a:pt x="7709365" y="62240"/>
                          <a:pt x="8106747" y="0"/>
                        </a:cubicBezTo>
                        <a:cubicBezTo>
                          <a:pt x="8124892" y="173018"/>
                          <a:pt x="8099873" y="223242"/>
                          <a:pt x="8106747" y="414678"/>
                        </a:cubicBezTo>
                        <a:cubicBezTo>
                          <a:pt x="8113621" y="606114"/>
                          <a:pt x="8082021" y="762793"/>
                          <a:pt x="8106747" y="882293"/>
                        </a:cubicBezTo>
                        <a:cubicBezTo>
                          <a:pt x="8131473" y="1001794"/>
                          <a:pt x="8091957" y="1192437"/>
                          <a:pt x="8106747" y="1323439"/>
                        </a:cubicBezTo>
                        <a:cubicBezTo>
                          <a:pt x="7808965" y="1356391"/>
                          <a:pt x="7519607" y="1306492"/>
                          <a:pt x="7365559" y="1323439"/>
                        </a:cubicBezTo>
                        <a:cubicBezTo>
                          <a:pt x="7211511" y="1340386"/>
                          <a:pt x="7163215" y="1307345"/>
                          <a:pt x="7029708" y="1323439"/>
                        </a:cubicBezTo>
                        <a:cubicBezTo>
                          <a:pt x="6896201" y="1339533"/>
                          <a:pt x="6640636" y="1322572"/>
                          <a:pt x="6531722" y="1323439"/>
                        </a:cubicBezTo>
                        <a:cubicBezTo>
                          <a:pt x="6422808" y="1324306"/>
                          <a:pt x="6342027" y="1313812"/>
                          <a:pt x="6195871" y="1323439"/>
                        </a:cubicBezTo>
                        <a:cubicBezTo>
                          <a:pt x="6049715" y="1333066"/>
                          <a:pt x="5887074" y="1317306"/>
                          <a:pt x="5697885" y="1323439"/>
                        </a:cubicBezTo>
                        <a:cubicBezTo>
                          <a:pt x="5508696" y="1329572"/>
                          <a:pt x="5250842" y="1289552"/>
                          <a:pt x="5037764" y="1323439"/>
                        </a:cubicBezTo>
                        <a:cubicBezTo>
                          <a:pt x="4824686" y="1357326"/>
                          <a:pt x="4827013" y="1297023"/>
                          <a:pt x="4701913" y="1323439"/>
                        </a:cubicBezTo>
                        <a:cubicBezTo>
                          <a:pt x="4576813" y="1349855"/>
                          <a:pt x="4367972" y="1323366"/>
                          <a:pt x="4122860" y="1323439"/>
                        </a:cubicBezTo>
                        <a:cubicBezTo>
                          <a:pt x="3877748" y="1323512"/>
                          <a:pt x="3863942" y="1308204"/>
                          <a:pt x="3705941" y="1323439"/>
                        </a:cubicBezTo>
                        <a:cubicBezTo>
                          <a:pt x="3547940" y="1338674"/>
                          <a:pt x="3285768" y="1245134"/>
                          <a:pt x="2964753" y="1323439"/>
                        </a:cubicBezTo>
                        <a:cubicBezTo>
                          <a:pt x="2643738" y="1401744"/>
                          <a:pt x="2645235" y="1280996"/>
                          <a:pt x="2385700" y="1323439"/>
                        </a:cubicBezTo>
                        <a:cubicBezTo>
                          <a:pt x="2126165" y="1365882"/>
                          <a:pt x="2052322" y="1283355"/>
                          <a:pt x="1968781" y="1323439"/>
                        </a:cubicBezTo>
                        <a:cubicBezTo>
                          <a:pt x="1885240" y="1363523"/>
                          <a:pt x="1662993" y="1279817"/>
                          <a:pt x="1470796" y="1323439"/>
                        </a:cubicBezTo>
                        <a:cubicBezTo>
                          <a:pt x="1278600" y="1367061"/>
                          <a:pt x="1216349" y="1290058"/>
                          <a:pt x="1053877" y="1323439"/>
                        </a:cubicBezTo>
                        <a:cubicBezTo>
                          <a:pt x="891405" y="1356820"/>
                          <a:pt x="381406" y="1219421"/>
                          <a:pt x="0" y="1323439"/>
                        </a:cubicBezTo>
                        <a:cubicBezTo>
                          <a:pt x="-9273" y="1196873"/>
                          <a:pt x="5171" y="1015745"/>
                          <a:pt x="0" y="921996"/>
                        </a:cubicBezTo>
                        <a:cubicBezTo>
                          <a:pt x="-5171" y="828247"/>
                          <a:pt x="11068" y="632519"/>
                          <a:pt x="0" y="454381"/>
                        </a:cubicBezTo>
                        <a:cubicBezTo>
                          <a:pt x="-11068" y="276243"/>
                          <a:pt x="35280" y="143228"/>
                          <a:pt x="0" y="0"/>
                        </a:cubicBezTo>
                        <a:close/>
                      </a:path>
                      <a:path w="8106747" h="1323439" stroke="0" extrusionOk="0">
                        <a:moveTo>
                          <a:pt x="0" y="0"/>
                        </a:moveTo>
                        <a:cubicBezTo>
                          <a:pt x="149880" y="-47121"/>
                          <a:pt x="300396" y="14667"/>
                          <a:pt x="579053" y="0"/>
                        </a:cubicBezTo>
                        <a:cubicBezTo>
                          <a:pt x="857710" y="-14667"/>
                          <a:pt x="883009" y="25256"/>
                          <a:pt x="995972" y="0"/>
                        </a:cubicBezTo>
                        <a:cubicBezTo>
                          <a:pt x="1108935" y="-25256"/>
                          <a:pt x="1235931" y="27684"/>
                          <a:pt x="1331823" y="0"/>
                        </a:cubicBezTo>
                        <a:cubicBezTo>
                          <a:pt x="1427715" y="-27684"/>
                          <a:pt x="1639179" y="53061"/>
                          <a:pt x="1910876" y="0"/>
                        </a:cubicBezTo>
                        <a:cubicBezTo>
                          <a:pt x="2182573" y="-53061"/>
                          <a:pt x="2357094" y="51408"/>
                          <a:pt x="2652064" y="0"/>
                        </a:cubicBezTo>
                        <a:cubicBezTo>
                          <a:pt x="2947034" y="-51408"/>
                          <a:pt x="3156947" y="69034"/>
                          <a:pt x="3312185" y="0"/>
                        </a:cubicBezTo>
                        <a:cubicBezTo>
                          <a:pt x="3467423" y="-69034"/>
                          <a:pt x="3486763" y="483"/>
                          <a:pt x="3648036" y="0"/>
                        </a:cubicBezTo>
                        <a:cubicBezTo>
                          <a:pt x="3809309" y="-483"/>
                          <a:pt x="4008103" y="34630"/>
                          <a:pt x="4146022" y="0"/>
                        </a:cubicBezTo>
                        <a:cubicBezTo>
                          <a:pt x="4283941" y="-34630"/>
                          <a:pt x="4492518" y="39317"/>
                          <a:pt x="4644008" y="0"/>
                        </a:cubicBezTo>
                        <a:cubicBezTo>
                          <a:pt x="4795498" y="-39317"/>
                          <a:pt x="5098648" y="28473"/>
                          <a:pt x="5304129" y="0"/>
                        </a:cubicBezTo>
                        <a:cubicBezTo>
                          <a:pt x="5509610" y="-28473"/>
                          <a:pt x="5566851" y="7052"/>
                          <a:pt x="5639980" y="0"/>
                        </a:cubicBezTo>
                        <a:cubicBezTo>
                          <a:pt x="5713109" y="-7052"/>
                          <a:pt x="6217722" y="45480"/>
                          <a:pt x="6381168" y="0"/>
                        </a:cubicBezTo>
                        <a:cubicBezTo>
                          <a:pt x="6544614" y="-45480"/>
                          <a:pt x="6949063" y="51753"/>
                          <a:pt x="7122356" y="0"/>
                        </a:cubicBezTo>
                        <a:cubicBezTo>
                          <a:pt x="7295649" y="-51753"/>
                          <a:pt x="7387256" y="15688"/>
                          <a:pt x="7539275" y="0"/>
                        </a:cubicBezTo>
                        <a:cubicBezTo>
                          <a:pt x="7691294" y="-15688"/>
                          <a:pt x="7984267" y="16488"/>
                          <a:pt x="8106747" y="0"/>
                        </a:cubicBezTo>
                        <a:cubicBezTo>
                          <a:pt x="8134103" y="101104"/>
                          <a:pt x="8084662" y="211904"/>
                          <a:pt x="8106747" y="401443"/>
                        </a:cubicBezTo>
                        <a:cubicBezTo>
                          <a:pt x="8128832" y="590982"/>
                          <a:pt x="8077521" y="758620"/>
                          <a:pt x="8106747" y="855824"/>
                        </a:cubicBezTo>
                        <a:cubicBezTo>
                          <a:pt x="8135973" y="953028"/>
                          <a:pt x="8074224" y="1125444"/>
                          <a:pt x="8106747" y="1323439"/>
                        </a:cubicBezTo>
                        <a:cubicBezTo>
                          <a:pt x="7901000" y="1344644"/>
                          <a:pt x="7884773" y="1309001"/>
                          <a:pt x="7689829" y="1323439"/>
                        </a:cubicBezTo>
                        <a:cubicBezTo>
                          <a:pt x="7494885" y="1337877"/>
                          <a:pt x="7370359" y="1313630"/>
                          <a:pt x="7272910" y="1323439"/>
                        </a:cubicBezTo>
                        <a:cubicBezTo>
                          <a:pt x="7175461" y="1333248"/>
                          <a:pt x="7070264" y="1296121"/>
                          <a:pt x="6937059" y="1323439"/>
                        </a:cubicBezTo>
                        <a:cubicBezTo>
                          <a:pt x="6803854" y="1350757"/>
                          <a:pt x="6661560" y="1282374"/>
                          <a:pt x="6520141" y="1323439"/>
                        </a:cubicBezTo>
                        <a:cubicBezTo>
                          <a:pt x="6378722" y="1364504"/>
                          <a:pt x="6273617" y="1294339"/>
                          <a:pt x="6184290" y="1323439"/>
                        </a:cubicBezTo>
                        <a:cubicBezTo>
                          <a:pt x="6094963" y="1352539"/>
                          <a:pt x="5790420" y="1245821"/>
                          <a:pt x="5524169" y="1323439"/>
                        </a:cubicBezTo>
                        <a:cubicBezTo>
                          <a:pt x="5257918" y="1401057"/>
                          <a:pt x="5226109" y="1321846"/>
                          <a:pt x="5107251" y="1323439"/>
                        </a:cubicBezTo>
                        <a:cubicBezTo>
                          <a:pt x="4988393" y="1325032"/>
                          <a:pt x="4649493" y="1252894"/>
                          <a:pt x="4447130" y="1323439"/>
                        </a:cubicBezTo>
                        <a:cubicBezTo>
                          <a:pt x="4244767" y="1393984"/>
                          <a:pt x="3994499" y="1262068"/>
                          <a:pt x="3868076" y="1323439"/>
                        </a:cubicBezTo>
                        <a:cubicBezTo>
                          <a:pt x="3741653" y="1384810"/>
                          <a:pt x="3389220" y="1278245"/>
                          <a:pt x="3207956" y="1323439"/>
                        </a:cubicBezTo>
                        <a:cubicBezTo>
                          <a:pt x="3026692" y="1368633"/>
                          <a:pt x="2871690" y="1320957"/>
                          <a:pt x="2628902" y="1323439"/>
                        </a:cubicBezTo>
                        <a:cubicBezTo>
                          <a:pt x="2386114" y="1325921"/>
                          <a:pt x="2123651" y="1256477"/>
                          <a:pt x="1968781" y="1323439"/>
                        </a:cubicBezTo>
                        <a:cubicBezTo>
                          <a:pt x="1813911" y="1390401"/>
                          <a:pt x="1418117" y="1318084"/>
                          <a:pt x="1227593" y="1323439"/>
                        </a:cubicBezTo>
                        <a:cubicBezTo>
                          <a:pt x="1037069" y="1328794"/>
                          <a:pt x="821284" y="1287339"/>
                          <a:pt x="567472" y="1323439"/>
                        </a:cubicBezTo>
                        <a:cubicBezTo>
                          <a:pt x="313660" y="1359539"/>
                          <a:pt x="222943" y="1302222"/>
                          <a:pt x="0" y="1323439"/>
                        </a:cubicBezTo>
                        <a:cubicBezTo>
                          <a:pt x="-14697" y="1121807"/>
                          <a:pt x="52183" y="995686"/>
                          <a:pt x="0" y="855824"/>
                        </a:cubicBezTo>
                        <a:cubicBezTo>
                          <a:pt x="-52183" y="715962"/>
                          <a:pt x="44967" y="615254"/>
                          <a:pt x="0" y="427912"/>
                        </a:cubicBezTo>
                        <a:cubicBezTo>
                          <a:pt x="-44967" y="240570"/>
                          <a:pt x="31363" y="11761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i="1">
                <a:latin typeface="Aptos" panose="020B0004020202020204" pitchFamily="34" charset="0"/>
              </a:rPr>
              <a:t>Inconsistent requirements-to-implementation → </a:t>
            </a:r>
            <a:r>
              <a:rPr lang="en-GB" sz="2000" b="1" i="1">
                <a:latin typeface="Aptos" panose="020B0004020202020204" pitchFamily="34" charset="0"/>
              </a:rPr>
              <a:t>more reliability &amp; security risks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i="1">
                <a:latin typeface="Aptos" panose="020B0004020202020204" pitchFamily="34" charset="0"/>
              </a:rPr>
              <a:t>Rework and manual coordination waste time → </a:t>
            </a:r>
            <a:r>
              <a:rPr lang="en-GB" sz="2000" b="1" i="1">
                <a:latin typeface="Aptos" panose="020B0004020202020204" pitchFamily="34" charset="0"/>
              </a:rPr>
              <a:t>lower productivity and slower innovation</a:t>
            </a:r>
            <a:endParaRPr lang="en-US" sz="2000" i="1" cap="none" spc="0">
              <a:ln w="0"/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E65C34B-C317-9AD0-BC57-701D29936CF7}"/>
              </a:ext>
            </a:extLst>
          </p:cNvPr>
          <p:cNvSpPr txBox="1">
            <a:spLocks/>
          </p:cNvSpPr>
          <p:nvPr/>
        </p:nvSpPr>
        <p:spPr>
          <a:xfrm>
            <a:off x="1646853" y="2656414"/>
            <a:ext cx="3432464" cy="531595"/>
          </a:xfrm>
          <a:prstGeom prst="roundRect">
            <a:avLst/>
          </a:prstGeom>
          <a:noFill/>
          <a:ln w="28575">
            <a:solidFill>
              <a:schemeClr val="bg1">
                <a:lumMod val="7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3773247103">
                  <a:custGeom>
                    <a:avLst/>
                    <a:gdLst>
                      <a:gd name="csX0" fmla="*/ 0 w 3432464"/>
                      <a:gd name="csY0" fmla="*/ 0 h 531595"/>
                      <a:gd name="csX1" fmla="*/ 640727 w 3432464"/>
                      <a:gd name="csY1" fmla="*/ 0 h 531595"/>
                      <a:gd name="csX2" fmla="*/ 1109830 w 3432464"/>
                      <a:gd name="csY2" fmla="*/ 0 h 531595"/>
                      <a:gd name="csX3" fmla="*/ 1578933 w 3432464"/>
                      <a:gd name="csY3" fmla="*/ 0 h 531595"/>
                      <a:gd name="csX4" fmla="*/ 2219660 w 3432464"/>
                      <a:gd name="csY4" fmla="*/ 0 h 531595"/>
                      <a:gd name="csX5" fmla="*/ 2791737 w 3432464"/>
                      <a:gd name="csY5" fmla="*/ 0 h 531595"/>
                      <a:gd name="csX6" fmla="*/ 3432464 w 3432464"/>
                      <a:gd name="csY6" fmla="*/ 0 h 531595"/>
                      <a:gd name="csX7" fmla="*/ 3432464 w 3432464"/>
                      <a:gd name="csY7" fmla="*/ 531595 h 531595"/>
                      <a:gd name="csX8" fmla="*/ 2791737 w 3432464"/>
                      <a:gd name="csY8" fmla="*/ 531595 h 531595"/>
                      <a:gd name="csX9" fmla="*/ 2219660 w 3432464"/>
                      <a:gd name="csY9" fmla="*/ 531595 h 531595"/>
                      <a:gd name="csX10" fmla="*/ 1578933 w 3432464"/>
                      <a:gd name="csY10" fmla="*/ 531595 h 531595"/>
                      <a:gd name="csX11" fmla="*/ 1109830 w 3432464"/>
                      <a:gd name="csY11" fmla="*/ 531595 h 531595"/>
                      <a:gd name="csX12" fmla="*/ 572077 w 3432464"/>
                      <a:gd name="csY12" fmla="*/ 531595 h 531595"/>
                      <a:gd name="csX13" fmla="*/ 0 w 3432464"/>
                      <a:gd name="csY13" fmla="*/ 531595 h 531595"/>
                      <a:gd name="csX14" fmla="*/ 0 w 3432464"/>
                      <a:gd name="csY14" fmla="*/ 0 h 53159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3432464" h="531595" extrusionOk="0">
                        <a:moveTo>
                          <a:pt x="0" y="0"/>
                        </a:moveTo>
                        <a:cubicBezTo>
                          <a:pt x="317494" y="-42052"/>
                          <a:pt x="341571" y="33469"/>
                          <a:pt x="640727" y="0"/>
                        </a:cubicBezTo>
                        <a:cubicBezTo>
                          <a:pt x="939883" y="-33469"/>
                          <a:pt x="941545" y="11861"/>
                          <a:pt x="1109830" y="0"/>
                        </a:cubicBezTo>
                        <a:cubicBezTo>
                          <a:pt x="1278115" y="-11861"/>
                          <a:pt x="1445935" y="4871"/>
                          <a:pt x="1578933" y="0"/>
                        </a:cubicBezTo>
                        <a:cubicBezTo>
                          <a:pt x="1711931" y="-4871"/>
                          <a:pt x="2073945" y="30318"/>
                          <a:pt x="2219660" y="0"/>
                        </a:cubicBezTo>
                        <a:cubicBezTo>
                          <a:pt x="2365375" y="-30318"/>
                          <a:pt x="2657237" y="55175"/>
                          <a:pt x="2791737" y="0"/>
                        </a:cubicBezTo>
                        <a:cubicBezTo>
                          <a:pt x="2926237" y="-55175"/>
                          <a:pt x="3303616" y="32636"/>
                          <a:pt x="3432464" y="0"/>
                        </a:cubicBezTo>
                        <a:cubicBezTo>
                          <a:pt x="3472867" y="165178"/>
                          <a:pt x="3385654" y="285025"/>
                          <a:pt x="3432464" y="531595"/>
                        </a:cubicBezTo>
                        <a:cubicBezTo>
                          <a:pt x="3185718" y="606407"/>
                          <a:pt x="2964633" y="492176"/>
                          <a:pt x="2791737" y="531595"/>
                        </a:cubicBezTo>
                        <a:cubicBezTo>
                          <a:pt x="2618841" y="571014"/>
                          <a:pt x="2449408" y="522809"/>
                          <a:pt x="2219660" y="531595"/>
                        </a:cubicBezTo>
                        <a:cubicBezTo>
                          <a:pt x="1989912" y="540381"/>
                          <a:pt x="1857007" y="515838"/>
                          <a:pt x="1578933" y="531595"/>
                        </a:cubicBezTo>
                        <a:cubicBezTo>
                          <a:pt x="1300859" y="547352"/>
                          <a:pt x="1321533" y="510969"/>
                          <a:pt x="1109830" y="531595"/>
                        </a:cubicBezTo>
                        <a:cubicBezTo>
                          <a:pt x="898127" y="552221"/>
                          <a:pt x="709921" y="504467"/>
                          <a:pt x="572077" y="531595"/>
                        </a:cubicBezTo>
                        <a:cubicBezTo>
                          <a:pt x="434233" y="558723"/>
                          <a:pt x="283507" y="505368"/>
                          <a:pt x="0" y="531595"/>
                        </a:cubicBezTo>
                        <a:cubicBezTo>
                          <a:pt x="-13824" y="383066"/>
                          <a:pt x="53379" y="1528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b="1" i="1">
                <a:solidFill>
                  <a:schemeClr val="tx1"/>
                </a:solidFill>
                <a:latin typeface="Aptos" panose="020B0004020202020204" pitchFamily="34" charset="0"/>
              </a:rPr>
              <a:t>Impact on Society</a:t>
            </a:r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862C0EC2-2A22-7ED9-0E35-682A04BCB346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5079317" y="2922212"/>
            <a:ext cx="476531" cy="702143"/>
          </a:xfrm>
          <a:prstGeom prst="curvedConnector2">
            <a:avLst/>
          </a:prstGeom>
          <a:ln w="38100"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0537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44240-956D-C9F2-771D-F7969C094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F3FBD1-4235-11FC-DBDB-564BD28FB3C6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R26-SE-033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E1AC37-EF07-E048-D17E-FCCFAE5A7237}"/>
              </a:ext>
            </a:extLst>
          </p:cNvPr>
          <p:cNvSpPr/>
          <p:nvPr/>
        </p:nvSpPr>
        <p:spPr>
          <a:xfrm>
            <a:off x="2721799" y="458666"/>
            <a:ext cx="872779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3600" b="1" i="1">
                <a:latin typeface="Aptos" panose="020B0004020202020204" pitchFamily="34" charset="0"/>
              </a:rPr>
              <a:t>Existing Research Solutions and Their Limitations (Research-based)</a:t>
            </a:r>
            <a:endParaRPr lang="en-US" sz="3600" b="1" i="1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pic>
        <p:nvPicPr>
          <p:cNvPr id="7" name="Graphic 6" descr="Woman holding sign">
            <a:extLst>
              <a:ext uri="{FF2B5EF4-FFF2-40B4-BE49-F238E27FC236}">
                <a16:creationId xmlns:a16="http://schemas.microsoft.com/office/drawing/2014/main" id="{96A86F9E-7B93-7AD7-9E3A-EDDE914FC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0501" y="231783"/>
            <a:ext cx="2066842" cy="3654417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641710F-301C-E52E-B7A3-127826E20421}"/>
              </a:ext>
            </a:extLst>
          </p:cNvPr>
          <p:cNvSpPr/>
          <p:nvPr/>
        </p:nvSpPr>
        <p:spPr>
          <a:xfrm>
            <a:off x="2843115" y="2678749"/>
            <a:ext cx="8915400" cy="3847862"/>
          </a:xfrm>
          <a:prstGeom prst="roundRect">
            <a:avLst/>
          </a:prstGeom>
          <a:solidFill>
            <a:schemeClr val="bg2"/>
          </a:solidFill>
          <a:ln>
            <a:solidFill>
              <a:schemeClr val="tx2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3280232304">
                  <a:custGeom>
                    <a:avLst/>
                    <a:gdLst>
                      <a:gd name="csX0" fmla="*/ 0 w 8915400"/>
                      <a:gd name="csY0" fmla="*/ 0 h 3477875"/>
                      <a:gd name="csX1" fmla="*/ 594360 w 8915400"/>
                      <a:gd name="csY1" fmla="*/ 0 h 3477875"/>
                      <a:gd name="csX2" fmla="*/ 1010412 w 8915400"/>
                      <a:gd name="csY2" fmla="*/ 0 h 3477875"/>
                      <a:gd name="csX3" fmla="*/ 1337310 w 8915400"/>
                      <a:gd name="csY3" fmla="*/ 0 h 3477875"/>
                      <a:gd name="csX4" fmla="*/ 1931670 w 8915400"/>
                      <a:gd name="csY4" fmla="*/ 0 h 3477875"/>
                      <a:gd name="csX5" fmla="*/ 2704338 w 8915400"/>
                      <a:gd name="csY5" fmla="*/ 0 h 3477875"/>
                      <a:gd name="csX6" fmla="*/ 3387852 w 8915400"/>
                      <a:gd name="csY6" fmla="*/ 0 h 3477875"/>
                      <a:gd name="csX7" fmla="*/ 3714750 w 8915400"/>
                      <a:gd name="csY7" fmla="*/ 0 h 3477875"/>
                      <a:gd name="csX8" fmla="*/ 4219956 w 8915400"/>
                      <a:gd name="csY8" fmla="*/ 0 h 3477875"/>
                      <a:gd name="csX9" fmla="*/ 4725162 w 8915400"/>
                      <a:gd name="csY9" fmla="*/ 0 h 3477875"/>
                      <a:gd name="csX10" fmla="*/ 5408676 w 8915400"/>
                      <a:gd name="csY10" fmla="*/ 0 h 3477875"/>
                      <a:gd name="csX11" fmla="*/ 5735574 w 8915400"/>
                      <a:gd name="csY11" fmla="*/ 0 h 3477875"/>
                      <a:gd name="csX12" fmla="*/ 6508242 w 8915400"/>
                      <a:gd name="csY12" fmla="*/ 0 h 3477875"/>
                      <a:gd name="csX13" fmla="*/ 7280910 w 8915400"/>
                      <a:gd name="csY13" fmla="*/ 0 h 3477875"/>
                      <a:gd name="csX14" fmla="*/ 7696962 w 8915400"/>
                      <a:gd name="csY14" fmla="*/ 0 h 3477875"/>
                      <a:gd name="csX15" fmla="*/ 8113014 w 8915400"/>
                      <a:gd name="csY15" fmla="*/ 0 h 3477875"/>
                      <a:gd name="csX16" fmla="*/ 8915400 w 8915400"/>
                      <a:gd name="csY16" fmla="*/ 0 h 3477875"/>
                      <a:gd name="csX17" fmla="*/ 8915400 w 8915400"/>
                      <a:gd name="csY17" fmla="*/ 579646 h 3477875"/>
                      <a:gd name="csX18" fmla="*/ 8915400 w 8915400"/>
                      <a:gd name="csY18" fmla="*/ 1228849 h 3477875"/>
                      <a:gd name="csX19" fmla="*/ 8915400 w 8915400"/>
                      <a:gd name="csY19" fmla="*/ 1738937 h 3477875"/>
                      <a:gd name="csX20" fmla="*/ 8915400 w 8915400"/>
                      <a:gd name="csY20" fmla="*/ 2353362 h 3477875"/>
                      <a:gd name="csX21" fmla="*/ 8915400 w 8915400"/>
                      <a:gd name="csY21" fmla="*/ 2828672 h 3477875"/>
                      <a:gd name="csX22" fmla="*/ 8915400 w 8915400"/>
                      <a:gd name="csY22" fmla="*/ 3477875 h 3477875"/>
                      <a:gd name="csX23" fmla="*/ 8321040 w 8915400"/>
                      <a:gd name="csY23" fmla="*/ 3477875 h 3477875"/>
                      <a:gd name="csX24" fmla="*/ 7637526 w 8915400"/>
                      <a:gd name="csY24" fmla="*/ 3477875 h 3477875"/>
                      <a:gd name="csX25" fmla="*/ 7221474 w 8915400"/>
                      <a:gd name="csY25" fmla="*/ 3477875 h 3477875"/>
                      <a:gd name="csX26" fmla="*/ 6537960 w 8915400"/>
                      <a:gd name="csY26" fmla="*/ 3477875 h 3477875"/>
                      <a:gd name="csX27" fmla="*/ 5943600 w 8915400"/>
                      <a:gd name="csY27" fmla="*/ 3477875 h 3477875"/>
                      <a:gd name="csX28" fmla="*/ 5260086 w 8915400"/>
                      <a:gd name="csY28" fmla="*/ 3477875 h 3477875"/>
                      <a:gd name="csX29" fmla="*/ 4665726 w 8915400"/>
                      <a:gd name="csY29" fmla="*/ 3477875 h 3477875"/>
                      <a:gd name="csX30" fmla="*/ 3982212 w 8915400"/>
                      <a:gd name="csY30" fmla="*/ 3477875 h 3477875"/>
                      <a:gd name="csX31" fmla="*/ 3209544 w 8915400"/>
                      <a:gd name="csY31" fmla="*/ 3477875 h 3477875"/>
                      <a:gd name="csX32" fmla="*/ 2526030 w 8915400"/>
                      <a:gd name="csY32" fmla="*/ 3477875 h 3477875"/>
                      <a:gd name="csX33" fmla="*/ 2020824 w 8915400"/>
                      <a:gd name="csY33" fmla="*/ 3477875 h 3477875"/>
                      <a:gd name="csX34" fmla="*/ 1248156 w 8915400"/>
                      <a:gd name="csY34" fmla="*/ 3477875 h 3477875"/>
                      <a:gd name="csX35" fmla="*/ 564642 w 8915400"/>
                      <a:gd name="csY35" fmla="*/ 3477875 h 3477875"/>
                      <a:gd name="csX36" fmla="*/ 0 w 8915400"/>
                      <a:gd name="csY36" fmla="*/ 3477875 h 3477875"/>
                      <a:gd name="csX37" fmla="*/ 0 w 8915400"/>
                      <a:gd name="csY37" fmla="*/ 2828672 h 3477875"/>
                      <a:gd name="csX38" fmla="*/ 0 w 8915400"/>
                      <a:gd name="csY38" fmla="*/ 2179468 h 3477875"/>
                      <a:gd name="csX39" fmla="*/ 0 w 8915400"/>
                      <a:gd name="csY39" fmla="*/ 1704159 h 3477875"/>
                      <a:gd name="csX40" fmla="*/ 0 w 8915400"/>
                      <a:gd name="csY40" fmla="*/ 1228849 h 3477875"/>
                      <a:gd name="csX41" fmla="*/ 0 w 8915400"/>
                      <a:gd name="csY41" fmla="*/ 753540 h 3477875"/>
                      <a:gd name="csX42" fmla="*/ 0 w 8915400"/>
                      <a:gd name="csY42" fmla="*/ 0 h 347787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</a:cxnLst>
                    <a:rect l="l" t="t" r="r" b="b"/>
                    <a:pathLst>
                      <a:path w="8915400" h="3477875" extrusionOk="0">
                        <a:moveTo>
                          <a:pt x="0" y="0"/>
                        </a:moveTo>
                        <a:cubicBezTo>
                          <a:pt x="214763" y="-35220"/>
                          <a:pt x="390726" y="64186"/>
                          <a:pt x="594360" y="0"/>
                        </a:cubicBezTo>
                        <a:cubicBezTo>
                          <a:pt x="797994" y="-64186"/>
                          <a:pt x="904870" y="2561"/>
                          <a:pt x="1010412" y="0"/>
                        </a:cubicBezTo>
                        <a:cubicBezTo>
                          <a:pt x="1115954" y="-2561"/>
                          <a:pt x="1258942" y="16980"/>
                          <a:pt x="1337310" y="0"/>
                        </a:cubicBezTo>
                        <a:cubicBezTo>
                          <a:pt x="1415678" y="-16980"/>
                          <a:pt x="1755003" y="2284"/>
                          <a:pt x="1931670" y="0"/>
                        </a:cubicBezTo>
                        <a:cubicBezTo>
                          <a:pt x="2108337" y="-2284"/>
                          <a:pt x="2522815" y="20126"/>
                          <a:pt x="2704338" y="0"/>
                        </a:cubicBezTo>
                        <a:cubicBezTo>
                          <a:pt x="2885861" y="-20126"/>
                          <a:pt x="3202299" y="75947"/>
                          <a:pt x="3387852" y="0"/>
                        </a:cubicBezTo>
                        <a:cubicBezTo>
                          <a:pt x="3573405" y="-75947"/>
                          <a:pt x="3626041" y="21964"/>
                          <a:pt x="3714750" y="0"/>
                        </a:cubicBezTo>
                        <a:cubicBezTo>
                          <a:pt x="3803459" y="-21964"/>
                          <a:pt x="3967671" y="8246"/>
                          <a:pt x="4219956" y="0"/>
                        </a:cubicBezTo>
                        <a:cubicBezTo>
                          <a:pt x="4472241" y="-8246"/>
                          <a:pt x="4489279" y="14882"/>
                          <a:pt x="4725162" y="0"/>
                        </a:cubicBezTo>
                        <a:cubicBezTo>
                          <a:pt x="4961045" y="-14882"/>
                          <a:pt x="5208934" y="74083"/>
                          <a:pt x="5408676" y="0"/>
                        </a:cubicBezTo>
                        <a:cubicBezTo>
                          <a:pt x="5608418" y="-74083"/>
                          <a:pt x="5652998" y="18556"/>
                          <a:pt x="5735574" y="0"/>
                        </a:cubicBezTo>
                        <a:cubicBezTo>
                          <a:pt x="5818150" y="-18556"/>
                          <a:pt x="6128723" y="83106"/>
                          <a:pt x="6508242" y="0"/>
                        </a:cubicBezTo>
                        <a:cubicBezTo>
                          <a:pt x="6887761" y="-83106"/>
                          <a:pt x="7058177" y="39008"/>
                          <a:pt x="7280910" y="0"/>
                        </a:cubicBezTo>
                        <a:cubicBezTo>
                          <a:pt x="7503643" y="-39008"/>
                          <a:pt x="7521749" y="39626"/>
                          <a:pt x="7696962" y="0"/>
                        </a:cubicBezTo>
                        <a:cubicBezTo>
                          <a:pt x="7872175" y="-39626"/>
                          <a:pt x="8017548" y="44446"/>
                          <a:pt x="8113014" y="0"/>
                        </a:cubicBezTo>
                        <a:cubicBezTo>
                          <a:pt x="8208480" y="-44446"/>
                          <a:pt x="8681310" y="32903"/>
                          <a:pt x="8915400" y="0"/>
                        </a:cubicBezTo>
                        <a:cubicBezTo>
                          <a:pt x="8959437" y="268427"/>
                          <a:pt x="8908888" y="290454"/>
                          <a:pt x="8915400" y="579646"/>
                        </a:cubicBezTo>
                        <a:cubicBezTo>
                          <a:pt x="8921912" y="868838"/>
                          <a:pt x="8848859" y="1062824"/>
                          <a:pt x="8915400" y="1228849"/>
                        </a:cubicBezTo>
                        <a:cubicBezTo>
                          <a:pt x="8981941" y="1394874"/>
                          <a:pt x="8900325" y="1496839"/>
                          <a:pt x="8915400" y="1738937"/>
                        </a:cubicBezTo>
                        <a:cubicBezTo>
                          <a:pt x="8930475" y="1981035"/>
                          <a:pt x="8875949" y="2104558"/>
                          <a:pt x="8915400" y="2353362"/>
                        </a:cubicBezTo>
                        <a:cubicBezTo>
                          <a:pt x="8954851" y="2602167"/>
                          <a:pt x="8884234" y="2685077"/>
                          <a:pt x="8915400" y="2828672"/>
                        </a:cubicBezTo>
                        <a:cubicBezTo>
                          <a:pt x="8946566" y="2972267"/>
                          <a:pt x="8889171" y="3346875"/>
                          <a:pt x="8915400" y="3477875"/>
                        </a:cubicBezTo>
                        <a:cubicBezTo>
                          <a:pt x="8766944" y="3540059"/>
                          <a:pt x="8499507" y="3441059"/>
                          <a:pt x="8321040" y="3477875"/>
                        </a:cubicBezTo>
                        <a:cubicBezTo>
                          <a:pt x="8142573" y="3514691"/>
                          <a:pt x="7946439" y="3428023"/>
                          <a:pt x="7637526" y="3477875"/>
                        </a:cubicBezTo>
                        <a:cubicBezTo>
                          <a:pt x="7328613" y="3527727"/>
                          <a:pt x="7350466" y="3429069"/>
                          <a:pt x="7221474" y="3477875"/>
                        </a:cubicBezTo>
                        <a:cubicBezTo>
                          <a:pt x="7092482" y="3526681"/>
                          <a:pt x="6685339" y="3417717"/>
                          <a:pt x="6537960" y="3477875"/>
                        </a:cubicBezTo>
                        <a:cubicBezTo>
                          <a:pt x="6390581" y="3538033"/>
                          <a:pt x="6229291" y="3434454"/>
                          <a:pt x="5943600" y="3477875"/>
                        </a:cubicBezTo>
                        <a:cubicBezTo>
                          <a:pt x="5657909" y="3521296"/>
                          <a:pt x="5521560" y="3440753"/>
                          <a:pt x="5260086" y="3477875"/>
                        </a:cubicBezTo>
                        <a:cubicBezTo>
                          <a:pt x="4998612" y="3514997"/>
                          <a:pt x="4800907" y="3458593"/>
                          <a:pt x="4665726" y="3477875"/>
                        </a:cubicBezTo>
                        <a:cubicBezTo>
                          <a:pt x="4530545" y="3497157"/>
                          <a:pt x="4311065" y="3466474"/>
                          <a:pt x="3982212" y="3477875"/>
                        </a:cubicBezTo>
                        <a:cubicBezTo>
                          <a:pt x="3653359" y="3489276"/>
                          <a:pt x="3420358" y="3437708"/>
                          <a:pt x="3209544" y="3477875"/>
                        </a:cubicBezTo>
                        <a:cubicBezTo>
                          <a:pt x="2998730" y="3518042"/>
                          <a:pt x="2748860" y="3415383"/>
                          <a:pt x="2526030" y="3477875"/>
                        </a:cubicBezTo>
                        <a:cubicBezTo>
                          <a:pt x="2303200" y="3540367"/>
                          <a:pt x="2236815" y="3476082"/>
                          <a:pt x="2020824" y="3477875"/>
                        </a:cubicBezTo>
                        <a:cubicBezTo>
                          <a:pt x="1804833" y="3479668"/>
                          <a:pt x="1629752" y="3413829"/>
                          <a:pt x="1248156" y="3477875"/>
                        </a:cubicBezTo>
                        <a:cubicBezTo>
                          <a:pt x="866560" y="3541921"/>
                          <a:pt x="811453" y="3413678"/>
                          <a:pt x="564642" y="3477875"/>
                        </a:cubicBezTo>
                        <a:cubicBezTo>
                          <a:pt x="317831" y="3542072"/>
                          <a:pt x="193718" y="3472116"/>
                          <a:pt x="0" y="3477875"/>
                        </a:cubicBezTo>
                        <a:cubicBezTo>
                          <a:pt x="-57840" y="3257763"/>
                          <a:pt x="71586" y="3003894"/>
                          <a:pt x="0" y="2828672"/>
                        </a:cubicBezTo>
                        <a:cubicBezTo>
                          <a:pt x="-71586" y="2653450"/>
                          <a:pt x="46131" y="2386885"/>
                          <a:pt x="0" y="2179468"/>
                        </a:cubicBezTo>
                        <a:cubicBezTo>
                          <a:pt x="-46131" y="1972051"/>
                          <a:pt x="35534" y="1811931"/>
                          <a:pt x="0" y="1704159"/>
                        </a:cubicBezTo>
                        <a:cubicBezTo>
                          <a:pt x="-35534" y="1596387"/>
                          <a:pt x="22713" y="1429035"/>
                          <a:pt x="0" y="1228849"/>
                        </a:cubicBezTo>
                        <a:cubicBezTo>
                          <a:pt x="-22713" y="1028663"/>
                          <a:pt x="28082" y="922944"/>
                          <a:pt x="0" y="753540"/>
                        </a:cubicBezTo>
                        <a:cubicBezTo>
                          <a:pt x="-28082" y="584136"/>
                          <a:pt x="55955" y="16254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1" i="1" err="1"/>
              <a:t>ChatDev</a:t>
            </a:r>
            <a:r>
              <a:rPr lang="en-GB" sz="2000" b="1" i="1"/>
              <a:t> / </a:t>
            </a:r>
            <a:r>
              <a:rPr lang="en-GB" sz="2000" b="1" i="1" err="1"/>
              <a:t>MetaGPT</a:t>
            </a:r>
            <a:r>
              <a:rPr lang="en-GB" sz="2000" i="1"/>
              <a:t>: multi-agent collaboration for software tasks; emphasizes staged workflows and communication to reduce fragmented development [1][2].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1" i="1" err="1"/>
              <a:t>AgentVerse</a:t>
            </a:r>
            <a:r>
              <a:rPr lang="en-GB" sz="2000" b="1" i="1"/>
              <a:t> / </a:t>
            </a:r>
            <a:r>
              <a:rPr lang="en-GB" sz="2000" b="1" i="1" err="1"/>
              <a:t>AutoGen</a:t>
            </a:r>
            <a:r>
              <a:rPr lang="en-GB" sz="2000" i="1"/>
              <a:t>: frameworks for multi-agent orchestration and conversation patterns[7][6].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1" i="1" err="1"/>
              <a:t>AgentCoder</a:t>
            </a:r>
            <a:r>
              <a:rPr lang="en-GB" sz="2000" i="1"/>
              <a:t>: multi-agent code generation strengthened by </a:t>
            </a:r>
            <a:r>
              <a:rPr lang="en-GB" sz="2000" b="1" i="1"/>
              <a:t>test generation + execution feedback loops</a:t>
            </a:r>
            <a:r>
              <a:rPr lang="en-GB" sz="2000" i="1"/>
              <a:t>[5].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1" i="1"/>
              <a:t>SWE-agent / </a:t>
            </a:r>
            <a:r>
              <a:rPr lang="en-GB" sz="2000" b="1" i="1" err="1"/>
              <a:t>OpenHands</a:t>
            </a:r>
            <a:r>
              <a:rPr lang="en-GB" sz="2000" b="1" i="1"/>
              <a:t> / </a:t>
            </a:r>
            <a:r>
              <a:rPr lang="en-GB" sz="2000" b="1" i="1" err="1"/>
              <a:t>CodeAct</a:t>
            </a:r>
            <a:r>
              <a:rPr lang="en-GB" sz="2000" i="1"/>
              <a:t>: tool-executing agents with sandboxed execution; show the importance of interfaces, guardrails, and executable actions[4][3]. 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GB" sz="2000" i="1">
              <a:latin typeface="Aptos" panose="020B0004020202020204" pitchFamily="34" charset="0"/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00F175C-2D3A-8AFD-6E1B-4DA8B27C7198}"/>
              </a:ext>
            </a:extLst>
          </p:cNvPr>
          <p:cNvSpPr txBox="1">
            <a:spLocks/>
          </p:cNvSpPr>
          <p:nvPr/>
        </p:nvSpPr>
        <p:spPr>
          <a:xfrm>
            <a:off x="2843115" y="1906265"/>
            <a:ext cx="4263741" cy="531595"/>
          </a:xfrm>
          <a:prstGeom prst="roundRect">
            <a:avLst/>
          </a:prstGeom>
          <a:noFill/>
          <a:ln w="28575">
            <a:solidFill>
              <a:schemeClr val="bg1">
                <a:lumMod val="7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3773247103">
                  <a:custGeom>
                    <a:avLst/>
                    <a:gdLst>
                      <a:gd name="csX0" fmla="*/ 0 w 3432464"/>
                      <a:gd name="csY0" fmla="*/ 0 h 531595"/>
                      <a:gd name="csX1" fmla="*/ 640727 w 3432464"/>
                      <a:gd name="csY1" fmla="*/ 0 h 531595"/>
                      <a:gd name="csX2" fmla="*/ 1109830 w 3432464"/>
                      <a:gd name="csY2" fmla="*/ 0 h 531595"/>
                      <a:gd name="csX3" fmla="*/ 1578933 w 3432464"/>
                      <a:gd name="csY3" fmla="*/ 0 h 531595"/>
                      <a:gd name="csX4" fmla="*/ 2219660 w 3432464"/>
                      <a:gd name="csY4" fmla="*/ 0 h 531595"/>
                      <a:gd name="csX5" fmla="*/ 2791737 w 3432464"/>
                      <a:gd name="csY5" fmla="*/ 0 h 531595"/>
                      <a:gd name="csX6" fmla="*/ 3432464 w 3432464"/>
                      <a:gd name="csY6" fmla="*/ 0 h 531595"/>
                      <a:gd name="csX7" fmla="*/ 3432464 w 3432464"/>
                      <a:gd name="csY7" fmla="*/ 531595 h 531595"/>
                      <a:gd name="csX8" fmla="*/ 2791737 w 3432464"/>
                      <a:gd name="csY8" fmla="*/ 531595 h 531595"/>
                      <a:gd name="csX9" fmla="*/ 2219660 w 3432464"/>
                      <a:gd name="csY9" fmla="*/ 531595 h 531595"/>
                      <a:gd name="csX10" fmla="*/ 1578933 w 3432464"/>
                      <a:gd name="csY10" fmla="*/ 531595 h 531595"/>
                      <a:gd name="csX11" fmla="*/ 1109830 w 3432464"/>
                      <a:gd name="csY11" fmla="*/ 531595 h 531595"/>
                      <a:gd name="csX12" fmla="*/ 572077 w 3432464"/>
                      <a:gd name="csY12" fmla="*/ 531595 h 531595"/>
                      <a:gd name="csX13" fmla="*/ 0 w 3432464"/>
                      <a:gd name="csY13" fmla="*/ 531595 h 531595"/>
                      <a:gd name="csX14" fmla="*/ 0 w 3432464"/>
                      <a:gd name="csY14" fmla="*/ 0 h 53159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3432464" h="531595" extrusionOk="0">
                        <a:moveTo>
                          <a:pt x="0" y="0"/>
                        </a:moveTo>
                        <a:cubicBezTo>
                          <a:pt x="317494" y="-42052"/>
                          <a:pt x="341571" y="33469"/>
                          <a:pt x="640727" y="0"/>
                        </a:cubicBezTo>
                        <a:cubicBezTo>
                          <a:pt x="939883" y="-33469"/>
                          <a:pt x="941545" y="11861"/>
                          <a:pt x="1109830" y="0"/>
                        </a:cubicBezTo>
                        <a:cubicBezTo>
                          <a:pt x="1278115" y="-11861"/>
                          <a:pt x="1445935" y="4871"/>
                          <a:pt x="1578933" y="0"/>
                        </a:cubicBezTo>
                        <a:cubicBezTo>
                          <a:pt x="1711931" y="-4871"/>
                          <a:pt x="2073945" y="30318"/>
                          <a:pt x="2219660" y="0"/>
                        </a:cubicBezTo>
                        <a:cubicBezTo>
                          <a:pt x="2365375" y="-30318"/>
                          <a:pt x="2657237" y="55175"/>
                          <a:pt x="2791737" y="0"/>
                        </a:cubicBezTo>
                        <a:cubicBezTo>
                          <a:pt x="2926237" y="-55175"/>
                          <a:pt x="3303616" y="32636"/>
                          <a:pt x="3432464" y="0"/>
                        </a:cubicBezTo>
                        <a:cubicBezTo>
                          <a:pt x="3472867" y="165178"/>
                          <a:pt x="3385654" y="285025"/>
                          <a:pt x="3432464" y="531595"/>
                        </a:cubicBezTo>
                        <a:cubicBezTo>
                          <a:pt x="3185718" y="606407"/>
                          <a:pt x="2964633" y="492176"/>
                          <a:pt x="2791737" y="531595"/>
                        </a:cubicBezTo>
                        <a:cubicBezTo>
                          <a:pt x="2618841" y="571014"/>
                          <a:pt x="2449408" y="522809"/>
                          <a:pt x="2219660" y="531595"/>
                        </a:cubicBezTo>
                        <a:cubicBezTo>
                          <a:pt x="1989912" y="540381"/>
                          <a:pt x="1857007" y="515838"/>
                          <a:pt x="1578933" y="531595"/>
                        </a:cubicBezTo>
                        <a:cubicBezTo>
                          <a:pt x="1300859" y="547352"/>
                          <a:pt x="1321533" y="510969"/>
                          <a:pt x="1109830" y="531595"/>
                        </a:cubicBezTo>
                        <a:cubicBezTo>
                          <a:pt x="898127" y="552221"/>
                          <a:pt x="709921" y="504467"/>
                          <a:pt x="572077" y="531595"/>
                        </a:cubicBezTo>
                        <a:cubicBezTo>
                          <a:pt x="434233" y="558723"/>
                          <a:pt x="283507" y="505368"/>
                          <a:pt x="0" y="531595"/>
                        </a:cubicBezTo>
                        <a:cubicBezTo>
                          <a:pt x="-13824" y="383066"/>
                          <a:pt x="53379" y="1528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b">
            <a:normAutofit fontScale="925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1" i="1">
                <a:solidFill>
                  <a:schemeClr val="tx1"/>
                </a:solidFill>
              </a:rPr>
              <a:t>What research provides today</a:t>
            </a:r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75748FBA-146E-F049-4AD0-5FA23521145B}"/>
              </a:ext>
            </a:extLst>
          </p:cNvPr>
          <p:cNvCxnSpPr>
            <a:cxnSpLocks/>
          </p:cNvCxnSpPr>
          <p:nvPr/>
        </p:nvCxnSpPr>
        <p:spPr>
          <a:xfrm>
            <a:off x="7085699" y="1993337"/>
            <a:ext cx="430232" cy="598340"/>
          </a:xfrm>
          <a:prstGeom prst="curvedConnector2">
            <a:avLst/>
          </a:prstGeom>
          <a:ln w="38100"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C35F925-2A23-AE11-AF24-4516DE068AE9}"/>
              </a:ext>
            </a:extLst>
          </p:cNvPr>
          <p:cNvSpPr/>
          <p:nvPr/>
        </p:nvSpPr>
        <p:spPr>
          <a:xfrm>
            <a:off x="290878" y="1285964"/>
            <a:ext cx="1866087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1600" b="1" i="1">
                <a:latin typeface="Aptos" panose="020B0004020202020204" pitchFamily="34" charset="0"/>
              </a:rPr>
              <a:t>Researches </a:t>
            </a:r>
            <a:endParaRPr lang="en-US" sz="1600" b="1" i="1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770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7809B-DD44-96CB-E584-9C7F1A254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4510B0-31CA-1EB2-BFFD-F39869F8FC4E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R26-SE-033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A9ED70-E746-1EAF-7BB6-129C832B1CF6}"/>
              </a:ext>
            </a:extLst>
          </p:cNvPr>
          <p:cNvSpPr/>
          <p:nvPr/>
        </p:nvSpPr>
        <p:spPr>
          <a:xfrm>
            <a:off x="2743200" y="685800"/>
            <a:ext cx="872779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3600" b="1" i="1">
                <a:latin typeface="Aptos" panose="020B0004020202020204" pitchFamily="34" charset="0"/>
              </a:rPr>
              <a:t>Existing Research Solutions and Their Limitations (Research-based)</a:t>
            </a:r>
            <a:endParaRPr lang="en-US" sz="3600" b="1" i="1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pic>
        <p:nvPicPr>
          <p:cNvPr id="7" name="Graphic 6" descr="Woman holding sign">
            <a:extLst>
              <a:ext uri="{FF2B5EF4-FFF2-40B4-BE49-F238E27FC236}">
                <a16:creationId xmlns:a16="http://schemas.microsoft.com/office/drawing/2014/main" id="{E2BE31EC-A174-AFEE-444A-BD6B5AA1B7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0501" y="231783"/>
            <a:ext cx="2066842" cy="36544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0A9F103-2FE4-5120-AE82-79B337C90EAD}"/>
              </a:ext>
            </a:extLst>
          </p:cNvPr>
          <p:cNvSpPr/>
          <p:nvPr/>
        </p:nvSpPr>
        <p:spPr>
          <a:xfrm>
            <a:off x="290878" y="1285964"/>
            <a:ext cx="1866087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1600" b="1">
                <a:latin typeface="Aptos" panose="020B0004020202020204" pitchFamily="34" charset="0"/>
              </a:rPr>
              <a:t>Limitation </a:t>
            </a:r>
            <a:endParaRPr lang="en-US" sz="1600" b="1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A78F58C-C170-5AD2-2C15-8ABCD97EECAA}"/>
              </a:ext>
            </a:extLst>
          </p:cNvPr>
          <p:cNvSpPr/>
          <p:nvPr/>
        </p:nvSpPr>
        <p:spPr>
          <a:xfrm>
            <a:off x="2743200" y="2986498"/>
            <a:ext cx="8915400" cy="2826306"/>
          </a:xfrm>
          <a:prstGeom prst="roundRect">
            <a:avLst/>
          </a:prstGeom>
          <a:solidFill>
            <a:schemeClr val="bg2"/>
          </a:solidFill>
          <a:ln>
            <a:solidFill>
              <a:schemeClr val="tx2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3280232304">
                  <a:custGeom>
                    <a:avLst/>
                    <a:gdLst>
                      <a:gd name="csX0" fmla="*/ 0 w 8915400"/>
                      <a:gd name="csY0" fmla="*/ 0 h 2554545"/>
                      <a:gd name="csX1" fmla="*/ 594360 w 8915400"/>
                      <a:gd name="csY1" fmla="*/ 0 h 2554545"/>
                      <a:gd name="csX2" fmla="*/ 1010412 w 8915400"/>
                      <a:gd name="csY2" fmla="*/ 0 h 2554545"/>
                      <a:gd name="csX3" fmla="*/ 1337310 w 8915400"/>
                      <a:gd name="csY3" fmla="*/ 0 h 2554545"/>
                      <a:gd name="csX4" fmla="*/ 1931670 w 8915400"/>
                      <a:gd name="csY4" fmla="*/ 0 h 2554545"/>
                      <a:gd name="csX5" fmla="*/ 2704338 w 8915400"/>
                      <a:gd name="csY5" fmla="*/ 0 h 2554545"/>
                      <a:gd name="csX6" fmla="*/ 3387852 w 8915400"/>
                      <a:gd name="csY6" fmla="*/ 0 h 2554545"/>
                      <a:gd name="csX7" fmla="*/ 3714750 w 8915400"/>
                      <a:gd name="csY7" fmla="*/ 0 h 2554545"/>
                      <a:gd name="csX8" fmla="*/ 4219956 w 8915400"/>
                      <a:gd name="csY8" fmla="*/ 0 h 2554545"/>
                      <a:gd name="csX9" fmla="*/ 4725162 w 8915400"/>
                      <a:gd name="csY9" fmla="*/ 0 h 2554545"/>
                      <a:gd name="csX10" fmla="*/ 5408676 w 8915400"/>
                      <a:gd name="csY10" fmla="*/ 0 h 2554545"/>
                      <a:gd name="csX11" fmla="*/ 5735574 w 8915400"/>
                      <a:gd name="csY11" fmla="*/ 0 h 2554545"/>
                      <a:gd name="csX12" fmla="*/ 6508242 w 8915400"/>
                      <a:gd name="csY12" fmla="*/ 0 h 2554545"/>
                      <a:gd name="csX13" fmla="*/ 7280910 w 8915400"/>
                      <a:gd name="csY13" fmla="*/ 0 h 2554545"/>
                      <a:gd name="csX14" fmla="*/ 7696962 w 8915400"/>
                      <a:gd name="csY14" fmla="*/ 0 h 2554545"/>
                      <a:gd name="csX15" fmla="*/ 8113014 w 8915400"/>
                      <a:gd name="csY15" fmla="*/ 0 h 2554545"/>
                      <a:gd name="csX16" fmla="*/ 8915400 w 8915400"/>
                      <a:gd name="csY16" fmla="*/ 0 h 2554545"/>
                      <a:gd name="csX17" fmla="*/ 8915400 w 8915400"/>
                      <a:gd name="csY17" fmla="*/ 510909 h 2554545"/>
                      <a:gd name="csX18" fmla="*/ 8915400 w 8915400"/>
                      <a:gd name="csY18" fmla="*/ 1072909 h 2554545"/>
                      <a:gd name="csX19" fmla="*/ 8915400 w 8915400"/>
                      <a:gd name="csY19" fmla="*/ 1532727 h 2554545"/>
                      <a:gd name="csX20" fmla="*/ 8915400 w 8915400"/>
                      <a:gd name="csY20" fmla="*/ 2069181 h 2554545"/>
                      <a:gd name="csX21" fmla="*/ 8915400 w 8915400"/>
                      <a:gd name="csY21" fmla="*/ 2554545 h 2554545"/>
                      <a:gd name="csX22" fmla="*/ 8499348 w 8915400"/>
                      <a:gd name="csY22" fmla="*/ 2554545 h 2554545"/>
                      <a:gd name="csX23" fmla="*/ 8172450 w 8915400"/>
                      <a:gd name="csY23" fmla="*/ 2554545 h 2554545"/>
                      <a:gd name="csX24" fmla="*/ 7488936 w 8915400"/>
                      <a:gd name="csY24" fmla="*/ 2554545 h 2554545"/>
                      <a:gd name="csX25" fmla="*/ 7072884 w 8915400"/>
                      <a:gd name="csY25" fmla="*/ 2554545 h 2554545"/>
                      <a:gd name="csX26" fmla="*/ 6389370 w 8915400"/>
                      <a:gd name="csY26" fmla="*/ 2554545 h 2554545"/>
                      <a:gd name="csX27" fmla="*/ 5795010 w 8915400"/>
                      <a:gd name="csY27" fmla="*/ 2554545 h 2554545"/>
                      <a:gd name="csX28" fmla="*/ 5111496 w 8915400"/>
                      <a:gd name="csY28" fmla="*/ 2554545 h 2554545"/>
                      <a:gd name="csX29" fmla="*/ 4517136 w 8915400"/>
                      <a:gd name="csY29" fmla="*/ 2554545 h 2554545"/>
                      <a:gd name="csX30" fmla="*/ 3833622 w 8915400"/>
                      <a:gd name="csY30" fmla="*/ 2554545 h 2554545"/>
                      <a:gd name="csX31" fmla="*/ 3060954 w 8915400"/>
                      <a:gd name="csY31" fmla="*/ 2554545 h 2554545"/>
                      <a:gd name="csX32" fmla="*/ 2377440 w 8915400"/>
                      <a:gd name="csY32" fmla="*/ 2554545 h 2554545"/>
                      <a:gd name="csX33" fmla="*/ 1872234 w 8915400"/>
                      <a:gd name="csY33" fmla="*/ 2554545 h 2554545"/>
                      <a:gd name="csX34" fmla="*/ 1099566 w 8915400"/>
                      <a:gd name="csY34" fmla="*/ 2554545 h 2554545"/>
                      <a:gd name="csX35" fmla="*/ 0 w 8915400"/>
                      <a:gd name="csY35" fmla="*/ 2554545 h 2554545"/>
                      <a:gd name="csX36" fmla="*/ 0 w 8915400"/>
                      <a:gd name="csY36" fmla="*/ 2069181 h 2554545"/>
                      <a:gd name="csX37" fmla="*/ 0 w 8915400"/>
                      <a:gd name="csY37" fmla="*/ 1609363 h 2554545"/>
                      <a:gd name="csX38" fmla="*/ 0 w 8915400"/>
                      <a:gd name="csY38" fmla="*/ 1047363 h 2554545"/>
                      <a:gd name="csX39" fmla="*/ 0 w 8915400"/>
                      <a:gd name="csY39" fmla="*/ 613091 h 2554545"/>
                      <a:gd name="csX40" fmla="*/ 0 w 8915400"/>
                      <a:gd name="csY40" fmla="*/ 0 h 255454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</a:cxnLst>
                    <a:rect l="l" t="t" r="r" b="b"/>
                    <a:pathLst>
                      <a:path w="8915400" h="2554545" extrusionOk="0">
                        <a:moveTo>
                          <a:pt x="0" y="0"/>
                        </a:moveTo>
                        <a:cubicBezTo>
                          <a:pt x="214763" y="-35220"/>
                          <a:pt x="390726" y="64186"/>
                          <a:pt x="594360" y="0"/>
                        </a:cubicBezTo>
                        <a:cubicBezTo>
                          <a:pt x="797994" y="-64186"/>
                          <a:pt x="904870" y="2561"/>
                          <a:pt x="1010412" y="0"/>
                        </a:cubicBezTo>
                        <a:cubicBezTo>
                          <a:pt x="1115954" y="-2561"/>
                          <a:pt x="1258942" y="16980"/>
                          <a:pt x="1337310" y="0"/>
                        </a:cubicBezTo>
                        <a:cubicBezTo>
                          <a:pt x="1415678" y="-16980"/>
                          <a:pt x="1755003" y="2284"/>
                          <a:pt x="1931670" y="0"/>
                        </a:cubicBezTo>
                        <a:cubicBezTo>
                          <a:pt x="2108337" y="-2284"/>
                          <a:pt x="2522815" y="20126"/>
                          <a:pt x="2704338" y="0"/>
                        </a:cubicBezTo>
                        <a:cubicBezTo>
                          <a:pt x="2885861" y="-20126"/>
                          <a:pt x="3202299" y="75947"/>
                          <a:pt x="3387852" y="0"/>
                        </a:cubicBezTo>
                        <a:cubicBezTo>
                          <a:pt x="3573405" y="-75947"/>
                          <a:pt x="3626041" y="21964"/>
                          <a:pt x="3714750" y="0"/>
                        </a:cubicBezTo>
                        <a:cubicBezTo>
                          <a:pt x="3803459" y="-21964"/>
                          <a:pt x="3967671" y="8246"/>
                          <a:pt x="4219956" y="0"/>
                        </a:cubicBezTo>
                        <a:cubicBezTo>
                          <a:pt x="4472241" y="-8246"/>
                          <a:pt x="4489279" y="14882"/>
                          <a:pt x="4725162" y="0"/>
                        </a:cubicBezTo>
                        <a:cubicBezTo>
                          <a:pt x="4961045" y="-14882"/>
                          <a:pt x="5208934" y="74083"/>
                          <a:pt x="5408676" y="0"/>
                        </a:cubicBezTo>
                        <a:cubicBezTo>
                          <a:pt x="5608418" y="-74083"/>
                          <a:pt x="5652998" y="18556"/>
                          <a:pt x="5735574" y="0"/>
                        </a:cubicBezTo>
                        <a:cubicBezTo>
                          <a:pt x="5818150" y="-18556"/>
                          <a:pt x="6128723" y="83106"/>
                          <a:pt x="6508242" y="0"/>
                        </a:cubicBezTo>
                        <a:cubicBezTo>
                          <a:pt x="6887761" y="-83106"/>
                          <a:pt x="7058177" y="39008"/>
                          <a:pt x="7280910" y="0"/>
                        </a:cubicBezTo>
                        <a:cubicBezTo>
                          <a:pt x="7503643" y="-39008"/>
                          <a:pt x="7521749" y="39626"/>
                          <a:pt x="7696962" y="0"/>
                        </a:cubicBezTo>
                        <a:cubicBezTo>
                          <a:pt x="7872175" y="-39626"/>
                          <a:pt x="8017548" y="44446"/>
                          <a:pt x="8113014" y="0"/>
                        </a:cubicBezTo>
                        <a:cubicBezTo>
                          <a:pt x="8208480" y="-44446"/>
                          <a:pt x="8681310" y="32903"/>
                          <a:pt x="8915400" y="0"/>
                        </a:cubicBezTo>
                        <a:cubicBezTo>
                          <a:pt x="8936259" y="224012"/>
                          <a:pt x="8882266" y="361488"/>
                          <a:pt x="8915400" y="510909"/>
                        </a:cubicBezTo>
                        <a:cubicBezTo>
                          <a:pt x="8948534" y="660330"/>
                          <a:pt x="8902754" y="857900"/>
                          <a:pt x="8915400" y="1072909"/>
                        </a:cubicBezTo>
                        <a:cubicBezTo>
                          <a:pt x="8928046" y="1287918"/>
                          <a:pt x="8865894" y="1395927"/>
                          <a:pt x="8915400" y="1532727"/>
                        </a:cubicBezTo>
                        <a:cubicBezTo>
                          <a:pt x="8964906" y="1669527"/>
                          <a:pt x="8902650" y="1817945"/>
                          <a:pt x="8915400" y="2069181"/>
                        </a:cubicBezTo>
                        <a:cubicBezTo>
                          <a:pt x="8928150" y="2320417"/>
                          <a:pt x="8866910" y="2444994"/>
                          <a:pt x="8915400" y="2554545"/>
                        </a:cubicBezTo>
                        <a:cubicBezTo>
                          <a:pt x="8802900" y="2596949"/>
                          <a:pt x="8591562" y="2538595"/>
                          <a:pt x="8499348" y="2554545"/>
                        </a:cubicBezTo>
                        <a:cubicBezTo>
                          <a:pt x="8407134" y="2570495"/>
                          <a:pt x="8293787" y="2535560"/>
                          <a:pt x="8172450" y="2554545"/>
                        </a:cubicBezTo>
                        <a:cubicBezTo>
                          <a:pt x="8051113" y="2573530"/>
                          <a:pt x="7797849" y="2504693"/>
                          <a:pt x="7488936" y="2554545"/>
                        </a:cubicBezTo>
                        <a:cubicBezTo>
                          <a:pt x="7180023" y="2604397"/>
                          <a:pt x="7201876" y="2505739"/>
                          <a:pt x="7072884" y="2554545"/>
                        </a:cubicBezTo>
                        <a:cubicBezTo>
                          <a:pt x="6943892" y="2603351"/>
                          <a:pt x="6536749" y="2494387"/>
                          <a:pt x="6389370" y="2554545"/>
                        </a:cubicBezTo>
                        <a:cubicBezTo>
                          <a:pt x="6241991" y="2614703"/>
                          <a:pt x="6080701" y="2511124"/>
                          <a:pt x="5795010" y="2554545"/>
                        </a:cubicBezTo>
                        <a:cubicBezTo>
                          <a:pt x="5509319" y="2597966"/>
                          <a:pt x="5372970" y="2517423"/>
                          <a:pt x="5111496" y="2554545"/>
                        </a:cubicBezTo>
                        <a:cubicBezTo>
                          <a:pt x="4850022" y="2591667"/>
                          <a:pt x="4652317" y="2535263"/>
                          <a:pt x="4517136" y="2554545"/>
                        </a:cubicBezTo>
                        <a:cubicBezTo>
                          <a:pt x="4381955" y="2573827"/>
                          <a:pt x="4162475" y="2543144"/>
                          <a:pt x="3833622" y="2554545"/>
                        </a:cubicBezTo>
                        <a:cubicBezTo>
                          <a:pt x="3504769" y="2565946"/>
                          <a:pt x="3271768" y="2514378"/>
                          <a:pt x="3060954" y="2554545"/>
                        </a:cubicBezTo>
                        <a:cubicBezTo>
                          <a:pt x="2850140" y="2594712"/>
                          <a:pt x="2600270" y="2492053"/>
                          <a:pt x="2377440" y="2554545"/>
                        </a:cubicBezTo>
                        <a:cubicBezTo>
                          <a:pt x="2154610" y="2617037"/>
                          <a:pt x="2088225" y="2552752"/>
                          <a:pt x="1872234" y="2554545"/>
                        </a:cubicBezTo>
                        <a:cubicBezTo>
                          <a:pt x="1656243" y="2556338"/>
                          <a:pt x="1481162" y="2490499"/>
                          <a:pt x="1099566" y="2554545"/>
                        </a:cubicBezTo>
                        <a:cubicBezTo>
                          <a:pt x="717970" y="2618591"/>
                          <a:pt x="273971" y="2529576"/>
                          <a:pt x="0" y="2554545"/>
                        </a:cubicBezTo>
                        <a:cubicBezTo>
                          <a:pt x="-10209" y="2432309"/>
                          <a:pt x="33264" y="2174323"/>
                          <a:pt x="0" y="2069181"/>
                        </a:cubicBezTo>
                        <a:cubicBezTo>
                          <a:pt x="-33264" y="1964039"/>
                          <a:pt x="36473" y="1764386"/>
                          <a:pt x="0" y="1609363"/>
                        </a:cubicBezTo>
                        <a:cubicBezTo>
                          <a:pt x="-36473" y="1454340"/>
                          <a:pt x="13189" y="1309925"/>
                          <a:pt x="0" y="1047363"/>
                        </a:cubicBezTo>
                        <a:cubicBezTo>
                          <a:pt x="-13189" y="784801"/>
                          <a:pt x="31348" y="721991"/>
                          <a:pt x="0" y="613091"/>
                        </a:cubicBezTo>
                        <a:cubicBezTo>
                          <a:pt x="-31348" y="504191"/>
                          <a:pt x="42179" y="30192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i="1"/>
              <a:t>Many systems target </a:t>
            </a:r>
            <a:r>
              <a:rPr lang="en-GB" sz="2000" b="1" i="1"/>
              <a:t>coding or issue-fixing</a:t>
            </a:r>
            <a:r>
              <a:rPr lang="en-GB" sz="2000" i="1"/>
              <a:t>, not </a:t>
            </a:r>
            <a:r>
              <a:rPr lang="en-GB" sz="2000" b="1" i="1"/>
              <a:t>requirements-to-prototype</a:t>
            </a:r>
            <a:r>
              <a:rPr lang="en-GB" sz="2000" i="1"/>
              <a:t> </a:t>
            </a:r>
            <a:r>
              <a:rPr lang="en-GB" sz="2000" b="1" i="1"/>
              <a:t>and working product</a:t>
            </a:r>
            <a:r>
              <a:rPr lang="en-GB" sz="2000" i="1"/>
              <a:t> with human approval gates.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i="1"/>
              <a:t>Weak or missing </a:t>
            </a:r>
            <a:r>
              <a:rPr lang="en-GB" sz="2000" b="1" i="1"/>
              <a:t>domain workflow capture</a:t>
            </a:r>
            <a:r>
              <a:rPr lang="en-GB" sz="2000" i="1"/>
              <a:t> as a first-class step before design/coding.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i="1"/>
              <a:t>Incomplete </a:t>
            </a:r>
            <a:r>
              <a:rPr lang="en-GB" sz="2000" b="1" i="1"/>
              <a:t>traceability across artifacts</a:t>
            </a:r>
            <a:r>
              <a:rPr lang="en-GB" sz="2000" i="1"/>
              <a:t> (</a:t>
            </a:r>
            <a:r>
              <a:rPr lang="en-GB" sz="2000" b="1" i="1"/>
              <a:t>SRS</a:t>
            </a:r>
            <a:r>
              <a:rPr lang="en-GB" sz="2000" i="1"/>
              <a:t> → </a:t>
            </a:r>
            <a:r>
              <a:rPr lang="en-GB" sz="2000" b="1" i="1"/>
              <a:t>SDS</a:t>
            </a:r>
            <a:r>
              <a:rPr lang="en-GB" sz="2000" i="1"/>
              <a:t> → </a:t>
            </a:r>
            <a:r>
              <a:rPr lang="en-GB" sz="2000" b="1" i="1"/>
              <a:t>design</a:t>
            </a:r>
            <a:r>
              <a:rPr lang="en-GB" sz="2000" i="1"/>
              <a:t> → </a:t>
            </a:r>
            <a:r>
              <a:rPr lang="en-GB" sz="2000" b="1" i="1"/>
              <a:t>code</a:t>
            </a:r>
            <a:r>
              <a:rPr lang="en-GB" sz="2000" i="1"/>
              <a:t> → </a:t>
            </a:r>
            <a:r>
              <a:rPr lang="en-GB" sz="2000" b="1" i="1"/>
              <a:t>tests</a:t>
            </a:r>
            <a:r>
              <a:rPr lang="en-GB" sz="2000" i="1"/>
              <a:t> → </a:t>
            </a:r>
            <a:r>
              <a:rPr lang="en-GB" sz="2000" b="1" i="1"/>
              <a:t>security</a:t>
            </a:r>
            <a:r>
              <a:rPr lang="en-GB" sz="2000" i="1"/>
              <a:t>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i="1"/>
              <a:t>Security is often </a:t>
            </a:r>
            <a:r>
              <a:rPr lang="en-GB" sz="2000" b="1" i="1"/>
              <a:t>afterthought</a:t>
            </a:r>
            <a:r>
              <a:rPr lang="en-GB" sz="2000" i="1"/>
              <a:t>, not integrated as part of the pipeline.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GB" sz="2000" i="1">
              <a:latin typeface="Aptos" panose="020B0004020202020204" pitchFamily="34" charset="0"/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67D73F1-BCBD-F6F1-CDC2-4148A36F3A83}"/>
              </a:ext>
            </a:extLst>
          </p:cNvPr>
          <p:cNvSpPr txBox="1">
            <a:spLocks/>
          </p:cNvSpPr>
          <p:nvPr/>
        </p:nvSpPr>
        <p:spPr>
          <a:xfrm>
            <a:off x="2767393" y="2170516"/>
            <a:ext cx="6546448" cy="531595"/>
          </a:xfrm>
          <a:prstGeom prst="roundRect">
            <a:avLst/>
          </a:prstGeom>
          <a:noFill/>
          <a:ln w="28575">
            <a:solidFill>
              <a:schemeClr val="bg1">
                <a:lumMod val="7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3773247103">
                  <a:custGeom>
                    <a:avLst/>
                    <a:gdLst>
                      <a:gd name="csX0" fmla="*/ 0 w 3432464"/>
                      <a:gd name="csY0" fmla="*/ 0 h 531595"/>
                      <a:gd name="csX1" fmla="*/ 640727 w 3432464"/>
                      <a:gd name="csY1" fmla="*/ 0 h 531595"/>
                      <a:gd name="csX2" fmla="*/ 1109830 w 3432464"/>
                      <a:gd name="csY2" fmla="*/ 0 h 531595"/>
                      <a:gd name="csX3" fmla="*/ 1578933 w 3432464"/>
                      <a:gd name="csY3" fmla="*/ 0 h 531595"/>
                      <a:gd name="csX4" fmla="*/ 2219660 w 3432464"/>
                      <a:gd name="csY4" fmla="*/ 0 h 531595"/>
                      <a:gd name="csX5" fmla="*/ 2791737 w 3432464"/>
                      <a:gd name="csY5" fmla="*/ 0 h 531595"/>
                      <a:gd name="csX6" fmla="*/ 3432464 w 3432464"/>
                      <a:gd name="csY6" fmla="*/ 0 h 531595"/>
                      <a:gd name="csX7" fmla="*/ 3432464 w 3432464"/>
                      <a:gd name="csY7" fmla="*/ 531595 h 531595"/>
                      <a:gd name="csX8" fmla="*/ 2791737 w 3432464"/>
                      <a:gd name="csY8" fmla="*/ 531595 h 531595"/>
                      <a:gd name="csX9" fmla="*/ 2219660 w 3432464"/>
                      <a:gd name="csY9" fmla="*/ 531595 h 531595"/>
                      <a:gd name="csX10" fmla="*/ 1578933 w 3432464"/>
                      <a:gd name="csY10" fmla="*/ 531595 h 531595"/>
                      <a:gd name="csX11" fmla="*/ 1109830 w 3432464"/>
                      <a:gd name="csY11" fmla="*/ 531595 h 531595"/>
                      <a:gd name="csX12" fmla="*/ 572077 w 3432464"/>
                      <a:gd name="csY12" fmla="*/ 531595 h 531595"/>
                      <a:gd name="csX13" fmla="*/ 0 w 3432464"/>
                      <a:gd name="csY13" fmla="*/ 531595 h 531595"/>
                      <a:gd name="csX14" fmla="*/ 0 w 3432464"/>
                      <a:gd name="csY14" fmla="*/ 0 h 53159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3432464" h="531595" extrusionOk="0">
                        <a:moveTo>
                          <a:pt x="0" y="0"/>
                        </a:moveTo>
                        <a:cubicBezTo>
                          <a:pt x="317494" y="-42052"/>
                          <a:pt x="341571" y="33469"/>
                          <a:pt x="640727" y="0"/>
                        </a:cubicBezTo>
                        <a:cubicBezTo>
                          <a:pt x="939883" y="-33469"/>
                          <a:pt x="941545" y="11861"/>
                          <a:pt x="1109830" y="0"/>
                        </a:cubicBezTo>
                        <a:cubicBezTo>
                          <a:pt x="1278115" y="-11861"/>
                          <a:pt x="1445935" y="4871"/>
                          <a:pt x="1578933" y="0"/>
                        </a:cubicBezTo>
                        <a:cubicBezTo>
                          <a:pt x="1711931" y="-4871"/>
                          <a:pt x="2073945" y="30318"/>
                          <a:pt x="2219660" y="0"/>
                        </a:cubicBezTo>
                        <a:cubicBezTo>
                          <a:pt x="2365375" y="-30318"/>
                          <a:pt x="2657237" y="55175"/>
                          <a:pt x="2791737" y="0"/>
                        </a:cubicBezTo>
                        <a:cubicBezTo>
                          <a:pt x="2926237" y="-55175"/>
                          <a:pt x="3303616" y="32636"/>
                          <a:pt x="3432464" y="0"/>
                        </a:cubicBezTo>
                        <a:cubicBezTo>
                          <a:pt x="3472867" y="165178"/>
                          <a:pt x="3385654" y="285025"/>
                          <a:pt x="3432464" y="531595"/>
                        </a:cubicBezTo>
                        <a:cubicBezTo>
                          <a:pt x="3185718" y="606407"/>
                          <a:pt x="2964633" y="492176"/>
                          <a:pt x="2791737" y="531595"/>
                        </a:cubicBezTo>
                        <a:cubicBezTo>
                          <a:pt x="2618841" y="571014"/>
                          <a:pt x="2449408" y="522809"/>
                          <a:pt x="2219660" y="531595"/>
                        </a:cubicBezTo>
                        <a:cubicBezTo>
                          <a:pt x="1989912" y="540381"/>
                          <a:pt x="1857007" y="515838"/>
                          <a:pt x="1578933" y="531595"/>
                        </a:cubicBezTo>
                        <a:cubicBezTo>
                          <a:pt x="1300859" y="547352"/>
                          <a:pt x="1321533" y="510969"/>
                          <a:pt x="1109830" y="531595"/>
                        </a:cubicBezTo>
                        <a:cubicBezTo>
                          <a:pt x="898127" y="552221"/>
                          <a:pt x="709921" y="504467"/>
                          <a:pt x="572077" y="531595"/>
                        </a:cubicBezTo>
                        <a:cubicBezTo>
                          <a:pt x="434233" y="558723"/>
                          <a:pt x="283507" y="505368"/>
                          <a:pt x="0" y="531595"/>
                        </a:cubicBezTo>
                        <a:cubicBezTo>
                          <a:pt x="-13824" y="383066"/>
                          <a:pt x="53379" y="1528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>
                <a:solidFill>
                  <a:schemeClr val="tx1"/>
                </a:solidFill>
              </a:rPr>
              <a:t>Key limitations (why Auto-Forge is still needed)</a:t>
            </a:r>
            <a:endParaRPr lang="en-GB" sz="2400" b="1">
              <a:solidFill>
                <a:schemeClr val="tx1"/>
              </a:solidFill>
            </a:endParaRPr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A639BD9F-6212-17F3-00F0-3E342F3C864E}"/>
              </a:ext>
            </a:extLst>
          </p:cNvPr>
          <p:cNvCxnSpPr>
            <a:cxnSpLocks/>
          </p:cNvCxnSpPr>
          <p:nvPr/>
        </p:nvCxnSpPr>
        <p:spPr>
          <a:xfrm>
            <a:off x="9448800" y="2322567"/>
            <a:ext cx="430232" cy="598340"/>
          </a:xfrm>
          <a:prstGeom prst="curvedConnector2">
            <a:avLst/>
          </a:prstGeom>
          <a:ln w="38100"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8669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640F3-EF60-6DDE-17B1-8FA46DCF0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 descr="Woman holding a laptop">
            <a:extLst>
              <a:ext uri="{FF2B5EF4-FFF2-40B4-BE49-F238E27FC236}">
                <a16:creationId xmlns:a16="http://schemas.microsoft.com/office/drawing/2014/main" id="{D7842EE7-792C-340B-F5EC-4C583F7DE5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1478" y="308405"/>
            <a:ext cx="3071322" cy="312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2DE858C-827C-0B6D-6304-F02AF4C50185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R26-SE-033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A0CC56-0B7D-0B73-8CE6-5900626331C1}"/>
              </a:ext>
            </a:extLst>
          </p:cNvPr>
          <p:cNvSpPr/>
          <p:nvPr/>
        </p:nvSpPr>
        <p:spPr>
          <a:xfrm>
            <a:off x="1732100" y="609600"/>
            <a:ext cx="872779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3600" b="1" i="1"/>
              <a:t>The Proposed Solution (Auto-Forge)</a:t>
            </a:r>
            <a:endParaRPr lang="en-US" sz="3600" b="1" i="1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8B48EA5-6E78-D2F4-53B1-0A5C28E6F3BC}"/>
              </a:ext>
            </a:extLst>
          </p:cNvPr>
          <p:cNvSpPr/>
          <p:nvPr/>
        </p:nvSpPr>
        <p:spPr>
          <a:xfrm>
            <a:off x="3586061" y="1526646"/>
            <a:ext cx="7081939" cy="1123712"/>
          </a:xfrm>
          <a:prstGeom prst="roundRect">
            <a:avLst/>
          </a:prstGeom>
          <a:solidFill>
            <a:schemeClr val="bg2"/>
          </a:solidFill>
          <a:ln w="19050"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3280232304">
                  <a:custGeom>
                    <a:avLst/>
                    <a:gdLst>
                      <a:gd name="csX0" fmla="*/ 0 w 7081939"/>
                      <a:gd name="csY0" fmla="*/ 0 h 1569660"/>
                      <a:gd name="csX1" fmla="*/ 448523 w 7081939"/>
                      <a:gd name="csY1" fmla="*/ 0 h 1569660"/>
                      <a:gd name="csX2" fmla="*/ 1180323 w 7081939"/>
                      <a:gd name="csY2" fmla="*/ 0 h 1569660"/>
                      <a:gd name="csX3" fmla="*/ 1628846 w 7081939"/>
                      <a:gd name="csY3" fmla="*/ 0 h 1569660"/>
                      <a:gd name="csX4" fmla="*/ 2006549 w 7081939"/>
                      <a:gd name="csY4" fmla="*/ 0 h 1569660"/>
                      <a:gd name="csX5" fmla="*/ 2525892 w 7081939"/>
                      <a:gd name="csY5" fmla="*/ 0 h 1569660"/>
                      <a:gd name="csX6" fmla="*/ 3116053 w 7081939"/>
                      <a:gd name="csY6" fmla="*/ 0 h 1569660"/>
                      <a:gd name="csX7" fmla="*/ 3564576 w 7081939"/>
                      <a:gd name="csY7" fmla="*/ 0 h 1569660"/>
                      <a:gd name="csX8" fmla="*/ 4296376 w 7081939"/>
                      <a:gd name="csY8" fmla="*/ 0 h 1569660"/>
                      <a:gd name="csX9" fmla="*/ 5028177 w 7081939"/>
                      <a:gd name="csY9" fmla="*/ 0 h 1569660"/>
                      <a:gd name="csX10" fmla="*/ 5759977 w 7081939"/>
                      <a:gd name="csY10" fmla="*/ 0 h 1569660"/>
                      <a:gd name="csX11" fmla="*/ 6208500 w 7081939"/>
                      <a:gd name="csY11" fmla="*/ 0 h 1569660"/>
                      <a:gd name="csX12" fmla="*/ 7081939 w 7081939"/>
                      <a:gd name="csY12" fmla="*/ 0 h 1569660"/>
                      <a:gd name="csX13" fmla="*/ 7081939 w 7081939"/>
                      <a:gd name="csY13" fmla="*/ 491827 h 1569660"/>
                      <a:gd name="csX14" fmla="*/ 7081939 w 7081939"/>
                      <a:gd name="csY14" fmla="*/ 967957 h 1569660"/>
                      <a:gd name="csX15" fmla="*/ 7081939 w 7081939"/>
                      <a:gd name="csY15" fmla="*/ 1569660 h 1569660"/>
                      <a:gd name="csX16" fmla="*/ 6350139 w 7081939"/>
                      <a:gd name="csY16" fmla="*/ 1569660 h 1569660"/>
                      <a:gd name="csX17" fmla="*/ 5972435 w 7081939"/>
                      <a:gd name="csY17" fmla="*/ 1569660 h 1569660"/>
                      <a:gd name="csX18" fmla="*/ 5453093 w 7081939"/>
                      <a:gd name="csY18" fmla="*/ 1569660 h 1569660"/>
                      <a:gd name="csX19" fmla="*/ 5075390 w 7081939"/>
                      <a:gd name="csY19" fmla="*/ 1569660 h 1569660"/>
                      <a:gd name="csX20" fmla="*/ 4556047 w 7081939"/>
                      <a:gd name="csY20" fmla="*/ 1569660 h 1569660"/>
                      <a:gd name="csX21" fmla="*/ 4178344 w 7081939"/>
                      <a:gd name="csY21" fmla="*/ 1569660 h 1569660"/>
                      <a:gd name="csX22" fmla="*/ 3446544 w 7081939"/>
                      <a:gd name="csY22" fmla="*/ 1569660 h 1569660"/>
                      <a:gd name="csX23" fmla="*/ 3068840 w 7081939"/>
                      <a:gd name="csY23" fmla="*/ 1569660 h 1569660"/>
                      <a:gd name="csX24" fmla="*/ 2549498 w 7081939"/>
                      <a:gd name="csY24" fmla="*/ 1569660 h 1569660"/>
                      <a:gd name="csX25" fmla="*/ 2171795 w 7081939"/>
                      <a:gd name="csY25" fmla="*/ 1569660 h 1569660"/>
                      <a:gd name="csX26" fmla="*/ 1652452 w 7081939"/>
                      <a:gd name="csY26" fmla="*/ 1569660 h 1569660"/>
                      <a:gd name="csX27" fmla="*/ 991471 w 7081939"/>
                      <a:gd name="csY27" fmla="*/ 1569660 h 1569660"/>
                      <a:gd name="csX28" fmla="*/ 613768 w 7081939"/>
                      <a:gd name="csY28" fmla="*/ 1569660 h 1569660"/>
                      <a:gd name="csX29" fmla="*/ 0 w 7081939"/>
                      <a:gd name="csY29" fmla="*/ 1569660 h 1569660"/>
                      <a:gd name="csX30" fmla="*/ 0 w 7081939"/>
                      <a:gd name="csY30" fmla="*/ 1077833 h 1569660"/>
                      <a:gd name="csX31" fmla="*/ 0 w 7081939"/>
                      <a:gd name="csY31" fmla="*/ 523220 h 1569660"/>
                      <a:gd name="csX32" fmla="*/ 0 w 7081939"/>
                      <a:gd name="csY32" fmla="*/ 0 h 156966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</a:cxnLst>
                    <a:rect l="l" t="t" r="r" b="b"/>
                    <a:pathLst>
                      <a:path w="7081939" h="1569660" fill="none" extrusionOk="0">
                        <a:moveTo>
                          <a:pt x="0" y="0"/>
                        </a:moveTo>
                        <a:cubicBezTo>
                          <a:pt x="94364" y="-33840"/>
                          <a:pt x="238789" y="52274"/>
                          <a:pt x="448523" y="0"/>
                        </a:cubicBezTo>
                        <a:cubicBezTo>
                          <a:pt x="658257" y="-52274"/>
                          <a:pt x="1016708" y="24982"/>
                          <a:pt x="1180323" y="0"/>
                        </a:cubicBezTo>
                        <a:cubicBezTo>
                          <a:pt x="1343938" y="-24982"/>
                          <a:pt x="1473491" y="13592"/>
                          <a:pt x="1628846" y="0"/>
                        </a:cubicBezTo>
                        <a:cubicBezTo>
                          <a:pt x="1784201" y="-13592"/>
                          <a:pt x="1841422" y="24547"/>
                          <a:pt x="2006549" y="0"/>
                        </a:cubicBezTo>
                        <a:cubicBezTo>
                          <a:pt x="2171676" y="-24547"/>
                          <a:pt x="2291531" y="21254"/>
                          <a:pt x="2525892" y="0"/>
                        </a:cubicBezTo>
                        <a:cubicBezTo>
                          <a:pt x="2760253" y="-21254"/>
                          <a:pt x="2889341" y="6928"/>
                          <a:pt x="3116053" y="0"/>
                        </a:cubicBezTo>
                        <a:cubicBezTo>
                          <a:pt x="3342765" y="-6928"/>
                          <a:pt x="3428255" y="14551"/>
                          <a:pt x="3564576" y="0"/>
                        </a:cubicBezTo>
                        <a:cubicBezTo>
                          <a:pt x="3700897" y="-14551"/>
                          <a:pt x="3959686" y="72299"/>
                          <a:pt x="4296376" y="0"/>
                        </a:cubicBezTo>
                        <a:cubicBezTo>
                          <a:pt x="4633066" y="-72299"/>
                          <a:pt x="4776270" y="5979"/>
                          <a:pt x="5028177" y="0"/>
                        </a:cubicBezTo>
                        <a:cubicBezTo>
                          <a:pt x="5280084" y="-5979"/>
                          <a:pt x="5552154" y="1836"/>
                          <a:pt x="5759977" y="0"/>
                        </a:cubicBezTo>
                        <a:cubicBezTo>
                          <a:pt x="5967800" y="-1836"/>
                          <a:pt x="6070052" y="2874"/>
                          <a:pt x="6208500" y="0"/>
                        </a:cubicBezTo>
                        <a:cubicBezTo>
                          <a:pt x="6346948" y="-2874"/>
                          <a:pt x="6779683" y="36415"/>
                          <a:pt x="7081939" y="0"/>
                        </a:cubicBezTo>
                        <a:cubicBezTo>
                          <a:pt x="7104774" y="197812"/>
                          <a:pt x="7050747" y="368340"/>
                          <a:pt x="7081939" y="491827"/>
                        </a:cubicBezTo>
                        <a:cubicBezTo>
                          <a:pt x="7113131" y="615314"/>
                          <a:pt x="7059008" y="842899"/>
                          <a:pt x="7081939" y="967957"/>
                        </a:cubicBezTo>
                        <a:cubicBezTo>
                          <a:pt x="7104870" y="1093015"/>
                          <a:pt x="7071547" y="1330503"/>
                          <a:pt x="7081939" y="1569660"/>
                        </a:cubicBezTo>
                        <a:cubicBezTo>
                          <a:pt x="6758039" y="1616587"/>
                          <a:pt x="6700177" y="1562539"/>
                          <a:pt x="6350139" y="1569660"/>
                        </a:cubicBezTo>
                        <a:cubicBezTo>
                          <a:pt x="6000101" y="1576781"/>
                          <a:pt x="6106851" y="1537572"/>
                          <a:pt x="5972435" y="1569660"/>
                        </a:cubicBezTo>
                        <a:cubicBezTo>
                          <a:pt x="5838019" y="1601748"/>
                          <a:pt x="5688492" y="1566969"/>
                          <a:pt x="5453093" y="1569660"/>
                        </a:cubicBezTo>
                        <a:cubicBezTo>
                          <a:pt x="5217694" y="1572351"/>
                          <a:pt x="5172453" y="1544127"/>
                          <a:pt x="5075390" y="1569660"/>
                        </a:cubicBezTo>
                        <a:cubicBezTo>
                          <a:pt x="4978327" y="1595193"/>
                          <a:pt x="4681203" y="1535211"/>
                          <a:pt x="4556047" y="1569660"/>
                        </a:cubicBezTo>
                        <a:cubicBezTo>
                          <a:pt x="4430891" y="1604109"/>
                          <a:pt x="4280480" y="1553727"/>
                          <a:pt x="4178344" y="1569660"/>
                        </a:cubicBezTo>
                        <a:cubicBezTo>
                          <a:pt x="4076208" y="1585593"/>
                          <a:pt x="3810969" y="1560598"/>
                          <a:pt x="3446544" y="1569660"/>
                        </a:cubicBezTo>
                        <a:cubicBezTo>
                          <a:pt x="3082119" y="1578722"/>
                          <a:pt x="3150243" y="1533222"/>
                          <a:pt x="3068840" y="1569660"/>
                        </a:cubicBezTo>
                        <a:cubicBezTo>
                          <a:pt x="2987437" y="1606098"/>
                          <a:pt x="2746131" y="1556827"/>
                          <a:pt x="2549498" y="1569660"/>
                        </a:cubicBezTo>
                        <a:cubicBezTo>
                          <a:pt x="2352865" y="1582493"/>
                          <a:pt x="2342297" y="1556763"/>
                          <a:pt x="2171795" y="1569660"/>
                        </a:cubicBezTo>
                        <a:cubicBezTo>
                          <a:pt x="2001293" y="1582557"/>
                          <a:pt x="1846526" y="1558315"/>
                          <a:pt x="1652452" y="1569660"/>
                        </a:cubicBezTo>
                        <a:cubicBezTo>
                          <a:pt x="1458378" y="1581005"/>
                          <a:pt x="1278579" y="1541048"/>
                          <a:pt x="991471" y="1569660"/>
                        </a:cubicBezTo>
                        <a:cubicBezTo>
                          <a:pt x="704363" y="1598272"/>
                          <a:pt x="709664" y="1561513"/>
                          <a:pt x="613768" y="1569660"/>
                        </a:cubicBezTo>
                        <a:cubicBezTo>
                          <a:pt x="517872" y="1577807"/>
                          <a:pt x="214442" y="1541846"/>
                          <a:pt x="0" y="1569660"/>
                        </a:cubicBezTo>
                        <a:cubicBezTo>
                          <a:pt x="-8017" y="1431148"/>
                          <a:pt x="25575" y="1289260"/>
                          <a:pt x="0" y="1077833"/>
                        </a:cubicBezTo>
                        <a:cubicBezTo>
                          <a:pt x="-25575" y="866406"/>
                          <a:pt x="3502" y="759188"/>
                          <a:pt x="0" y="523220"/>
                        </a:cubicBezTo>
                        <a:cubicBezTo>
                          <a:pt x="-3502" y="287252"/>
                          <a:pt x="4104" y="107470"/>
                          <a:pt x="0" y="0"/>
                        </a:cubicBezTo>
                        <a:close/>
                      </a:path>
                      <a:path w="7081939" h="1569660" stroke="0" extrusionOk="0">
                        <a:moveTo>
                          <a:pt x="0" y="0"/>
                        </a:moveTo>
                        <a:cubicBezTo>
                          <a:pt x="215000" y="-44653"/>
                          <a:pt x="435496" y="12239"/>
                          <a:pt x="590162" y="0"/>
                        </a:cubicBezTo>
                        <a:cubicBezTo>
                          <a:pt x="744828" y="-12239"/>
                          <a:pt x="925674" y="8565"/>
                          <a:pt x="1038684" y="0"/>
                        </a:cubicBezTo>
                        <a:cubicBezTo>
                          <a:pt x="1151694" y="-8565"/>
                          <a:pt x="1308521" y="15312"/>
                          <a:pt x="1416388" y="0"/>
                        </a:cubicBezTo>
                        <a:cubicBezTo>
                          <a:pt x="1524255" y="-15312"/>
                          <a:pt x="1721036" y="13173"/>
                          <a:pt x="2006549" y="0"/>
                        </a:cubicBezTo>
                        <a:cubicBezTo>
                          <a:pt x="2292062" y="-13173"/>
                          <a:pt x="2502867" y="71371"/>
                          <a:pt x="2738350" y="0"/>
                        </a:cubicBezTo>
                        <a:cubicBezTo>
                          <a:pt x="2973833" y="-71371"/>
                          <a:pt x="3108944" y="64181"/>
                          <a:pt x="3399331" y="0"/>
                        </a:cubicBezTo>
                        <a:cubicBezTo>
                          <a:pt x="3689718" y="-64181"/>
                          <a:pt x="3620811" y="28166"/>
                          <a:pt x="3777034" y="0"/>
                        </a:cubicBezTo>
                        <a:cubicBezTo>
                          <a:pt x="3933257" y="-28166"/>
                          <a:pt x="4095275" y="75"/>
                          <a:pt x="4296376" y="0"/>
                        </a:cubicBezTo>
                        <a:cubicBezTo>
                          <a:pt x="4497477" y="-75"/>
                          <a:pt x="4588362" y="32096"/>
                          <a:pt x="4815719" y="0"/>
                        </a:cubicBezTo>
                        <a:cubicBezTo>
                          <a:pt x="5043076" y="-32096"/>
                          <a:pt x="5213981" y="76381"/>
                          <a:pt x="5476699" y="0"/>
                        </a:cubicBezTo>
                        <a:cubicBezTo>
                          <a:pt x="5739417" y="-76381"/>
                          <a:pt x="5688443" y="31911"/>
                          <a:pt x="5854403" y="0"/>
                        </a:cubicBezTo>
                        <a:cubicBezTo>
                          <a:pt x="6020363" y="-31911"/>
                          <a:pt x="6518344" y="101386"/>
                          <a:pt x="7081939" y="0"/>
                        </a:cubicBezTo>
                        <a:cubicBezTo>
                          <a:pt x="7114523" y="234318"/>
                          <a:pt x="7030655" y="388024"/>
                          <a:pt x="7081939" y="554613"/>
                        </a:cubicBezTo>
                        <a:cubicBezTo>
                          <a:pt x="7133223" y="721202"/>
                          <a:pt x="7040632" y="935084"/>
                          <a:pt x="7081939" y="1046440"/>
                        </a:cubicBezTo>
                        <a:cubicBezTo>
                          <a:pt x="7123246" y="1157796"/>
                          <a:pt x="7074841" y="1383962"/>
                          <a:pt x="7081939" y="1569660"/>
                        </a:cubicBezTo>
                        <a:cubicBezTo>
                          <a:pt x="6926794" y="1588631"/>
                          <a:pt x="6754354" y="1565623"/>
                          <a:pt x="6633416" y="1569660"/>
                        </a:cubicBezTo>
                        <a:cubicBezTo>
                          <a:pt x="6512478" y="1573697"/>
                          <a:pt x="6257311" y="1549418"/>
                          <a:pt x="6043255" y="1569660"/>
                        </a:cubicBezTo>
                        <a:cubicBezTo>
                          <a:pt x="5829199" y="1589902"/>
                          <a:pt x="5560815" y="1554075"/>
                          <a:pt x="5382274" y="1569660"/>
                        </a:cubicBezTo>
                        <a:cubicBezTo>
                          <a:pt x="5203733" y="1585245"/>
                          <a:pt x="4999145" y="1500043"/>
                          <a:pt x="4721293" y="1569660"/>
                        </a:cubicBezTo>
                        <a:cubicBezTo>
                          <a:pt x="4443441" y="1639277"/>
                          <a:pt x="4425621" y="1559299"/>
                          <a:pt x="4272770" y="1569660"/>
                        </a:cubicBezTo>
                        <a:cubicBezTo>
                          <a:pt x="4119919" y="1580021"/>
                          <a:pt x="4007378" y="1532298"/>
                          <a:pt x="3895066" y="1569660"/>
                        </a:cubicBezTo>
                        <a:cubicBezTo>
                          <a:pt x="3782754" y="1607022"/>
                          <a:pt x="3597977" y="1559514"/>
                          <a:pt x="3446544" y="1569660"/>
                        </a:cubicBezTo>
                        <a:cubicBezTo>
                          <a:pt x="3295111" y="1579806"/>
                          <a:pt x="3164759" y="1535697"/>
                          <a:pt x="3068840" y="1569660"/>
                        </a:cubicBezTo>
                        <a:cubicBezTo>
                          <a:pt x="2972921" y="1603623"/>
                          <a:pt x="2691727" y="1535916"/>
                          <a:pt x="2407859" y="1569660"/>
                        </a:cubicBezTo>
                        <a:cubicBezTo>
                          <a:pt x="2123991" y="1603404"/>
                          <a:pt x="2066997" y="1553420"/>
                          <a:pt x="1959336" y="1569660"/>
                        </a:cubicBezTo>
                        <a:cubicBezTo>
                          <a:pt x="1851675" y="1585900"/>
                          <a:pt x="1534731" y="1542222"/>
                          <a:pt x="1298355" y="1569660"/>
                        </a:cubicBezTo>
                        <a:cubicBezTo>
                          <a:pt x="1061979" y="1597098"/>
                          <a:pt x="993813" y="1513391"/>
                          <a:pt x="708194" y="1569660"/>
                        </a:cubicBezTo>
                        <a:cubicBezTo>
                          <a:pt x="422575" y="1625929"/>
                          <a:pt x="266005" y="1569072"/>
                          <a:pt x="0" y="1569660"/>
                        </a:cubicBezTo>
                        <a:cubicBezTo>
                          <a:pt x="-12854" y="1323055"/>
                          <a:pt x="48822" y="1212666"/>
                          <a:pt x="0" y="1046440"/>
                        </a:cubicBezTo>
                        <a:cubicBezTo>
                          <a:pt x="-48822" y="880214"/>
                          <a:pt x="23656" y="652187"/>
                          <a:pt x="0" y="523220"/>
                        </a:cubicBezTo>
                        <a:cubicBezTo>
                          <a:pt x="-23656" y="394253"/>
                          <a:pt x="52107" y="1162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en-GB" sz="2000" i="1"/>
              <a:t>Auto Forge is a human-in-the-loop, multi-agent system that converts business requirements into a validated prototype &amp; working product with traceability and security checks. </a:t>
            </a: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2143E5C3-2AD9-E0C7-473A-20B0868530B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95400" y="3244303"/>
            <a:ext cx="9982200" cy="3166824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Inputs:</a:t>
            </a:r>
            <a:r>
              <a:rPr kumimoji="0" lang="en-US" altLang="en-US" sz="2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BA interview/feature request, domain documents, target tech stack.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000" b="1" i="1">
                <a:latin typeface="Aptos" panose="020B0004020202020204" pitchFamily="34" charset="0"/>
              </a:rPr>
              <a:t>Process:</a:t>
            </a:r>
            <a:endParaRPr lang="en-GB" sz="2000" i="1">
              <a:latin typeface="Aptos" panose="020B0004020202020204" pitchFamily="34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GB" sz="2000" i="1">
                <a:latin typeface="Aptos" panose="020B0004020202020204" pitchFamily="34" charset="0"/>
              </a:rPr>
              <a:t>Requirements bot → SRS (FR/NFR/acceptance) → BA approval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2000" i="1">
                <a:latin typeface="Aptos" panose="020B0004020202020204" pitchFamily="34" charset="0"/>
              </a:rPr>
              <a:t>Domain agents → workflow/rule pack → feed into SDS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2000" i="1">
                <a:latin typeface="Aptos" panose="020B0004020202020204" pitchFamily="34" charset="0"/>
              </a:rPr>
              <a:t>Pipeline generates SDS, architecture pack, UI/UX pack, DB pack, prototype + tests, </a:t>
            </a:r>
            <a:r>
              <a:rPr lang="en-GB" sz="2000" i="1" err="1">
                <a:latin typeface="Aptos" panose="020B0004020202020204" pitchFamily="34" charset="0"/>
              </a:rPr>
              <a:t>devops</a:t>
            </a:r>
            <a:r>
              <a:rPr lang="en-GB" sz="2000" i="1">
                <a:latin typeface="Aptos" panose="020B0004020202020204" pitchFamily="34" charset="0"/>
              </a:rPr>
              <a:t> pack, security pack, testing pack, working project with reports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2000" i="1">
                <a:latin typeface="Aptos" panose="020B0004020202020204" pitchFamily="34" charset="0"/>
              </a:rPr>
              <a:t>Return prototype + reports for review &amp; working product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sz="2000" b="1" i="1">
                <a:latin typeface="Aptos" panose="020B0004020202020204" pitchFamily="34" charset="0"/>
              </a:rPr>
              <a:t>Outputs:</a:t>
            </a:r>
            <a:r>
              <a:rPr lang="en-GB" sz="2000" i="1">
                <a:latin typeface="Aptos" panose="020B0004020202020204" pitchFamily="34" charset="0"/>
              </a:rPr>
              <a:t> approved SRS+SDS, working prototype, Design </a:t>
            </a:r>
            <a:r>
              <a:rPr lang="en-GB" sz="2000" i="1" err="1">
                <a:latin typeface="Aptos" panose="020B0004020202020204" pitchFamily="34" charset="0"/>
              </a:rPr>
              <a:t>pack,</a:t>
            </a:r>
            <a:r>
              <a:rPr lang="en-GB" sz="2000" i="1">
                <a:latin typeface="Aptos" panose="020B0004020202020204" pitchFamily="34" charset="0"/>
              </a:rPr>
              <a:t>testing, security findings, working product + reports.</a:t>
            </a:r>
            <a:endParaRPr kumimoji="0" lang="en-US" altLang="en-US" sz="20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034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94476E-59F2-9103-A853-970945085F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3" r="13240" b="-1"/>
          <a:stretch>
            <a:fillRect/>
          </a:stretch>
        </p:blipFill>
        <p:spPr>
          <a:xfrm>
            <a:off x="1804874" y="362492"/>
            <a:ext cx="8582252" cy="59752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85189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93B7-2BA9-4FC2-E828-D512F169E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 descr="Woman holding a laptop">
            <a:extLst>
              <a:ext uri="{FF2B5EF4-FFF2-40B4-BE49-F238E27FC236}">
                <a16:creationId xmlns:a16="http://schemas.microsoft.com/office/drawing/2014/main" id="{5DB4F871-996D-2A5B-9BCD-4511DD67DF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0" y="126822"/>
            <a:ext cx="2590800" cy="263236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EA26552-2C18-295B-10D1-933CE77A293C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R26-SE-033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C0D696-6034-368E-8CB9-2FF5B852456B}"/>
              </a:ext>
            </a:extLst>
          </p:cNvPr>
          <p:cNvSpPr/>
          <p:nvPr/>
        </p:nvSpPr>
        <p:spPr>
          <a:xfrm>
            <a:off x="1447800" y="609600"/>
            <a:ext cx="1013460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3600" b="1" i="1"/>
              <a:t>Solution Overview: How it Overcomes Limitations</a:t>
            </a:r>
            <a:endParaRPr lang="en-US" sz="3600" b="1" i="1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E9962457-CE5E-FD85-AFE6-2EB3EFA8BEB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905000" y="2484024"/>
            <a:ext cx="9677400" cy="2343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sz="2000" i="1"/>
              <a:t>Partial SDLC automation → </a:t>
            </a:r>
            <a:r>
              <a:rPr lang="en-GB" sz="2000" b="1" i="1"/>
              <a:t>full pipeline with stage gating</a:t>
            </a:r>
            <a:r>
              <a:rPr lang="en-GB" sz="2000" i="1"/>
              <a:t> (SRS→…→Prototype).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sz="2000" i="1"/>
              <a:t>Weak domain grounding → </a:t>
            </a:r>
            <a:r>
              <a:rPr lang="en-GB" sz="2000" b="1" i="1"/>
              <a:t>Domain workflow/rule pack</a:t>
            </a:r>
            <a:r>
              <a:rPr lang="en-GB" sz="2000" i="1"/>
              <a:t> before SDS/design.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sz="2000" i="1"/>
              <a:t>Hard to trust outputs → </a:t>
            </a:r>
            <a:r>
              <a:rPr lang="en-GB" sz="2000" b="1" i="1"/>
              <a:t>human approvals + versioned artifacts.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sz="2000" b="1" i="1"/>
              <a:t>Hard to prove coverage</a:t>
            </a:r>
            <a:r>
              <a:rPr lang="en-GB" sz="2000" i="1"/>
              <a:t> → Traceability matrix (FR → design/code/test/security).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GB" altLang="en-US" sz="2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Security late </a:t>
            </a:r>
            <a:r>
              <a:rPr lang="en-GB" sz="2000" i="1"/>
              <a:t>→ security pack integrated (threat scan + </a:t>
            </a:r>
            <a:r>
              <a:rPr lang="en-GB" sz="2000" i="1">
                <a:highlight>
                  <a:srgbClr val="00FFFF"/>
                </a:highlight>
              </a:rPr>
              <a:t>SAST</a:t>
            </a:r>
            <a:r>
              <a:rPr lang="en-GB" sz="2000" i="1"/>
              <a:t>/dependency scan)</a:t>
            </a:r>
            <a:endParaRPr kumimoji="0" lang="en-US" altLang="en-US" sz="20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BE2BB35-94E6-308A-E314-59EDB0391DA5}"/>
              </a:ext>
            </a:extLst>
          </p:cNvPr>
          <p:cNvGrpSpPr/>
          <p:nvPr/>
        </p:nvGrpSpPr>
        <p:grpSpPr>
          <a:xfrm>
            <a:off x="8315639" y="4751205"/>
            <a:ext cx="3251521" cy="1317378"/>
            <a:chOff x="8315639" y="4751205"/>
            <a:chExt cx="3251521" cy="1317378"/>
          </a:xfrm>
        </p:grpSpPr>
        <p:sp>
          <p:nvSpPr>
            <p:cNvPr id="19" name="Rectangle: Folded Corner 18">
              <a:extLst>
                <a:ext uri="{FF2B5EF4-FFF2-40B4-BE49-F238E27FC236}">
                  <a16:creationId xmlns:a16="http://schemas.microsoft.com/office/drawing/2014/main" id="{1DE8FA8D-C1F0-45B4-E05E-0DCFB14FD350}"/>
                </a:ext>
              </a:extLst>
            </p:cNvPr>
            <p:cNvSpPr/>
            <p:nvPr/>
          </p:nvSpPr>
          <p:spPr>
            <a:xfrm>
              <a:off x="9448800" y="4868254"/>
              <a:ext cx="2118360" cy="1200329"/>
            </a:xfrm>
            <a:prstGeom prst="foldedCorner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i="1">
                  <a:solidFill>
                    <a:schemeClr val="tx1"/>
                  </a:solidFill>
                </a:rPr>
                <a:t>SAST (Static Application Security Testing) </a:t>
              </a:r>
            </a:p>
          </p:txBody>
        </p:sp>
        <p:cxnSp>
          <p:nvCxnSpPr>
            <p:cNvPr id="27" name="Connector: Curved 26">
              <a:extLst>
                <a:ext uri="{FF2B5EF4-FFF2-40B4-BE49-F238E27FC236}">
                  <a16:creationId xmlns:a16="http://schemas.microsoft.com/office/drawing/2014/main" id="{BF4D9C6F-C8F1-5F24-0859-4DBBEB363B50}"/>
                </a:ext>
              </a:extLst>
            </p:cNvPr>
            <p:cNvCxnSpPr>
              <a:cxnSpLocks/>
              <a:endCxn id="19" idx="1"/>
            </p:cNvCxnSpPr>
            <p:nvPr/>
          </p:nvCxnSpPr>
          <p:spPr>
            <a:xfrm>
              <a:off x="8315639" y="4751205"/>
              <a:ext cx="1133161" cy="717214"/>
            </a:xfrm>
            <a:prstGeom prst="curvedConnector3">
              <a:avLst/>
            </a:prstGeom>
            <a:ln w="38100">
              <a:solidFill>
                <a:schemeClr val="tx2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61456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97EE7-B2D7-D079-2B5C-784CD94B0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A circle filled with irregular dots">
            <a:extLst>
              <a:ext uri="{FF2B5EF4-FFF2-40B4-BE49-F238E27FC236}">
                <a16:creationId xmlns:a16="http://schemas.microsoft.com/office/drawing/2014/main" id="{A5553EEC-CE49-F116-8790-A5F9A06EEC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54240" y="1691640"/>
            <a:ext cx="5902960" cy="590296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68FE35A9-0DF1-C699-4D4E-EF630F96E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742838"/>
            <a:ext cx="9144000" cy="755426"/>
          </a:xfrm>
        </p:spPr>
        <p:txBody>
          <a:bodyPr/>
          <a:lstStyle/>
          <a:p>
            <a:r>
              <a:rPr lang="en-US"/>
              <a:t>IT22098078 | </a:t>
            </a:r>
            <a:r>
              <a:rPr lang="en-US" err="1"/>
              <a:t>Santhuka</a:t>
            </a:r>
            <a:r>
              <a:rPr lang="en-US"/>
              <a:t> </a:t>
            </a:r>
            <a:r>
              <a:rPr lang="en-US" err="1"/>
              <a:t>d.n.m.d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199E62-AE11-C808-E121-D52A7F53E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0600" y="3453882"/>
            <a:ext cx="9144000" cy="990600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3773247103">
                  <a:custGeom>
                    <a:avLst/>
                    <a:gdLst>
                      <a:gd name="csX0" fmla="*/ 0 w 9144000"/>
                      <a:gd name="csY0" fmla="*/ 0 h 990600"/>
                      <a:gd name="csX1" fmla="*/ 388620 w 9144000"/>
                      <a:gd name="csY1" fmla="*/ 0 h 990600"/>
                      <a:gd name="csX2" fmla="*/ 960120 w 9144000"/>
                      <a:gd name="csY2" fmla="*/ 0 h 990600"/>
                      <a:gd name="csX3" fmla="*/ 1623060 w 9144000"/>
                      <a:gd name="csY3" fmla="*/ 0 h 990600"/>
                      <a:gd name="csX4" fmla="*/ 2011680 w 9144000"/>
                      <a:gd name="csY4" fmla="*/ 0 h 990600"/>
                      <a:gd name="csX5" fmla="*/ 2766060 w 9144000"/>
                      <a:gd name="csY5" fmla="*/ 0 h 990600"/>
                      <a:gd name="csX6" fmla="*/ 3154680 w 9144000"/>
                      <a:gd name="csY6" fmla="*/ 0 h 990600"/>
                      <a:gd name="csX7" fmla="*/ 3451860 w 9144000"/>
                      <a:gd name="csY7" fmla="*/ 0 h 990600"/>
                      <a:gd name="csX8" fmla="*/ 3931920 w 9144000"/>
                      <a:gd name="csY8" fmla="*/ 0 h 990600"/>
                      <a:gd name="csX9" fmla="*/ 4503420 w 9144000"/>
                      <a:gd name="csY9" fmla="*/ 0 h 990600"/>
                      <a:gd name="csX10" fmla="*/ 5074920 w 9144000"/>
                      <a:gd name="csY10" fmla="*/ 0 h 990600"/>
                      <a:gd name="csX11" fmla="*/ 5463540 w 9144000"/>
                      <a:gd name="csY11" fmla="*/ 0 h 990600"/>
                      <a:gd name="csX12" fmla="*/ 6035040 w 9144000"/>
                      <a:gd name="csY12" fmla="*/ 0 h 990600"/>
                      <a:gd name="csX13" fmla="*/ 6423660 w 9144000"/>
                      <a:gd name="csY13" fmla="*/ 0 h 990600"/>
                      <a:gd name="csX14" fmla="*/ 6903720 w 9144000"/>
                      <a:gd name="csY14" fmla="*/ 0 h 990600"/>
                      <a:gd name="csX15" fmla="*/ 7200900 w 9144000"/>
                      <a:gd name="csY15" fmla="*/ 0 h 990600"/>
                      <a:gd name="csX16" fmla="*/ 7955280 w 9144000"/>
                      <a:gd name="csY16" fmla="*/ 0 h 990600"/>
                      <a:gd name="csX17" fmla="*/ 8343900 w 9144000"/>
                      <a:gd name="csY17" fmla="*/ 0 h 990600"/>
                      <a:gd name="csX18" fmla="*/ 9144000 w 9144000"/>
                      <a:gd name="csY18" fmla="*/ 0 h 990600"/>
                      <a:gd name="csX19" fmla="*/ 9144000 w 9144000"/>
                      <a:gd name="csY19" fmla="*/ 505206 h 990600"/>
                      <a:gd name="csX20" fmla="*/ 9144000 w 9144000"/>
                      <a:gd name="csY20" fmla="*/ 990600 h 990600"/>
                      <a:gd name="csX21" fmla="*/ 8481060 w 9144000"/>
                      <a:gd name="csY21" fmla="*/ 990600 h 990600"/>
                      <a:gd name="csX22" fmla="*/ 8001000 w 9144000"/>
                      <a:gd name="csY22" fmla="*/ 990600 h 990600"/>
                      <a:gd name="csX23" fmla="*/ 7703820 w 9144000"/>
                      <a:gd name="csY23" fmla="*/ 990600 h 990600"/>
                      <a:gd name="csX24" fmla="*/ 7315200 w 9144000"/>
                      <a:gd name="csY24" fmla="*/ 990600 h 990600"/>
                      <a:gd name="csX25" fmla="*/ 6743700 w 9144000"/>
                      <a:gd name="csY25" fmla="*/ 990600 h 990600"/>
                      <a:gd name="csX26" fmla="*/ 6355080 w 9144000"/>
                      <a:gd name="csY26" fmla="*/ 990600 h 990600"/>
                      <a:gd name="csX27" fmla="*/ 5600700 w 9144000"/>
                      <a:gd name="csY27" fmla="*/ 990600 h 990600"/>
                      <a:gd name="csX28" fmla="*/ 4846320 w 9144000"/>
                      <a:gd name="csY28" fmla="*/ 990600 h 990600"/>
                      <a:gd name="csX29" fmla="*/ 4274820 w 9144000"/>
                      <a:gd name="csY29" fmla="*/ 990600 h 990600"/>
                      <a:gd name="csX30" fmla="*/ 3520440 w 9144000"/>
                      <a:gd name="csY30" fmla="*/ 990600 h 990600"/>
                      <a:gd name="csX31" fmla="*/ 3040380 w 9144000"/>
                      <a:gd name="csY31" fmla="*/ 990600 h 990600"/>
                      <a:gd name="csX32" fmla="*/ 2560320 w 9144000"/>
                      <a:gd name="csY32" fmla="*/ 990600 h 990600"/>
                      <a:gd name="csX33" fmla="*/ 2171700 w 9144000"/>
                      <a:gd name="csY33" fmla="*/ 990600 h 990600"/>
                      <a:gd name="csX34" fmla="*/ 1783080 w 9144000"/>
                      <a:gd name="csY34" fmla="*/ 990600 h 990600"/>
                      <a:gd name="csX35" fmla="*/ 1211580 w 9144000"/>
                      <a:gd name="csY35" fmla="*/ 990600 h 990600"/>
                      <a:gd name="csX36" fmla="*/ 640080 w 9144000"/>
                      <a:gd name="csY36" fmla="*/ 990600 h 990600"/>
                      <a:gd name="csX37" fmla="*/ 0 w 9144000"/>
                      <a:gd name="csY37" fmla="*/ 990600 h 990600"/>
                      <a:gd name="csX38" fmla="*/ 0 w 9144000"/>
                      <a:gd name="csY38" fmla="*/ 505206 h 990600"/>
                      <a:gd name="csX39" fmla="*/ 0 w 9144000"/>
                      <a:gd name="csY39" fmla="*/ 0 h 9906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</a:cxnLst>
                    <a:rect l="l" t="t" r="r" b="b"/>
                    <a:pathLst>
                      <a:path w="9144000" h="990600" fill="none" extrusionOk="0">
                        <a:moveTo>
                          <a:pt x="0" y="0"/>
                        </a:moveTo>
                        <a:cubicBezTo>
                          <a:pt x="101644" y="-40722"/>
                          <a:pt x="275530" y="16360"/>
                          <a:pt x="388620" y="0"/>
                        </a:cubicBezTo>
                        <a:cubicBezTo>
                          <a:pt x="501710" y="-16360"/>
                          <a:pt x="750178" y="64971"/>
                          <a:pt x="960120" y="0"/>
                        </a:cubicBezTo>
                        <a:cubicBezTo>
                          <a:pt x="1170062" y="-64971"/>
                          <a:pt x="1353320" y="42674"/>
                          <a:pt x="1623060" y="0"/>
                        </a:cubicBezTo>
                        <a:cubicBezTo>
                          <a:pt x="1892800" y="-42674"/>
                          <a:pt x="1820964" y="2248"/>
                          <a:pt x="2011680" y="0"/>
                        </a:cubicBezTo>
                        <a:cubicBezTo>
                          <a:pt x="2202396" y="-2248"/>
                          <a:pt x="2589280" y="52148"/>
                          <a:pt x="2766060" y="0"/>
                        </a:cubicBezTo>
                        <a:cubicBezTo>
                          <a:pt x="2942840" y="-52148"/>
                          <a:pt x="3066382" y="18821"/>
                          <a:pt x="3154680" y="0"/>
                        </a:cubicBezTo>
                        <a:cubicBezTo>
                          <a:pt x="3242978" y="-18821"/>
                          <a:pt x="3355891" y="22214"/>
                          <a:pt x="3451860" y="0"/>
                        </a:cubicBezTo>
                        <a:cubicBezTo>
                          <a:pt x="3547829" y="-22214"/>
                          <a:pt x="3801526" y="32023"/>
                          <a:pt x="3931920" y="0"/>
                        </a:cubicBezTo>
                        <a:cubicBezTo>
                          <a:pt x="4062314" y="-32023"/>
                          <a:pt x="4248506" y="48233"/>
                          <a:pt x="4503420" y="0"/>
                        </a:cubicBezTo>
                        <a:cubicBezTo>
                          <a:pt x="4758334" y="-48233"/>
                          <a:pt x="4875587" y="5606"/>
                          <a:pt x="5074920" y="0"/>
                        </a:cubicBezTo>
                        <a:cubicBezTo>
                          <a:pt x="5274253" y="-5606"/>
                          <a:pt x="5351098" y="5451"/>
                          <a:pt x="5463540" y="0"/>
                        </a:cubicBezTo>
                        <a:cubicBezTo>
                          <a:pt x="5575982" y="-5451"/>
                          <a:pt x="5782894" y="39520"/>
                          <a:pt x="6035040" y="0"/>
                        </a:cubicBezTo>
                        <a:cubicBezTo>
                          <a:pt x="6287186" y="-39520"/>
                          <a:pt x="6271545" y="15883"/>
                          <a:pt x="6423660" y="0"/>
                        </a:cubicBezTo>
                        <a:cubicBezTo>
                          <a:pt x="6575775" y="-15883"/>
                          <a:pt x="6700031" y="13360"/>
                          <a:pt x="6903720" y="0"/>
                        </a:cubicBezTo>
                        <a:cubicBezTo>
                          <a:pt x="7107409" y="-13360"/>
                          <a:pt x="7052367" y="8011"/>
                          <a:pt x="7200900" y="0"/>
                        </a:cubicBezTo>
                        <a:cubicBezTo>
                          <a:pt x="7349433" y="-8011"/>
                          <a:pt x="7718548" y="30251"/>
                          <a:pt x="7955280" y="0"/>
                        </a:cubicBezTo>
                        <a:cubicBezTo>
                          <a:pt x="8192012" y="-30251"/>
                          <a:pt x="8190365" y="35515"/>
                          <a:pt x="8343900" y="0"/>
                        </a:cubicBezTo>
                        <a:cubicBezTo>
                          <a:pt x="8497435" y="-35515"/>
                          <a:pt x="8884952" y="80011"/>
                          <a:pt x="9144000" y="0"/>
                        </a:cubicBezTo>
                        <a:cubicBezTo>
                          <a:pt x="9181734" y="242103"/>
                          <a:pt x="9113214" y="333738"/>
                          <a:pt x="9144000" y="505206"/>
                        </a:cubicBezTo>
                        <a:cubicBezTo>
                          <a:pt x="9174786" y="676674"/>
                          <a:pt x="9117876" y="801825"/>
                          <a:pt x="9144000" y="990600"/>
                        </a:cubicBezTo>
                        <a:cubicBezTo>
                          <a:pt x="9000213" y="1065286"/>
                          <a:pt x="8652097" y="917006"/>
                          <a:pt x="8481060" y="990600"/>
                        </a:cubicBezTo>
                        <a:cubicBezTo>
                          <a:pt x="8310023" y="1064194"/>
                          <a:pt x="8110828" y="956580"/>
                          <a:pt x="8001000" y="990600"/>
                        </a:cubicBezTo>
                        <a:cubicBezTo>
                          <a:pt x="7891172" y="1024620"/>
                          <a:pt x="7812957" y="980497"/>
                          <a:pt x="7703820" y="990600"/>
                        </a:cubicBezTo>
                        <a:cubicBezTo>
                          <a:pt x="7594683" y="1000703"/>
                          <a:pt x="7453203" y="959488"/>
                          <a:pt x="7315200" y="990600"/>
                        </a:cubicBezTo>
                        <a:cubicBezTo>
                          <a:pt x="7177197" y="1021712"/>
                          <a:pt x="7021254" y="948348"/>
                          <a:pt x="6743700" y="990600"/>
                        </a:cubicBezTo>
                        <a:cubicBezTo>
                          <a:pt x="6466146" y="1032852"/>
                          <a:pt x="6449908" y="964879"/>
                          <a:pt x="6355080" y="990600"/>
                        </a:cubicBezTo>
                        <a:cubicBezTo>
                          <a:pt x="6260252" y="1016321"/>
                          <a:pt x="5763755" y="937594"/>
                          <a:pt x="5600700" y="990600"/>
                        </a:cubicBezTo>
                        <a:cubicBezTo>
                          <a:pt x="5437645" y="1043606"/>
                          <a:pt x="5128310" y="906627"/>
                          <a:pt x="4846320" y="990600"/>
                        </a:cubicBezTo>
                        <a:cubicBezTo>
                          <a:pt x="4564330" y="1074573"/>
                          <a:pt x="4461312" y="960434"/>
                          <a:pt x="4274820" y="990600"/>
                        </a:cubicBezTo>
                        <a:cubicBezTo>
                          <a:pt x="4088328" y="1020766"/>
                          <a:pt x="3771468" y="926435"/>
                          <a:pt x="3520440" y="990600"/>
                        </a:cubicBezTo>
                        <a:cubicBezTo>
                          <a:pt x="3269412" y="1054765"/>
                          <a:pt x="3225687" y="966927"/>
                          <a:pt x="3040380" y="990600"/>
                        </a:cubicBezTo>
                        <a:cubicBezTo>
                          <a:pt x="2855073" y="1014273"/>
                          <a:pt x="2776559" y="959360"/>
                          <a:pt x="2560320" y="990600"/>
                        </a:cubicBezTo>
                        <a:cubicBezTo>
                          <a:pt x="2344081" y="1021840"/>
                          <a:pt x="2275811" y="985331"/>
                          <a:pt x="2171700" y="990600"/>
                        </a:cubicBezTo>
                        <a:cubicBezTo>
                          <a:pt x="2067589" y="995869"/>
                          <a:pt x="1922013" y="987364"/>
                          <a:pt x="1783080" y="990600"/>
                        </a:cubicBezTo>
                        <a:cubicBezTo>
                          <a:pt x="1644147" y="993836"/>
                          <a:pt x="1417281" y="923195"/>
                          <a:pt x="1211580" y="990600"/>
                        </a:cubicBezTo>
                        <a:cubicBezTo>
                          <a:pt x="1005879" y="1058005"/>
                          <a:pt x="763715" y="955494"/>
                          <a:pt x="640080" y="990600"/>
                        </a:cubicBezTo>
                        <a:cubicBezTo>
                          <a:pt x="516445" y="1025706"/>
                          <a:pt x="265556" y="928849"/>
                          <a:pt x="0" y="990600"/>
                        </a:cubicBezTo>
                        <a:cubicBezTo>
                          <a:pt x="-25009" y="826047"/>
                          <a:pt x="6617" y="657850"/>
                          <a:pt x="0" y="505206"/>
                        </a:cubicBezTo>
                        <a:cubicBezTo>
                          <a:pt x="-6617" y="352562"/>
                          <a:pt x="12619" y="154238"/>
                          <a:pt x="0" y="0"/>
                        </a:cubicBezTo>
                        <a:close/>
                      </a:path>
                      <a:path w="9144000" h="990600" stroke="0" extrusionOk="0">
                        <a:moveTo>
                          <a:pt x="0" y="0"/>
                        </a:moveTo>
                        <a:cubicBezTo>
                          <a:pt x="271906" y="-53294"/>
                          <a:pt x="413255" y="88851"/>
                          <a:pt x="754380" y="0"/>
                        </a:cubicBezTo>
                        <a:cubicBezTo>
                          <a:pt x="1095505" y="-88851"/>
                          <a:pt x="980370" y="34976"/>
                          <a:pt x="1051560" y="0"/>
                        </a:cubicBezTo>
                        <a:cubicBezTo>
                          <a:pt x="1122750" y="-34976"/>
                          <a:pt x="1200260" y="23955"/>
                          <a:pt x="1348740" y="0"/>
                        </a:cubicBezTo>
                        <a:cubicBezTo>
                          <a:pt x="1497220" y="-23955"/>
                          <a:pt x="1928512" y="38233"/>
                          <a:pt x="2103120" y="0"/>
                        </a:cubicBezTo>
                        <a:cubicBezTo>
                          <a:pt x="2277728" y="-38233"/>
                          <a:pt x="2408433" y="1162"/>
                          <a:pt x="2674620" y="0"/>
                        </a:cubicBezTo>
                        <a:cubicBezTo>
                          <a:pt x="2940807" y="-1162"/>
                          <a:pt x="2965113" y="14682"/>
                          <a:pt x="3063240" y="0"/>
                        </a:cubicBezTo>
                        <a:cubicBezTo>
                          <a:pt x="3161367" y="-14682"/>
                          <a:pt x="3476577" y="17170"/>
                          <a:pt x="3726180" y="0"/>
                        </a:cubicBezTo>
                        <a:cubicBezTo>
                          <a:pt x="3975783" y="-17170"/>
                          <a:pt x="4071394" y="47039"/>
                          <a:pt x="4297680" y="0"/>
                        </a:cubicBezTo>
                        <a:cubicBezTo>
                          <a:pt x="4523966" y="-47039"/>
                          <a:pt x="4720613" y="70046"/>
                          <a:pt x="5052060" y="0"/>
                        </a:cubicBezTo>
                        <a:cubicBezTo>
                          <a:pt x="5383507" y="-70046"/>
                          <a:pt x="5394907" y="71130"/>
                          <a:pt x="5715000" y="0"/>
                        </a:cubicBezTo>
                        <a:cubicBezTo>
                          <a:pt x="6035093" y="-71130"/>
                          <a:pt x="5984046" y="55299"/>
                          <a:pt x="6195060" y="0"/>
                        </a:cubicBezTo>
                        <a:cubicBezTo>
                          <a:pt x="6406074" y="-55299"/>
                          <a:pt x="6612711" y="35766"/>
                          <a:pt x="6766560" y="0"/>
                        </a:cubicBezTo>
                        <a:cubicBezTo>
                          <a:pt x="6920409" y="-35766"/>
                          <a:pt x="7333665" y="41034"/>
                          <a:pt x="7520940" y="0"/>
                        </a:cubicBezTo>
                        <a:cubicBezTo>
                          <a:pt x="7708215" y="-41034"/>
                          <a:pt x="7788330" y="52565"/>
                          <a:pt x="8001000" y="0"/>
                        </a:cubicBezTo>
                        <a:cubicBezTo>
                          <a:pt x="8213670" y="-52565"/>
                          <a:pt x="8168128" y="13735"/>
                          <a:pt x="8298180" y="0"/>
                        </a:cubicBezTo>
                        <a:cubicBezTo>
                          <a:pt x="8428232" y="-13735"/>
                          <a:pt x="8774903" y="62849"/>
                          <a:pt x="9144000" y="0"/>
                        </a:cubicBezTo>
                        <a:cubicBezTo>
                          <a:pt x="9199048" y="143263"/>
                          <a:pt x="9111758" y="284607"/>
                          <a:pt x="9144000" y="515112"/>
                        </a:cubicBezTo>
                        <a:cubicBezTo>
                          <a:pt x="9176242" y="745617"/>
                          <a:pt x="9134842" y="802944"/>
                          <a:pt x="9144000" y="990600"/>
                        </a:cubicBezTo>
                        <a:cubicBezTo>
                          <a:pt x="8971628" y="1036643"/>
                          <a:pt x="8796669" y="931565"/>
                          <a:pt x="8572500" y="990600"/>
                        </a:cubicBezTo>
                        <a:cubicBezTo>
                          <a:pt x="8348331" y="1049635"/>
                          <a:pt x="8237100" y="931489"/>
                          <a:pt x="7909560" y="990600"/>
                        </a:cubicBezTo>
                        <a:cubicBezTo>
                          <a:pt x="7582020" y="1049711"/>
                          <a:pt x="7674919" y="962969"/>
                          <a:pt x="7520940" y="990600"/>
                        </a:cubicBezTo>
                        <a:cubicBezTo>
                          <a:pt x="7366961" y="1018231"/>
                          <a:pt x="7311785" y="978844"/>
                          <a:pt x="7223760" y="990600"/>
                        </a:cubicBezTo>
                        <a:cubicBezTo>
                          <a:pt x="7135735" y="1002356"/>
                          <a:pt x="7029654" y="987495"/>
                          <a:pt x="6926580" y="990600"/>
                        </a:cubicBezTo>
                        <a:cubicBezTo>
                          <a:pt x="6823506" y="993705"/>
                          <a:pt x="6550664" y="931435"/>
                          <a:pt x="6355080" y="990600"/>
                        </a:cubicBezTo>
                        <a:cubicBezTo>
                          <a:pt x="6159496" y="1049765"/>
                          <a:pt x="6021768" y="978186"/>
                          <a:pt x="5875020" y="990600"/>
                        </a:cubicBezTo>
                        <a:cubicBezTo>
                          <a:pt x="5728272" y="1003014"/>
                          <a:pt x="5633167" y="988959"/>
                          <a:pt x="5486400" y="990600"/>
                        </a:cubicBezTo>
                        <a:cubicBezTo>
                          <a:pt x="5339633" y="992241"/>
                          <a:pt x="4928855" y="923418"/>
                          <a:pt x="4732020" y="990600"/>
                        </a:cubicBezTo>
                        <a:cubicBezTo>
                          <a:pt x="4535185" y="1057782"/>
                          <a:pt x="4490754" y="966626"/>
                          <a:pt x="4251960" y="990600"/>
                        </a:cubicBezTo>
                        <a:cubicBezTo>
                          <a:pt x="4013166" y="1014574"/>
                          <a:pt x="3739414" y="981653"/>
                          <a:pt x="3589020" y="990600"/>
                        </a:cubicBezTo>
                        <a:cubicBezTo>
                          <a:pt x="3438626" y="999547"/>
                          <a:pt x="3354657" y="963949"/>
                          <a:pt x="3200400" y="990600"/>
                        </a:cubicBezTo>
                        <a:cubicBezTo>
                          <a:pt x="3046143" y="1017251"/>
                          <a:pt x="2722240" y="984488"/>
                          <a:pt x="2446020" y="990600"/>
                        </a:cubicBezTo>
                        <a:cubicBezTo>
                          <a:pt x="2169800" y="996712"/>
                          <a:pt x="2280368" y="965074"/>
                          <a:pt x="2148840" y="990600"/>
                        </a:cubicBezTo>
                        <a:cubicBezTo>
                          <a:pt x="2017312" y="1016126"/>
                          <a:pt x="1768850" y="950955"/>
                          <a:pt x="1668780" y="990600"/>
                        </a:cubicBezTo>
                        <a:cubicBezTo>
                          <a:pt x="1568710" y="1030245"/>
                          <a:pt x="1456069" y="968154"/>
                          <a:pt x="1280160" y="990600"/>
                        </a:cubicBezTo>
                        <a:cubicBezTo>
                          <a:pt x="1104251" y="1013046"/>
                          <a:pt x="1065245" y="963144"/>
                          <a:pt x="982980" y="990600"/>
                        </a:cubicBezTo>
                        <a:cubicBezTo>
                          <a:pt x="900715" y="1018056"/>
                          <a:pt x="316691" y="911360"/>
                          <a:pt x="0" y="990600"/>
                        </a:cubicBezTo>
                        <a:cubicBezTo>
                          <a:pt x="-54446" y="742753"/>
                          <a:pt x="49892" y="652792"/>
                          <a:pt x="0" y="485394"/>
                        </a:cubicBezTo>
                        <a:cubicBezTo>
                          <a:pt x="-49892" y="317996"/>
                          <a:pt x="230" y="24071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>
            <a:normAutofit lnSpcReduction="10000"/>
          </a:bodyPr>
          <a:lstStyle/>
          <a:p>
            <a:r>
              <a:rPr lang="en-GB" sz="2800" b="1" i="1">
                <a:solidFill>
                  <a:schemeClr val="tx1"/>
                </a:solidFill>
                <a:latin typeface="Cambria"/>
                <a:ea typeface="Cambria"/>
              </a:rPr>
              <a:t>Requirements Bot, Domain Agents, and Orchestrator for Controlled Requirement Engineering.</a:t>
            </a:r>
            <a:endParaRPr lang="en-US" b="1" i="1">
              <a:solidFill>
                <a:schemeClr val="tx1"/>
              </a:solidFill>
              <a:latin typeface="Cambria"/>
              <a:ea typeface="Cambri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558D0F-1C91-CDD5-0E79-19C3B8DF607B}"/>
              </a:ext>
            </a:extLst>
          </p:cNvPr>
          <p:cNvSpPr/>
          <p:nvPr/>
        </p:nvSpPr>
        <p:spPr>
          <a:xfrm>
            <a:off x="2937235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IT22098078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sz="1800" err="1">
                <a:solidFill>
                  <a:schemeClr val="tx1"/>
                </a:solidFill>
              </a:rPr>
              <a:t>Santhuka</a:t>
            </a:r>
            <a:r>
              <a:rPr lang="en-US" sz="1800">
                <a:solidFill>
                  <a:schemeClr val="tx1"/>
                </a:solidFill>
              </a:rPr>
              <a:t> D.N.M.D|   </a:t>
            </a:r>
            <a:r>
              <a:rPr lang="en-US" sz="1800" b="0">
                <a:solidFill>
                  <a:schemeClr val="tx1"/>
                </a:solidFill>
              </a:rPr>
              <a:t>R26-SE-033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49C222-FD99-CCF5-BD4A-707CF058AF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129951"/>
            <a:ext cx="1981200" cy="1981200"/>
          </a:xfrm>
          <a:prstGeom prst="roundRect">
            <a:avLst/>
          </a:prstGeom>
          <a:ln>
            <a:solidFill>
              <a:schemeClr val="tx1"/>
            </a:solidFill>
            <a:prstDash val="lgDash"/>
          </a:ln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1AF2281-D142-AE57-9247-83CF504B3D47}"/>
              </a:ext>
            </a:extLst>
          </p:cNvPr>
          <p:cNvGrpSpPr/>
          <p:nvPr/>
        </p:nvGrpSpPr>
        <p:grpSpPr>
          <a:xfrm>
            <a:off x="991455" y="2399073"/>
            <a:ext cx="4229475" cy="934060"/>
            <a:chOff x="991455" y="2399073"/>
            <a:chExt cx="4229475" cy="934060"/>
          </a:xfrm>
        </p:grpSpPr>
        <p:sp>
          <p:nvSpPr>
            <p:cNvPr id="15" name="Text Placeholder 5">
              <a:extLst>
                <a:ext uri="{FF2B5EF4-FFF2-40B4-BE49-F238E27FC236}">
                  <a16:creationId xmlns:a16="http://schemas.microsoft.com/office/drawing/2014/main" id="{79239C45-0F81-7F9F-0525-540EABB30433}"/>
                </a:ext>
              </a:extLst>
            </p:cNvPr>
            <p:cNvSpPr txBox="1">
              <a:spLocks/>
            </p:cNvSpPr>
            <p:nvPr/>
          </p:nvSpPr>
          <p:spPr>
            <a:xfrm>
              <a:off x="991455" y="2399073"/>
              <a:ext cx="3432464" cy="531595"/>
            </a:xfrm>
            <a:prstGeom prst="round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3773247103">
                    <a:custGeom>
                      <a:avLst/>
                      <a:gdLst>
                        <a:gd name="csX0" fmla="*/ 0 w 3432464"/>
                        <a:gd name="csY0" fmla="*/ 0 h 531595"/>
                        <a:gd name="csX1" fmla="*/ 640727 w 3432464"/>
                        <a:gd name="csY1" fmla="*/ 0 h 531595"/>
                        <a:gd name="csX2" fmla="*/ 1109830 w 3432464"/>
                        <a:gd name="csY2" fmla="*/ 0 h 531595"/>
                        <a:gd name="csX3" fmla="*/ 1578933 w 3432464"/>
                        <a:gd name="csY3" fmla="*/ 0 h 531595"/>
                        <a:gd name="csX4" fmla="*/ 2219660 w 3432464"/>
                        <a:gd name="csY4" fmla="*/ 0 h 531595"/>
                        <a:gd name="csX5" fmla="*/ 2791737 w 3432464"/>
                        <a:gd name="csY5" fmla="*/ 0 h 531595"/>
                        <a:gd name="csX6" fmla="*/ 3432464 w 3432464"/>
                        <a:gd name="csY6" fmla="*/ 0 h 531595"/>
                        <a:gd name="csX7" fmla="*/ 3432464 w 3432464"/>
                        <a:gd name="csY7" fmla="*/ 531595 h 531595"/>
                        <a:gd name="csX8" fmla="*/ 2791737 w 3432464"/>
                        <a:gd name="csY8" fmla="*/ 531595 h 531595"/>
                        <a:gd name="csX9" fmla="*/ 2219660 w 3432464"/>
                        <a:gd name="csY9" fmla="*/ 531595 h 531595"/>
                        <a:gd name="csX10" fmla="*/ 1578933 w 3432464"/>
                        <a:gd name="csY10" fmla="*/ 531595 h 531595"/>
                        <a:gd name="csX11" fmla="*/ 1109830 w 3432464"/>
                        <a:gd name="csY11" fmla="*/ 531595 h 531595"/>
                        <a:gd name="csX12" fmla="*/ 572077 w 3432464"/>
                        <a:gd name="csY12" fmla="*/ 531595 h 531595"/>
                        <a:gd name="csX13" fmla="*/ 0 w 3432464"/>
                        <a:gd name="csY13" fmla="*/ 531595 h 531595"/>
                        <a:gd name="csX14" fmla="*/ 0 w 3432464"/>
                        <a:gd name="csY14" fmla="*/ 0 h 53159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</a:cxnLst>
                      <a:rect l="l" t="t" r="r" b="b"/>
                      <a:pathLst>
                        <a:path w="3432464" h="531595" extrusionOk="0">
                          <a:moveTo>
                            <a:pt x="0" y="0"/>
                          </a:moveTo>
                          <a:cubicBezTo>
                            <a:pt x="317494" y="-42052"/>
                            <a:pt x="341571" y="33469"/>
                            <a:pt x="640727" y="0"/>
                          </a:cubicBezTo>
                          <a:cubicBezTo>
                            <a:pt x="939883" y="-33469"/>
                            <a:pt x="941545" y="11861"/>
                            <a:pt x="1109830" y="0"/>
                          </a:cubicBezTo>
                          <a:cubicBezTo>
                            <a:pt x="1278115" y="-11861"/>
                            <a:pt x="1445935" y="4871"/>
                            <a:pt x="1578933" y="0"/>
                          </a:cubicBezTo>
                          <a:cubicBezTo>
                            <a:pt x="1711931" y="-4871"/>
                            <a:pt x="2073945" y="30318"/>
                            <a:pt x="2219660" y="0"/>
                          </a:cubicBezTo>
                          <a:cubicBezTo>
                            <a:pt x="2365375" y="-30318"/>
                            <a:pt x="2657237" y="55175"/>
                            <a:pt x="2791737" y="0"/>
                          </a:cubicBezTo>
                          <a:cubicBezTo>
                            <a:pt x="2926237" y="-55175"/>
                            <a:pt x="3303616" y="32636"/>
                            <a:pt x="3432464" y="0"/>
                          </a:cubicBezTo>
                          <a:cubicBezTo>
                            <a:pt x="3472867" y="165178"/>
                            <a:pt x="3385654" y="285025"/>
                            <a:pt x="3432464" y="531595"/>
                          </a:cubicBezTo>
                          <a:cubicBezTo>
                            <a:pt x="3185718" y="606407"/>
                            <a:pt x="2964633" y="492176"/>
                            <a:pt x="2791737" y="531595"/>
                          </a:cubicBezTo>
                          <a:cubicBezTo>
                            <a:pt x="2618841" y="571014"/>
                            <a:pt x="2449408" y="522809"/>
                            <a:pt x="2219660" y="531595"/>
                          </a:cubicBezTo>
                          <a:cubicBezTo>
                            <a:pt x="1989912" y="540381"/>
                            <a:pt x="1857007" y="515838"/>
                            <a:pt x="1578933" y="531595"/>
                          </a:cubicBezTo>
                          <a:cubicBezTo>
                            <a:pt x="1300859" y="547352"/>
                            <a:pt x="1321533" y="510969"/>
                            <a:pt x="1109830" y="531595"/>
                          </a:cubicBezTo>
                          <a:cubicBezTo>
                            <a:pt x="898127" y="552221"/>
                            <a:pt x="709921" y="504467"/>
                            <a:pt x="572077" y="531595"/>
                          </a:cubicBezTo>
                          <a:cubicBezTo>
                            <a:pt x="434233" y="558723"/>
                            <a:pt x="283507" y="505368"/>
                            <a:pt x="0" y="531595"/>
                          </a:cubicBezTo>
                          <a:cubicBezTo>
                            <a:pt x="-13824" y="383066"/>
                            <a:pt x="53379" y="152829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 vert="horz" lIns="91440" tIns="45720" rIns="91440" bIns="45720" rtlCol="0" anchor="b">
              <a:normAutofit lnSpcReduction="10000"/>
            </a:bodyPr>
            <a:lstStyle>
              <a:lvl1pPr marL="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spcBef>
                  <a:spcPct val="20000"/>
                </a:spcBef>
                <a:buFont typeface="Wingdings" pitchFamily="2" charset="2"/>
                <a:buNone/>
                <a:defRPr sz="1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spcBef>
                  <a:spcPct val="20000"/>
                </a:spcBef>
                <a:buFont typeface="Wingdings" pitchFamily="2" charset="2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2800" b="1" i="1">
                  <a:solidFill>
                    <a:schemeClr val="tx1"/>
                  </a:solidFill>
                  <a:latin typeface="Cambria"/>
                  <a:ea typeface="Cambria"/>
                </a:rPr>
                <a:t>Title of the scope</a:t>
              </a:r>
              <a:endParaRPr lang="en-US" b="1" i="1">
                <a:solidFill>
                  <a:schemeClr val="tx1"/>
                </a:solidFill>
                <a:latin typeface="Cambria"/>
                <a:ea typeface="Cambria"/>
              </a:endParaRPr>
            </a:p>
          </p:txBody>
        </p:sp>
        <p:cxnSp>
          <p:nvCxnSpPr>
            <p:cNvPr id="10" name="Connector: Curved 9">
              <a:extLst>
                <a:ext uri="{FF2B5EF4-FFF2-40B4-BE49-F238E27FC236}">
                  <a16:creationId xmlns:a16="http://schemas.microsoft.com/office/drawing/2014/main" id="{BD117ED5-8FC3-0EAA-4AEB-E6BE4F4D78B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4419305" y="2531509"/>
              <a:ext cx="806241" cy="797008"/>
            </a:xfrm>
            <a:prstGeom prst="curvedConnector3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32930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aphic 29" descr="A collection of circles in various sizes and patterns">
            <a:extLst>
              <a:ext uri="{FF2B5EF4-FFF2-40B4-BE49-F238E27FC236}">
                <a16:creationId xmlns:a16="http://schemas.microsoft.com/office/drawing/2014/main" id="{DEDEF04D-A4B6-535C-FBBA-C185401DB0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72749" y="-1243037"/>
            <a:ext cx="6881696" cy="688169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35E8883F-180F-41FF-B53F-EF49BD956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2509" y="1626737"/>
            <a:ext cx="8001000" cy="761365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8001000"/>
                      <a:gd name="csY0" fmla="*/ 0 h 761365"/>
                      <a:gd name="csX1" fmla="*/ 491490 w 8001000"/>
                      <a:gd name="csY1" fmla="*/ 0 h 761365"/>
                      <a:gd name="csX2" fmla="*/ 902970 w 8001000"/>
                      <a:gd name="csY2" fmla="*/ 0 h 761365"/>
                      <a:gd name="csX3" fmla="*/ 1314450 w 8001000"/>
                      <a:gd name="csY3" fmla="*/ 0 h 761365"/>
                      <a:gd name="csX4" fmla="*/ 1885950 w 8001000"/>
                      <a:gd name="csY4" fmla="*/ 0 h 761365"/>
                      <a:gd name="csX5" fmla="*/ 2297430 w 8001000"/>
                      <a:gd name="csY5" fmla="*/ 0 h 761365"/>
                      <a:gd name="csX6" fmla="*/ 3028950 w 8001000"/>
                      <a:gd name="csY6" fmla="*/ 0 h 761365"/>
                      <a:gd name="csX7" fmla="*/ 3600450 w 8001000"/>
                      <a:gd name="csY7" fmla="*/ 0 h 761365"/>
                      <a:gd name="csX8" fmla="*/ 3931920 w 8001000"/>
                      <a:gd name="csY8" fmla="*/ 0 h 761365"/>
                      <a:gd name="csX9" fmla="*/ 4423410 w 8001000"/>
                      <a:gd name="csY9" fmla="*/ 0 h 761365"/>
                      <a:gd name="csX10" fmla="*/ 4994910 w 8001000"/>
                      <a:gd name="csY10" fmla="*/ 0 h 761365"/>
                      <a:gd name="csX11" fmla="*/ 5326380 w 8001000"/>
                      <a:gd name="csY11" fmla="*/ 0 h 761365"/>
                      <a:gd name="csX12" fmla="*/ 5897880 w 8001000"/>
                      <a:gd name="csY12" fmla="*/ 0 h 761365"/>
                      <a:gd name="csX13" fmla="*/ 6389370 w 8001000"/>
                      <a:gd name="csY13" fmla="*/ 0 h 761365"/>
                      <a:gd name="csX14" fmla="*/ 6960870 w 8001000"/>
                      <a:gd name="csY14" fmla="*/ 0 h 761365"/>
                      <a:gd name="csX15" fmla="*/ 7292340 w 8001000"/>
                      <a:gd name="csY15" fmla="*/ 0 h 761365"/>
                      <a:gd name="csX16" fmla="*/ 8001000 w 8001000"/>
                      <a:gd name="csY16" fmla="*/ 0 h 761365"/>
                      <a:gd name="csX17" fmla="*/ 8001000 w 8001000"/>
                      <a:gd name="csY17" fmla="*/ 365455 h 761365"/>
                      <a:gd name="csX18" fmla="*/ 8001000 w 8001000"/>
                      <a:gd name="csY18" fmla="*/ 761365 h 761365"/>
                      <a:gd name="csX19" fmla="*/ 7349490 w 8001000"/>
                      <a:gd name="csY19" fmla="*/ 761365 h 761365"/>
                      <a:gd name="csX20" fmla="*/ 6938010 w 8001000"/>
                      <a:gd name="csY20" fmla="*/ 761365 h 761365"/>
                      <a:gd name="csX21" fmla="*/ 6206490 w 8001000"/>
                      <a:gd name="csY21" fmla="*/ 761365 h 761365"/>
                      <a:gd name="csX22" fmla="*/ 5634990 w 8001000"/>
                      <a:gd name="csY22" fmla="*/ 761365 h 761365"/>
                      <a:gd name="csX23" fmla="*/ 4903470 w 8001000"/>
                      <a:gd name="csY23" fmla="*/ 761365 h 761365"/>
                      <a:gd name="csX24" fmla="*/ 4411980 w 8001000"/>
                      <a:gd name="csY24" fmla="*/ 761365 h 761365"/>
                      <a:gd name="csX25" fmla="*/ 3840480 w 8001000"/>
                      <a:gd name="csY25" fmla="*/ 761365 h 761365"/>
                      <a:gd name="csX26" fmla="*/ 3188970 w 8001000"/>
                      <a:gd name="csY26" fmla="*/ 761365 h 761365"/>
                      <a:gd name="csX27" fmla="*/ 2697480 w 8001000"/>
                      <a:gd name="csY27" fmla="*/ 761365 h 761365"/>
                      <a:gd name="csX28" fmla="*/ 1965960 w 8001000"/>
                      <a:gd name="csY28" fmla="*/ 761365 h 761365"/>
                      <a:gd name="csX29" fmla="*/ 1474470 w 8001000"/>
                      <a:gd name="csY29" fmla="*/ 761365 h 761365"/>
                      <a:gd name="csX30" fmla="*/ 1062990 w 8001000"/>
                      <a:gd name="csY30" fmla="*/ 761365 h 761365"/>
                      <a:gd name="csX31" fmla="*/ 571500 w 8001000"/>
                      <a:gd name="csY31" fmla="*/ 761365 h 761365"/>
                      <a:gd name="csX32" fmla="*/ 0 w 8001000"/>
                      <a:gd name="csY32" fmla="*/ 761365 h 761365"/>
                      <a:gd name="csX33" fmla="*/ 0 w 8001000"/>
                      <a:gd name="csY33" fmla="*/ 403523 h 761365"/>
                      <a:gd name="csX34" fmla="*/ 0 w 8001000"/>
                      <a:gd name="csY34" fmla="*/ 0 h 76136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</a:cxnLst>
                    <a:rect l="l" t="t" r="r" b="b"/>
                    <a:pathLst>
                      <a:path w="8001000" h="761365" fill="none" extrusionOk="0">
                        <a:moveTo>
                          <a:pt x="0" y="0"/>
                        </a:moveTo>
                        <a:cubicBezTo>
                          <a:pt x="204677" y="-12923"/>
                          <a:pt x="292124" y="22999"/>
                          <a:pt x="491490" y="0"/>
                        </a:cubicBezTo>
                        <a:cubicBezTo>
                          <a:pt x="690856" y="-22999"/>
                          <a:pt x="743535" y="12731"/>
                          <a:pt x="902970" y="0"/>
                        </a:cubicBezTo>
                        <a:cubicBezTo>
                          <a:pt x="1062405" y="-12731"/>
                          <a:pt x="1203673" y="9738"/>
                          <a:pt x="1314450" y="0"/>
                        </a:cubicBezTo>
                        <a:cubicBezTo>
                          <a:pt x="1425227" y="-9738"/>
                          <a:pt x="1635212" y="311"/>
                          <a:pt x="1885950" y="0"/>
                        </a:cubicBezTo>
                        <a:cubicBezTo>
                          <a:pt x="2136688" y="-311"/>
                          <a:pt x="2136478" y="38917"/>
                          <a:pt x="2297430" y="0"/>
                        </a:cubicBezTo>
                        <a:cubicBezTo>
                          <a:pt x="2458382" y="-38917"/>
                          <a:pt x="2754298" y="77293"/>
                          <a:pt x="3028950" y="0"/>
                        </a:cubicBezTo>
                        <a:cubicBezTo>
                          <a:pt x="3303602" y="-77293"/>
                          <a:pt x="3334673" y="34054"/>
                          <a:pt x="3600450" y="0"/>
                        </a:cubicBezTo>
                        <a:cubicBezTo>
                          <a:pt x="3866227" y="-34054"/>
                          <a:pt x="3855150" y="37431"/>
                          <a:pt x="3931920" y="0"/>
                        </a:cubicBezTo>
                        <a:cubicBezTo>
                          <a:pt x="4008690" y="-37431"/>
                          <a:pt x="4306139" y="54998"/>
                          <a:pt x="4423410" y="0"/>
                        </a:cubicBezTo>
                        <a:cubicBezTo>
                          <a:pt x="4540681" y="-54998"/>
                          <a:pt x="4728960" y="54828"/>
                          <a:pt x="4994910" y="0"/>
                        </a:cubicBezTo>
                        <a:cubicBezTo>
                          <a:pt x="5260860" y="-54828"/>
                          <a:pt x="5200028" y="26442"/>
                          <a:pt x="5326380" y="0"/>
                        </a:cubicBezTo>
                        <a:cubicBezTo>
                          <a:pt x="5452732" y="-26442"/>
                          <a:pt x="5770326" y="9002"/>
                          <a:pt x="5897880" y="0"/>
                        </a:cubicBezTo>
                        <a:cubicBezTo>
                          <a:pt x="6025434" y="-9002"/>
                          <a:pt x="6281990" y="56570"/>
                          <a:pt x="6389370" y="0"/>
                        </a:cubicBezTo>
                        <a:cubicBezTo>
                          <a:pt x="6496750" y="-56570"/>
                          <a:pt x="6830417" y="23725"/>
                          <a:pt x="6960870" y="0"/>
                        </a:cubicBezTo>
                        <a:cubicBezTo>
                          <a:pt x="7091323" y="-23725"/>
                          <a:pt x="7200921" y="459"/>
                          <a:pt x="7292340" y="0"/>
                        </a:cubicBezTo>
                        <a:cubicBezTo>
                          <a:pt x="7383759" y="-459"/>
                          <a:pt x="7772058" y="12970"/>
                          <a:pt x="8001000" y="0"/>
                        </a:cubicBezTo>
                        <a:cubicBezTo>
                          <a:pt x="8009140" y="168415"/>
                          <a:pt x="7973201" y="234156"/>
                          <a:pt x="8001000" y="365455"/>
                        </a:cubicBezTo>
                        <a:cubicBezTo>
                          <a:pt x="8028799" y="496755"/>
                          <a:pt x="7973859" y="636847"/>
                          <a:pt x="8001000" y="761365"/>
                        </a:cubicBezTo>
                        <a:cubicBezTo>
                          <a:pt x="7770982" y="778834"/>
                          <a:pt x="7498071" y="687068"/>
                          <a:pt x="7349490" y="761365"/>
                        </a:cubicBezTo>
                        <a:cubicBezTo>
                          <a:pt x="7200909" y="835662"/>
                          <a:pt x="7064751" y="715205"/>
                          <a:pt x="6938010" y="761365"/>
                        </a:cubicBezTo>
                        <a:cubicBezTo>
                          <a:pt x="6811269" y="807525"/>
                          <a:pt x="6421733" y="712784"/>
                          <a:pt x="6206490" y="761365"/>
                        </a:cubicBezTo>
                        <a:cubicBezTo>
                          <a:pt x="5991247" y="809946"/>
                          <a:pt x="5785039" y="694898"/>
                          <a:pt x="5634990" y="761365"/>
                        </a:cubicBezTo>
                        <a:cubicBezTo>
                          <a:pt x="5484941" y="827832"/>
                          <a:pt x="5110848" y="722204"/>
                          <a:pt x="4903470" y="761365"/>
                        </a:cubicBezTo>
                        <a:cubicBezTo>
                          <a:pt x="4696092" y="800526"/>
                          <a:pt x="4654803" y="732088"/>
                          <a:pt x="4411980" y="761365"/>
                        </a:cubicBezTo>
                        <a:cubicBezTo>
                          <a:pt x="4169157" y="790642"/>
                          <a:pt x="4117678" y="737621"/>
                          <a:pt x="3840480" y="761365"/>
                        </a:cubicBezTo>
                        <a:cubicBezTo>
                          <a:pt x="3563282" y="785109"/>
                          <a:pt x="3385916" y="760066"/>
                          <a:pt x="3188970" y="761365"/>
                        </a:cubicBezTo>
                        <a:cubicBezTo>
                          <a:pt x="2992024" y="762664"/>
                          <a:pt x="2885416" y="749435"/>
                          <a:pt x="2697480" y="761365"/>
                        </a:cubicBezTo>
                        <a:cubicBezTo>
                          <a:pt x="2509544" y="773295"/>
                          <a:pt x="2226161" y="684878"/>
                          <a:pt x="1965960" y="761365"/>
                        </a:cubicBezTo>
                        <a:cubicBezTo>
                          <a:pt x="1705759" y="837852"/>
                          <a:pt x="1716919" y="744246"/>
                          <a:pt x="1474470" y="761365"/>
                        </a:cubicBezTo>
                        <a:cubicBezTo>
                          <a:pt x="1232021" y="778484"/>
                          <a:pt x="1254733" y="731979"/>
                          <a:pt x="1062990" y="761365"/>
                        </a:cubicBezTo>
                        <a:cubicBezTo>
                          <a:pt x="871247" y="790751"/>
                          <a:pt x="702553" y="742868"/>
                          <a:pt x="571500" y="761365"/>
                        </a:cubicBezTo>
                        <a:cubicBezTo>
                          <a:pt x="440447" y="779862"/>
                          <a:pt x="268310" y="740457"/>
                          <a:pt x="0" y="761365"/>
                        </a:cubicBezTo>
                        <a:cubicBezTo>
                          <a:pt x="-42154" y="595607"/>
                          <a:pt x="7485" y="503689"/>
                          <a:pt x="0" y="403523"/>
                        </a:cubicBezTo>
                        <a:cubicBezTo>
                          <a:pt x="-7485" y="303357"/>
                          <a:pt x="41496" y="120698"/>
                          <a:pt x="0" y="0"/>
                        </a:cubicBezTo>
                        <a:close/>
                      </a:path>
                      <a:path w="8001000" h="761365" stroke="0" extrusionOk="0">
                        <a:moveTo>
                          <a:pt x="0" y="0"/>
                        </a:moveTo>
                        <a:cubicBezTo>
                          <a:pt x="156606" y="-784"/>
                          <a:pt x="336397" y="19746"/>
                          <a:pt x="491490" y="0"/>
                        </a:cubicBezTo>
                        <a:cubicBezTo>
                          <a:pt x="646583" y="-19746"/>
                          <a:pt x="899368" y="6363"/>
                          <a:pt x="1062990" y="0"/>
                        </a:cubicBezTo>
                        <a:cubicBezTo>
                          <a:pt x="1226612" y="-6363"/>
                          <a:pt x="1454417" y="42177"/>
                          <a:pt x="1554480" y="0"/>
                        </a:cubicBezTo>
                        <a:cubicBezTo>
                          <a:pt x="1654543" y="-42177"/>
                          <a:pt x="1940421" y="32117"/>
                          <a:pt x="2205990" y="0"/>
                        </a:cubicBezTo>
                        <a:cubicBezTo>
                          <a:pt x="2471559" y="-32117"/>
                          <a:pt x="2459457" y="4459"/>
                          <a:pt x="2537460" y="0"/>
                        </a:cubicBezTo>
                        <a:cubicBezTo>
                          <a:pt x="2615463" y="-4459"/>
                          <a:pt x="3099128" y="53174"/>
                          <a:pt x="3268980" y="0"/>
                        </a:cubicBezTo>
                        <a:cubicBezTo>
                          <a:pt x="3438832" y="-53174"/>
                          <a:pt x="3593221" y="28110"/>
                          <a:pt x="3680460" y="0"/>
                        </a:cubicBezTo>
                        <a:cubicBezTo>
                          <a:pt x="3767699" y="-28110"/>
                          <a:pt x="3904690" y="33612"/>
                          <a:pt x="4011930" y="0"/>
                        </a:cubicBezTo>
                        <a:cubicBezTo>
                          <a:pt x="4119170" y="-33612"/>
                          <a:pt x="4240550" y="18696"/>
                          <a:pt x="4343400" y="0"/>
                        </a:cubicBezTo>
                        <a:cubicBezTo>
                          <a:pt x="4446250" y="-18696"/>
                          <a:pt x="4806867" y="71579"/>
                          <a:pt x="4994910" y="0"/>
                        </a:cubicBezTo>
                        <a:cubicBezTo>
                          <a:pt x="5182953" y="-71579"/>
                          <a:pt x="5446075" y="31296"/>
                          <a:pt x="5646420" y="0"/>
                        </a:cubicBezTo>
                        <a:cubicBezTo>
                          <a:pt x="5846765" y="-31296"/>
                          <a:pt x="6057968" y="18815"/>
                          <a:pt x="6217920" y="0"/>
                        </a:cubicBezTo>
                        <a:cubicBezTo>
                          <a:pt x="6377872" y="-18815"/>
                          <a:pt x="6511429" y="47483"/>
                          <a:pt x="6629400" y="0"/>
                        </a:cubicBezTo>
                        <a:cubicBezTo>
                          <a:pt x="6747371" y="-47483"/>
                          <a:pt x="6902424" y="29002"/>
                          <a:pt x="7040880" y="0"/>
                        </a:cubicBezTo>
                        <a:cubicBezTo>
                          <a:pt x="7179336" y="-29002"/>
                          <a:pt x="7716386" y="84752"/>
                          <a:pt x="8001000" y="0"/>
                        </a:cubicBezTo>
                        <a:cubicBezTo>
                          <a:pt x="8025393" y="153312"/>
                          <a:pt x="7961061" y="236675"/>
                          <a:pt x="8001000" y="373069"/>
                        </a:cubicBezTo>
                        <a:cubicBezTo>
                          <a:pt x="8040939" y="509463"/>
                          <a:pt x="7968350" y="675156"/>
                          <a:pt x="8001000" y="761365"/>
                        </a:cubicBezTo>
                        <a:cubicBezTo>
                          <a:pt x="7814134" y="837226"/>
                          <a:pt x="7577581" y="745348"/>
                          <a:pt x="7349490" y="761365"/>
                        </a:cubicBezTo>
                        <a:cubicBezTo>
                          <a:pt x="7121399" y="777382"/>
                          <a:pt x="6791837" y="697160"/>
                          <a:pt x="6617970" y="761365"/>
                        </a:cubicBezTo>
                        <a:cubicBezTo>
                          <a:pt x="6444103" y="825570"/>
                          <a:pt x="6148021" y="682441"/>
                          <a:pt x="5886450" y="761365"/>
                        </a:cubicBezTo>
                        <a:cubicBezTo>
                          <a:pt x="5624879" y="840289"/>
                          <a:pt x="5581743" y="741003"/>
                          <a:pt x="5394960" y="761365"/>
                        </a:cubicBezTo>
                        <a:cubicBezTo>
                          <a:pt x="5208177" y="781727"/>
                          <a:pt x="4901108" y="702857"/>
                          <a:pt x="4743450" y="761365"/>
                        </a:cubicBezTo>
                        <a:cubicBezTo>
                          <a:pt x="4585792" y="819873"/>
                          <a:pt x="4353271" y="726580"/>
                          <a:pt x="4091940" y="761365"/>
                        </a:cubicBezTo>
                        <a:cubicBezTo>
                          <a:pt x="3830609" y="796150"/>
                          <a:pt x="3718733" y="703265"/>
                          <a:pt x="3520440" y="761365"/>
                        </a:cubicBezTo>
                        <a:cubicBezTo>
                          <a:pt x="3322147" y="819465"/>
                          <a:pt x="3160533" y="710082"/>
                          <a:pt x="3028950" y="761365"/>
                        </a:cubicBezTo>
                        <a:cubicBezTo>
                          <a:pt x="2897367" y="812648"/>
                          <a:pt x="2752001" y="750903"/>
                          <a:pt x="2617470" y="761365"/>
                        </a:cubicBezTo>
                        <a:cubicBezTo>
                          <a:pt x="2482939" y="771827"/>
                          <a:pt x="2354969" y="721897"/>
                          <a:pt x="2286000" y="761365"/>
                        </a:cubicBezTo>
                        <a:cubicBezTo>
                          <a:pt x="2217031" y="800833"/>
                          <a:pt x="1885875" y="677199"/>
                          <a:pt x="1554480" y="761365"/>
                        </a:cubicBezTo>
                        <a:cubicBezTo>
                          <a:pt x="1223085" y="845531"/>
                          <a:pt x="1349077" y="758719"/>
                          <a:pt x="1223010" y="761365"/>
                        </a:cubicBezTo>
                        <a:cubicBezTo>
                          <a:pt x="1096943" y="764011"/>
                          <a:pt x="854180" y="746399"/>
                          <a:pt x="571500" y="761365"/>
                        </a:cubicBezTo>
                        <a:cubicBezTo>
                          <a:pt x="288820" y="776331"/>
                          <a:pt x="251712" y="708094"/>
                          <a:pt x="0" y="761365"/>
                        </a:cubicBezTo>
                        <a:cubicBezTo>
                          <a:pt x="-39512" y="590983"/>
                          <a:pt x="17560" y="495599"/>
                          <a:pt x="0" y="365455"/>
                        </a:cubicBezTo>
                        <a:cubicBezTo>
                          <a:pt x="-17560" y="235311"/>
                          <a:pt x="32471" y="1776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>
            <a:noAutofit/>
          </a:bodyPr>
          <a:lstStyle/>
          <a:p>
            <a:r>
              <a:rPr lang="en-GB" sz="2000" b="0" i="1" cap="none">
                <a:latin typeface="+mn-lt"/>
              </a:rPr>
              <a:t>Combines requirement generation, domain grounding, and approval-controlled orchestration in one workflow.</a:t>
            </a:r>
            <a:endParaRPr lang="en-US" sz="2400" b="0" i="1" cap="none">
              <a:latin typeface="+mn-lt"/>
            </a:endParaRPr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3DB57519-14C1-46E8-4015-C56591DDEFDC}"/>
              </a:ext>
            </a:extLst>
          </p:cNvPr>
          <p:cNvSpPr txBox="1">
            <a:spLocks/>
          </p:cNvSpPr>
          <p:nvPr/>
        </p:nvSpPr>
        <p:spPr>
          <a:xfrm>
            <a:off x="935372" y="3145152"/>
            <a:ext cx="8686800" cy="768213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8686800"/>
                      <a:gd name="csY0" fmla="*/ 0 h 768213"/>
                      <a:gd name="csX1" fmla="*/ 665988 w 8686800"/>
                      <a:gd name="csY1" fmla="*/ 0 h 768213"/>
                      <a:gd name="csX2" fmla="*/ 1245108 w 8686800"/>
                      <a:gd name="csY2" fmla="*/ 0 h 768213"/>
                      <a:gd name="csX3" fmla="*/ 1650492 w 8686800"/>
                      <a:gd name="csY3" fmla="*/ 0 h 768213"/>
                      <a:gd name="csX4" fmla="*/ 2403348 w 8686800"/>
                      <a:gd name="csY4" fmla="*/ 0 h 768213"/>
                      <a:gd name="csX5" fmla="*/ 2982468 w 8686800"/>
                      <a:gd name="csY5" fmla="*/ 0 h 768213"/>
                      <a:gd name="csX6" fmla="*/ 3300984 w 8686800"/>
                      <a:gd name="csY6" fmla="*/ 0 h 768213"/>
                      <a:gd name="csX7" fmla="*/ 3793236 w 8686800"/>
                      <a:gd name="csY7" fmla="*/ 0 h 768213"/>
                      <a:gd name="csX8" fmla="*/ 4372356 w 8686800"/>
                      <a:gd name="csY8" fmla="*/ 0 h 768213"/>
                      <a:gd name="csX9" fmla="*/ 4690872 w 8686800"/>
                      <a:gd name="csY9" fmla="*/ 0 h 768213"/>
                      <a:gd name="csX10" fmla="*/ 5269992 w 8686800"/>
                      <a:gd name="csY10" fmla="*/ 0 h 768213"/>
                      <a:gd name="csX11" fmla="*/ 5762244 w 8686800"/>
                      <a:gd name="csY11" fmla="*/ 0 h 768213"/>
                      <a:gd name="csX12" fmla="*/ 6341364 w 8686800"/>
                      <a:gd name="csY12" fmla="*/ 0 h 768213"/>
                      <a:gd name="csX13" fmla="*/ 6659880 w 8686800"/>
                      <a:gd name="csY13" fmla="*/ 0 h 768213"/>
                      <a:gd name="csX14" fmla="*/ 7152132 w 8686800"/>
                      <a:gd name="csY14" fmla="*/ 0 h 768213"/>
                      <a:gd name="csX15" fmla="*/ 7557516 w 8686800"/>
                      <a:gd name="csY15" fmla="*/ 0 h 768213"/>
                      <a:gd name="csX16" fmla="*/ 7962900 w 8686800"/>
                      <a:gd name="csY16" fmla="*/ 0 h 768213"/>
                      <a:gd name="csX17" fmla="*/ 8686800 w 8686800"/>
                      <a:gd name="csY17" fmla="*/ 0 h 768213"/>
                      <a:gd name="csX18" fmla="*/ 8686800 w 8686800"/>
                      <a:gd name="csY18" fmla="*/ 376424 h 768213"/>
                      <a:gd name="csX19" fmla="*/ 8686800 w 8686800"/>
                      <a:gd name="csY19" fmla="*/ 768213 h 768213"/>
                      <a:gd name="csX20" fmla="*/ 8368284 w 8686800"/>
                      <a:gd name="csY20" fmla="*/ 768213 h 768213"/>
                      <a:gd name="csX21" fmla="*/ 7615428 w 8686800"/>
                      <a:gd name="csY21" fmla="*/ 768213 h 768213"/>
                      <a:gd name="csX22" fmla="*/ 7123176 w 8686800"/>
                      <a:gd name="csY22" fmla="*/ 768213 h 768213"/>
                      <a:gd name="csX23" fmla="*/ 6544056 w 8686800"/>
                      <a:gd name="csY23" fmla="*/ 768213 h 768213"/>
                      <a:gd name="csX24" fmla="*/ 5878068 w 8686800"/>
                      <a:gd name="csY24" fmla="*/ 768213 h 768213"/>
                      <a:gd name="csX25" fmla="*/ 5385816 w 8686800"/>
                      <a:gd name="csY25" fmla="*/ 768213 h 768213"/>
                      <a:gd name="csX26" fmla="*/ 4632960 w 8686800"/>
                      <a:gd name="csY26" fmla="*/ 768213 h 768213"/>
                      <a:gd name="csX27" fmla="*/ 4140708 w 8686800"/>
                      <a:gd name="csY27" fmla="*/ 768213 h 768213"/>
                      <a:gd name="csX28" fmla="*/ 3735324 w 8686800"/>
                      <a:gd name="csY28" fmla="*/ 768213 h 768213"/>
                      <a:gd name="csX29" fmla="*/ 3243072 w 8686800"/>
                      <a:gd name="csY29" fmla="*/ 768213 h 768213"/>
                      <a:gd name="csX30" fmla="*/ 2837688 w 8686800"/>
                      <a:gd name="csY30" fmla="*/ 768213 h 768213"/>
                      <a:gd name="csX31" fmla="*/ 2519172 w 8686800"/>
                      <a:gd name="csY31" fmla="*/ 768213 h 768213"/>
                      <a:gd name="csX32" fmla="*/ 2113788 w 8686800"/>
                      <a:gd name="csY32" fmla="*/ 768213 h 768213"/>
                      <a:gd name="csX33" fmla="*/ 1360932 w 8686800"/>
                      <a:gd name="csY33" fmla="*/ 768213 h 768213"/>
                      <a:gd name="csX34" fmla="*/ 1042416 w 8686800"/>
                      <a:gd name="csY34" fmla="*/ 768213 h 768213"/>
                      <a:gd name="csX35" fmla="*/ 0 w 8686800"/>
                      <a:gd name="csY35" fmla="*/ 768213 h 768213"/>
                      <a:gd name="csX36" fmla="*/ 0 w 8686800"/>
                      <a:gd name="csY36" fmla="*/ 407153 h 768213"/>
                      <a:gd name="csX37" fmla="*/ 0 w 8686800"/>
                      <a:gd name="csY37" fmla="*/ 0 h 76821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</a:cxnLst>
                    <a:rect l="l" t="t" r="r" b="b"/>
                    <a:pathLst>
                      <a:path w="8686800" h="768213" fill="none" extrusionOk="0">
                        <a:moveTo>
                          <a:pt x="0" y="0"/>
                        </a:moveTo>
                        <a:cubicBezTo>
                          <a:pt x="162232" y="-20839"/>
                          <a:pt x="399236" y="21626"/>
                          <a:pt x="665988" y="0"/>
                        </a:cubicBezTo>
                        <a:cubicBezTo>
                          <a:pt x="932740" y="-21626"/>
                          <a:pt x="1120943" y="23171"/>
                          <a:pt x="1245108" y="0"/>
                        </a:cubicBezTo>
                        <a:cubicBezTo>
                          <a:pt x="1369273" y="-23171"/>
                          <a:pt x="1565566" y="35991"/>
                          <a:pt x="1650492" y="0"/>
                        </a:cubicBezTo>
                        <a:cubicBezTo>
                          <a:pt x="1735418" y="-35991"/>
                          <a:pt x="2061388" y="27184"/>
                          <a:pt x="2403348" y="0"/>
                        </a:cubicBezTo>
                        <a:cubicBezTo>
                          <a:pt x="2745308" y="-27184"/>
                          <a:pt x="2793070" y="35883"/>
                          <a:pt x="2982468" y="0"/>
                        </a:cubicBezTo>
                        <a:cubicBezTo>
                          <a:pt x="3171866" y="-35883"/>
                          <a:pt x="3197235" y="22252"/>
                          <a:pt x="3300984" y="0"/>
                        </a:cubicBezTo>
                        <a:cubicBezTo>
                          <a:pt x="3404733" y="-22252"/>
                          <a:pt x="3548047" y="37441"/>
                          <a:pt x="3793236" y="0"/>
                        </a:cubicBezTo>
                        <a:cubicBezTo>
                          <a:pt x="4038425" y="-37441"/>
                          <a:pt x="4132400" y="22824"/>
                          <a:pt x="4372356" y="0"/>
                        </a:cubicBezTo>
                        <a:cubicBezTo>
                          <a:pt x="4612312" y="-22824"/>
                          <a:pt x="4626773" y="12360"/>
                          <a:pt x="4690872" y="0"/>
                        </a:cubicBezTo>
                        <a:cubicBezTo>
                          <a:pt x="4754971" y="-12360"/>
                          <a:pt x="5038246" y="19975"/>
                          <a:pt x="5269992" y="0"/>
                        </a:cubicBezTo>
                        <a:cubicBezTo>
                          <a:pt x="5501738" y="-19975"/>
                          <a:pt x="5574051" y="18805"/>
                          <a:pt x="5762244" y="0"/>
                        </a:cubicBezTo>
                        <a:cubicBezTo>
                          <a:pt x="5950437" y="-18805"/>
                          <a:pt x="6122685" y="49328"/>
                          <a:pt x="6341364" y="0"/>
                        </a:cubicBezTo>
                        <a:cubicBezTo>
                          <a:pt x="6560043" y="-49328"/>
                          <a:pt x="6503118" y="37583"/>
                          <a:pt x="6659880" y="0"/>
                        </a:cubicBezTo>
                        <a:cubicBezTo>
                          <a:pt x="6816642" y="-37583"/>
                          <a:pt x="6992868" y="10958"/>
                          <a:pt x="7152132" y="0"/>
                        </a:cubicBezTo>
                        <a:cubicBezTo>
                          <a:pt x="7311396" y="-10958"/>
                          <a:pt x="7416526" y="6145"/>
                          <a:pt x="7557516" y="0"/>
                        </a:cubicBezTo>
                        <a:cubicBezTo>
                          <a:pt x="7698506" y="-6145"/>
                          <a:pt x="7828103" y="2938"/>
                          <a:pt x="7962900" y="0"/>
                        </a:cubicBezTo>
                        <a:cubicBezTo>
                          <a:pt x="8097697" y="-2938"/>
                          <a:pt x="8504225" y="85684"/>
                          <a:pt x="8686800" y="0"/>
                        </a:cubicBezTo>
                        <a:cubicBezTo>
                          <a:pt x="8694498" y="155711"/>
                          <a:pt x="8642445" y="266421"/>
                          <a:pt x="8686800" y="376424"/>
                        </a:cubicBezTo>
                        <a:cubicBezTo>
                          <a:pt x="8731155" y="486427"/>
                          <a:pt x="8653884" y="651848"/>
                          <a:pt x="8686800" y="768213"/>
                        </a:cubicBezTo>
                        <a:cubicBezTo>
                          <a:pt x="8571768" y="804411"/>
                          <a:pt x="8480413" y="743991"/>
                          <a:pt x="8368284" y="768213"/>
                        </a:cubicBezTo>
                        <a:cubicBezTo>
                          <a:pt x="8256155" y="792435"/>
                          <a:pt x="7882312" y="728320"/>
                          <a:pt x="7615428" y="768213"/>
                        </a:cubicBezTo>
                        <a:cubicBezTo>
                          <a:pt x="7348544" y="808106"/>
                          <a:pt x="7257558" y="718911"/>
                          <a:pt x="7123176" y="768213"/>
                        </a:cubicBezTo>
                        <a:cubicBezTo>
                          <a:pt x="6988794" y="817515"/>
                          <a:pt x="6712861" y="728924"/>
                          <a:pt x="6544056" y="768213"/>
                        </a:cubicBezTo>
                        <a:cubicBezTo>
                          <a:pt x="6375251" y="807502"/>
                          <a:pt x="6038514" y="747803"/>
                          <a:pt x="5878068" y="768213"/>
                        </a:cubicBezTo>
                        <a:cubicBezTo>
                          <a:pt x="5717622" y="788623"/>
                          <a:pt x="5505995" y="713214"/>
                          <a:pt x="5385816" y="768213"/>
                        </a:cubicBezTo>
                        <a:cubicBezTo>
                          <a:pt x="5265637" y="823212"/>
                          <a:pt x="4865951" y="697944"/>
                          <a:pt x="4632960" y="768213"/>
                        </a:cubicBezTo>
                        <a:cubicBezTo>
                          <a:pt x="4399969" y="838482"/>
                          <a:pt x="4373019" y="757129"/>
                          <a:pt x="4140708" y="768213"/>
                        </a:cubicBezTo>
                        <a:cubicBezTo>
                          <a:pt x="3908397" y="779297"/>
                          <a:pt x="3912415" y="759675"/>
                          <a:pt x="3735324" y="768213"/>
                        </a:cubicBezTo>
                        <a:cubicBezTo>
                          <a:pt x="3558233" y="776751"/>
                          <a:pt x="3382018" y="743224"/>
                          <a:pt x="3243072" y="768213"/>
                        </a:cubicBezTo>
                        <a:cubicBezTo>
                          <a:pt x="3104126" y="793202"/>
                          <a:pt x="3026432" y="735784"/>
                          <a:pt x="2837688" y="768213"/>
                        </a:cubicBezTo>
                        <a:cubicBezTo>
                          <a:pt x="2648944" y="800642"/>
                          <a:pt x="2635241" y="756417"/>
                          <a:pt x="2519172" y="768213"/>
                        </a:cubicBezTo>
                        <a:cubicBezTo>
                          <a:pt x="2403103" y="780009"/>
                          <a:pt x="2220409" y="744208"/>
                          <a:pt x="2113788" y="768213"/>
                        </a:cubicBezTo>
                        <a:cubicBezTo>
                          <a:pt x="2007167" y="792218"/>
                          <a:pt x="1659156" y="734761"/>
                          <a:pt x="1360932" y="768213"/>
                        </a:cubicBezTo>
                        <a:cubicBezTo>
                          <a:pt x="1062708" y="801665"/>
                          <a:pt x="1174203" y="760706"/>
                          <a:pt x="1042416" y="768213"/>
                        </a:cubicBezTo>
                        <a:cubicBezTo>
                          <a:pt x="910629" y="775720"/>
                          <a:pt x="222969" y="674040"/>
                          <a:pt x="0" y="768213"/>
                        </a:cubicBezTo>
                        <a:cubicBezTo>
                          <a:pt x="-7099" y="622289"/>
                          <a:pt x="8148" y="537158"/>
                          <a:pt x="0" y="407153"/>
                        </a:cubicBezTo>
                        <a:cubicBezTo>
                          <a:pt x="-8148" y="277148"/>
                          <a:pt x="12574" y="90105"/>
                          <a:pt x="0" y="0"/>
                        </a:cubicBezTo>
                        <a:close/>
                      </a:path>
                      <a:path w="8686800" h="768213" stroke="0" extrusionOk="0">
                        <a:moveTo>
                          <a:pt x="0" y="0"/>
                        </a:moveTo>
                        <a:cubicBezTo>
                          <a:pt x="106027" y="-15872"/>
                          <a:pt x="374960" y="37760"/>
                          <a:pt x="492252" y="0"/>
                        </a:cubicBezTo>
                        <a:cubicBezTo>
                          <a:pt x="609544" y="-37760"/>
                          <a:pt x="833212" y="68542"/>
                          <a:pt x="1071372" y="0"/>
                        </a:cubicBezTo>
                        <a:cubicBezTo>
                          <a:pt x="1309532" y="-68542"/>
                          <a:pt x="1412224" y="26358"/>
                          <a:pt x="1563624" y="0"/>
                        </a:cubicBezTo>
                        <a:cubicBezTo>
                          <a:pt x="1715024" y="-26358"/>
                          <a:pt x="2048103" y="46015"/>
                          <a:pt x="2229612" y="0"/>
                        </a:cubicBezTo>
                        <a:cubicBezTo>
                          <a:pt x="2411121" y="-46015"/>
                          <a:pt x="2450952" y="20461"/>
                          <a:pt x="2548128" y="0"/>
                        </a:cubicBezTo>
                        <a:cubicBezTo>
                          <a:pt x="2645304" y="-20461"/>
                          <a:pt x="2929456" y="58294"/>
                          <a:pt x="3300984" y="0"/>
                        </a:cubicBezTo>
                        <a:cubicBezTo>
                          <a:pt x="3672512" y="-58294"/>
                          <a:pt x="3618055" y="3969"/>
                          <a:pt x="3706368" y="0"/>
                        </a:cubicBezTo>
                        <a:cubicBezTo>
                          <a:pt x="3794681" y="-3969"/>
                          <a:pt x="3901760" y="6363"/>
                          <a:pt x="4024884" y="0"/>
                        </a:cubicBezTo>
                        <a:cubicBezTo>
                          <a:pt x="4148008" y="-6363"/>
                          <a:pt x="4223623" y="1505"/>
                          <a:pt x="4343400" y="0"/>
                        </a:cubicBezTo>
                        <a:cubicBezTo>
                          <a:pt x="4463177" y="-1505"/>
                          <a:pt x="4775145" y="62892"/>
                          <a:pt x="5009388" y="0"/>
                        </a:cubicBezTo>
                        <a:cubicBezTo>
                          <a:pt x="5243631" y="-62892"/>
                          <a:pt x="5502876" y="12185"/>
                          <a:pt x="5675376" y="0"/>
                        </a:cubicBezTo>
                        <a:cubicBezTo>
                          <a:pt x="5847876" y="-12185"/>
                          <a:pt x="6033890" y="7842"/>
                          <a:pt x="6254496" y="0"/>
                        </a:cubicBezTo>
                        <a:cubicBezTo>
                          <a:pt x="6475102" y="-7842"/>
                          <a:pt x="6549428" y="36144"/>
                          <a:pt x="6659880" y="0"/>
                        </a:cubicBezTo>
                        <a:cubicBezTo>
                          <a:pt x="6770332" y="-36144"/>
                          <a:pt x="6966194" y="44364"/>
                          <a:pt x="7065264" y="0"/>
                        </a:cubicBezTo>
                        <a:cubicBezTo>
                          <a:pt x="7164334" y="-44364"/>
                          <a:pt x="7508858" y="20927"/>
                          <a:pt x="7731252" y="0"/>
                        </a:cubicBezTo>
                        <a:cubicBezTo>
                          <a:pt x="7953646" y="-20927"/>
                          <a:pt x="8380375" y="65864"/>
                          <a:pt x="8686800" y="0"/>
                        </a:cubicBezTo>
                        <a:cubicBezTo>
                          <a:pt x="8720245" y="157526"/>
                          <a:pt x="8655147" y="267582"/>
                          <a:pt x="8686800" y="368742"/>
                        </a:cubicBezTo>
                        <a:cubicBezTo>
                          <a:pt x="8718453" y="469902"/>
                          <a:pt x="8661914" y="635673"/>
                          <a:pt x="8686800" y="768213"/>
                        </a:cubicBezTo>
                        <a:cubicBezTo>
                          <a:pt x="8425315" y="790108"/>
                          <a:pt x="8336079" y="755580"/>
                          <a:pt x="8020812" y="768213"/>
                        </a:cubicBezTo>
                        <a:cubicBezTo>
                          <a:pt x="7705545" y="780846"/>
                          <a:pt x="7543729" y="718550"/>
                          <a:pt x="7267956" y="768213"/>
                        </a:cubicBezTo>
                        <a:cubicBezTo>
                          <a:pt x="6992183" y="817876"/>
                          <a:pt x="6988005" y="758092"/>
                          <a:pt x="6775704" y="768213"/>
                        </a:cubicBezTo>
                        <a:cubicBezTo>
                          <a:pt x="6563403" y="778334"/>
                          <a:pt x="6296113" y="707967"/>
                          <a:pt x="6109716" y="768213"/>
                        </a:cubicBezTo>
                        <a:cubicBezTo>
                          <a:pt x="5923319" y="828459"/>
                          <a:pt x="5594808" y="717792"/>
                          <a:pt x="5443728" y="768213"/>
                        </a:cubicBezTo>
                        <a:cubicBezTo>
                          <a:pt x="5292648" y="818634"/>
                          <a:pt x="5114613" y="755833"/>
                          <a:pt x="4864608" y="768213"/>
                        </a:cubicBezTo>
                        <a:cubicBezTo>
                          <a:pt x="4614603" y="780593"/>
                          <a:pt x="4471366" y="766673"/>
                          <a:pt x="4372356" y="768213"/>
                        </a:cubicBezTo>
                        <a:cubicBezTo>
                          <a:pt x="4273346" y="769753"/>
                          <a:pt x="4115168" y="735074"/>
                          <a:pt x="3966972" y="768213"/>
                        </a:cubicBezTo>
                        <a:cubicBezTo>
                          <a:pt x="3818776" y="801352"/>
                          <a:pt x="3776915" y="752794"/>
                          <a:pt x="3648456" y="768213"/>
                        </a:cubicBezTo>
                        <a:cubicBezTo>
                          <a:pt x="3519997" y="783632"/>
                          <a:pt x="3073584" y="724647"/>
                          <a:pt x="2895600" y="768213"/>
                        </a:cubicBezTo>
                        <a:cubicBezTo>
                          <a:pt x="2717616" y="811779"/>
                          <a:pt x="2721441" y="737953"/>
                          <a:pt x="2577084" y="768213"/>
                        </a:cubicBezTo>
                        <a:cubicBezTo>
                          <a:pt x="2432727" y="798473"/>
                          <a:pt x="2183423" y="753247"/>
                          <a:pt x="1911096" y="768213"/>
                        </a:cubicBezTo>
                        <a:cubicBezTo>
                          <a:pt x="1638769" y="783179"/>
                          <a:pt x="1459295" y="708541"/>
                          <a:pt x="1331976" y="768213"/>
                        </a:cubicBezTo>
                        <a:cubicBezTo>
                          <a:pt x="1204657" y="827885"/>
                          <a:pt x="825570" y="681823"/>
                          <a:pt x="579120" y="768213"/>
                        </a:cubicBezTo>
                        <a:cubicBezTo>
                          <a:pt x="332670" y="854603"/>
                          <a:pt x="199694" y="736823"/>
                          <a:pt x="0" y="768213"/>
                        </a:cubicBezTo>
                        <a:cubicBezTo>
                          <a:pt x="-36364" y="596320"/>
                          <a:pt x="12132" y="502920"/>
                          <a:pt x="0" y="391789"/>
                        </a:cubicBezTo>
                        <a:cubicBezTo>
                          <a:pt x="-12132" y="280658"/>
                          <a:pt x="25464" y="12421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GB" sz="2000" b="0" i="1" cap="none">
                <a:latin typeface="+mn-lt"/>
              </a:rPr>
              <a:t>Current AI tools focus more on coding than on requirement quality, which can lead to unclear, unapproved, and weakly traceable requirements.</a:t>
            </a:r>
            <a:endParaRPr lang="en-US" sz="2400" b="0" i="1" cap="none">
              <a:latin typeface="+mn-lt"/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7EE2CBB1-323A-9054-6319-9C450CF0CDE9}"/>
              </a:ext>
            </a:extLst>
          </p:cNvPr>
          <p:cNvSpPr txBox="1">
            <a:spLocks/>
          </p:cNvSpPr>
          <p:nvPr/>
        </p:nvSpPr>
        <p:spPr>
          <a:xfrm>
            <a:off x="2645008" y="4869005"/>
            <a:ext cx="8098501" cy="769654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8098501"/>
                      <a:gd name="csY0" fmla="*/ 0 h 769654"/>
                      <a:gd name="csX1" fmla="*/ 497479 w 8098501"/>
                      <a:gd name="csY1" fmla="*/ 0 h 769654"/>
                      <a:gd name="csX2" fmla="*/ 913974 w 8098501"/>
                      <a:gd name="csY2" fmla="*/ 0 h 769654"/>
                      <a:gd name="csX3" fmla="*/ 1330468 w 8098501"/>
                      <a:gd name="csY3" fmla="*/ 0 h 769654"/>
                      <a:gd name="csX4" fmla="*/ 1908932 w 8098501"/>
                      <a:gd name="csY4" fmla="*/ 0 h 769654"/>
                      <a:gd name="csX5" fmla="*/ 2325427 w 8098501"/>
                      <a:gd name="csY5" fmla="*/ 0 h 769654"/>
                      <a:gd name="csX6" fmla="*/ 3065861 w 8098501"/>
                      <a:gd name="csY6" fmla="*/ 0 h 769654"/>
                      <a:gd name="csX7" fmla="*/ 3644325 w 8098501"/>
                      <a:gd name="csY7" fmla="*/ 0 h 769654"/>
                      <a:gd name="csX8" fmla="*/ 3979835 w 8098501"/>
                      <a:gd name="csY8" fmla="*/ 0 h 769654"/>
                      <a:gd name="csX9" fmla="*/ 4477314 w 8098501"/>
                      <a:gd name="csY9" fmla="*/ 0 h 769654"/>
                      <a:gd name="csX10" fmla="*/ 5055778 w 8098501"/>
                      <a:gd name="csY10" fmla="*/ 0 h 769654"/>
                      <a:gd name="csX11" fmla="*/ 5391288 w 8098501"/>
                      <a:gd name="csY11" fmla="*/ 0 h 769654"/>
                      <a:gd name="csX12" fmla="*/ 5969752 w 8098501"/>
                      <a:gd name="csY12" fmla="*/ 0 h 769654"/>
                      <a:gd name="csX13" fmla="*/ 6467232 w 8098501"/>
                      <a:gd name="csY13" fmla="*/ 0 h 769654"/>
                      <a:gd name="csX14" fmla="*/ 7045696 w 8098501"/>
                      <a:gd name="csY14" fmla="*/ 0 h 769654"/>
                      <a:gd name="csX15" fmla="*/ 7381205 w 8098501"/>
                      <a:gd name="csY15" fmla="*/ 0 h 769654"/>
                      <a:gd name="csX16" fmla="*/ 8098501 w 8098501"/>
                      <a:gd name="csY16" fmla="*/ 0 h 769654"/>
                      <a:gd name="csX17" fmla="*/ 8098501 w 8098501"/>
                      <a:gd name="csY17" fmla="*/ 369434 h 769654"/>
                      <a:gd name="csX18" fmla="*/ 8098501 w 8098501"/>
                      <a:gd name="csY18" fmla="*/ 769654 h 769654"/>
                      <a:gd name="csX19" fmla="*/ 7439052 w 8098501"/>
                      <a:gd name="csY19" fmla="*/ 769654 h 769654"/>
                      <a:gd name="csX20" fmla="*/ 7022557 w 8098501"/>
                      <a:gd name="csY20" fmla="*/ 769654 h 769654"/>
                      <a:gd name="csX21" fmla="*/ 6282123 w 8098501"/>
                      <a:gd name="csY21" fmla="*/ 769654 h 769654"/>
                      <a:gd name="csX22" fmla="*/ 5703659 w 8098501"/>
                      <a:gd name="csY22" fmla="*/ 769654 h 769654"/>
                      <a:gd name="csX23" fmla="*/ 4963224 w 8098501"/>
                      <a:gd name="csY23" fmla="*/ 769654 h 769654"/>
                      <a:gd name="csX24" fmla="*/ 4465745 w 8098501"/>
                      <a:gd name="csY24" fmla="*/ 769654 h 769654"/>
                      <a:gd name="csX25" fmla="*/ 3887280 w 8098501"/>
                      <a:gd name="csY25" fmla="*/ 769654 h 769654"/>
                      <a:gd name="csX26" fmla="*/ 3227831 w 8098501"/>
                      <a:gd name="csY26" fmla="*/ 769654 h 769654"/>
                      <a:gd name="csX27" fmla="*/ 2730352 w 8098501"/>
                      <a:gd name="csY27" fmla="*/ 769654 h 769654"/>
                      <a:gd name="csX28" fmla="*/ 1989917 w 8098501"/>
                      <a:gd name="csY28" fmla="*/ 769654 h 769654"/>
                      <a:gd name="csX29" fmla="*/ 1492438 w 8098501"/>
                      <a:gd name="csY29" fmla="*/ 769654 h 769654"/>
                      <a:gd name="csX30" fmla="*/ 1075944 w 8098501"/>
                      <a:gd name="csY30" fmla="*/ 769654 h 769654"/>
                      <a:gd name="csX31" fmla="*/ 578464 w 8098501"/>
                      <a:gd name="csY31" fmla="*/ 769654 h 769654"/>
                      <a:gd name="csX32" fmla="*/ 0 w 8098501"/>
                      <a:gd name="csY32" fmla="*/ 769654 h 769654"/>
                      <a:gd name="csX33" fmla="*/ 0 w 8098501"/>
                      <a:gd name="csY33" fmla="*/ 407917 h 769654"/>
                      <a:gd name="csX34" fmla="*/ 0 w 8098501"/>
                      <a:gd name="csY34" fmla="*/ 0 h 76965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</a:cxnLst>
                    <a:rect l="l" t="t" r="r" b="b"/>
                    <a:pathLst>
                      <a:path w="8098501" h="769654" fill="none" extrusionOk="0">
                        <a:moveTo>
                          <a:pt x="0" y="0"/>
                        </a:moveTo>
                        <a:cubicBezTo>
                          <a:pt x="174104" y="-18403"/>
                          <a:pt x="332778" y="50311"/>
                          <a:pt x="497479" y="0"/>
                        </a:cubicBezTo>
                        <a:cubicBezTo>
                          <a:pt x="662180" y="-50311"/>
                          <a:pt x="759163" y="5988"/>
                          <a:pt x="913974" y="0"/>
                        </a:cubicBezTo>
                        <a:cubicBezTo>
                          <a:pt x="1068785" y="-5988"/>
                          <a:pt x="1189850" y="25790"/>
                          <a:pt x="1330468" y="0"/>
                        </a:cubicBezTo>
                        <a:cubicBezTo>
                          <a:pt x="1471086" y="-25790"/>
                          <a:pt x="1754656" y="3526"/>
                          <a:pt x="1908932" y="0"/>
                        </a:cubicBezTo>
                        <a:cubicBezTo>
                          <a:pt x="2063208" y="-3526"/>
                          <a:pt x="2186148" y="12752"/>
                          <a:pt x="2325427" y="0"/>
                        </a:cubicBezTo>
                        <a:cubicBezTo>
                          <a:pt x="2464706" y="-12752"/>
                          <a:pt x="2870948" y="43800"/>
                          <a:pt x="3065861" y="0"/>
                        </a:cubicBezTo>
                        <a:cubicBezTo>
                          <a:pt x="3260774" y="-43800"/>
                          <a:pt x="3487304" y="48476"/>
                          <a:pt x="3644325" y="0"/>
                        </a:cubicBezTo>
                        <a:cubicBezTo>
                          <a:pt x="3801346" y="-48476"/>
                          <a:pt x="3882391" y="36286"/>
                          <a:pt x="3979835" y="0"/>
                        </a:cubicBezTo>
                        <a:cubicBezTo>
                          <a:pt x="4077279" y="-36286"/>
                          <a:pt x="4236101" y="14798"/>
                          <a:pt x="4477314" y="0"/>
                        </a:cubicBezTo>
                        <a:cubicBezTo>
                          <a:pt x="4718527" y="-14798"/>
                          <a:pt x="4868170" y="39063"/>
                          <a:pt x="5055778" y="0"/>
                        </a:cubicBezTo>
                        <a:cubicBezTo>
                          <a:pt x="5243386" y="-39063"/>
                          <a:pt x="5295660" y="16910"/>
                          <a:pt x="5391288" y="0"/>
                        </a:cubicBezTo>
                        <a:cubicBezTo>
                          <a:pt x="5486916" y="-16910"/>
                          <a:pt x="5778330" y="38908"/>
                          <a:pt x="5969752" y="0"/>
                        </a:cubicBezTo>
                        <a:cubicBezTo>
                          <a:pt x="6161174" y="-38908"/>
                          <a:pt x="6285763" y="43059"/>
                          <a:pt x="6467232" y="0"/>
                        </a:cubicBezTo>
                        <a:cubicBezTo>
                          <a:pt x="6648701" y="-43059"/>
                          <a:pt x="6855224" y="48032"/>
                          <a:pt x="7045696" y="0"/>
                        </a:cubicBezTo>
                        <a:cubicBezTo>
                          <a:pt x="7236168" y="-48032"/>
                          <a:pt x="7298697" y="27780"/>
                          <a:pt x="7381205" y="0"/>
                        </a:cubicBezTo>
                        <a:cubicBezTo>
                          <a:pt x="7463713" y="-27780"/>
                          <a:pt x="7780102" y="30039"/>
                          <a:pt x="8098501" y="0"/>
                        </a:cubicBezTo>
                        <a:cubicBezTo>
                          <a:pt x="8121113" y="95355"/>
                          <a:pt x="8075046" y="253022"/>
                          <a:pt x="8098501" y="369434"/>
                        </a:cubicBezTo>
                        <a:cubicBezTo>
                          <a:pt x="8121956" y="485846"/>
                          <a:pt x="8098338" y="628836"/>
                          <a:pt x="8098501" y="769654"/>
                        </a:cubicBezTo>
                        <a:cubicBezTo>
                          <a:pt x="7897807" y="829907"/>
                          <a:pt x="7659506" y="702095"/>
                          <a:pt x="7439052" y="769654"/>
                        </a:cubicBezTo>
                        <a:cubicBezTo>
                          <a:pt x="7218598" y="837213"/>
                          <a:pt x="7119633" y="757768"/>
                          <a:pt x="7022557" y="769654"/>
                        </a:cubicBezTo>
                        <a:cubicBezTo>
                          <a:pt x="6925482" y="781540"/>
                          <a:pt x="6643031" y="742582"/>
                          <a:pt x="6282123" y="769654"/>
                        </a:cubicBezTo>
                        <a:cubicBezTo>
                          <a:pt x="5921215" y="796726"/>
                          <a:pt x="5928802" y="767470"/>
                          <a:pt x="5703659" y="769654"/>
                        </a:cubicBezTo>
                        <a:cubicBezTo>
                          <a:pt x="5478516" y="771838"/>
                          <a:pt x="5288265" y="729625"/>
                          <a:pt x="4963224" y="769654"/>
                        </a:cubicBezTo>
                        <a:cubicBezTo>
                          <a:pt x="4638183" y="809683"/>
                          <a:pt x="4634731" y="713185"/>
                          <a:pt x="4465745" y="769654"/>
                        </a:cubicBezTo>
                        <a:cubicBezTo>
                          <a:pt x="4296759" y="826123"/>
                          <a:pt x="4056647" y="759085"/>
                          <a:pt x="3887280" y="769654"/>
                        </a:cubicBezTo>
                        <a:cubicBezTo>
                          <a:pt x="3717914" y="780223"/>
                          <a:pt x="3385947" y="723654"/>
                          <a:pt x="3227831" y="769654"/>
                        </a:cubicBezTo>
                        <a:cubicBezTo>
                          <a:pt x="3069715" y="815654"/>
                          <a:pt x="2931238" y="728517"/>
                          <a:pt x="2730352" y="769654"/>
                        </a:cubicBezTo>
                        <a:cubicBezTo>
                          <a:pt x="2529466" y="810791"/>
                          <a:pt x="2203411" y="727475"/>
                          <a:pt x="1989917" y="769654"/>
                        </a:cubicBezTo>
                        <a:cubicBezTo>
                          <a:pt x="1776424" y="811833"/>
                          <a:pt x="1704610" y="743373"/>
                          <a:pt x="1492438" y="769654"/>
                        </a:cubicBezTo>
                        <a:cubicBezTo>
                          <a:pt x="1280266" y="795935"/>
                          <a:pt x="1224795" y="749421"/>
                          <a:pt x="1075944" y="769654"/>
                        </a:cubicBezTo>
                        <a:cubicBezTo>
                          <a:pt x="927093" y="789887"/>
                          <a:pt x="757392" y="726865"/>
                          <a:pt x="578464" y="769654"/>
                        </a:cubicBezTo>
                        <a:cubicBezTo>
                          <a:pt x="399536" y="812443"/>
                          <a:pt x="203098" y="738804"/>
                          <a:pt x="0" y="769654"/>
                        </a:cubicBezTo>
                        <a:cubicBezTo>
                          <a:pt x="-32746" y="647412"/>
                          <a:pt x="14288" y="493418"/>
                          <a:pt x="0" y="407917"/>
                        </a:cubicBezTo>
                        <a:cubicBezTo>
                          <a:pt x="-14288" y="322416"/>
                          <a:pt x="48431" y="200592"/>
                          <a:pt x="0" y="0"/>
                        </a:cubicBezTo>
                        <a:close/>
                      </a:path>
                      <a:path w="8098501" h="769654" stroke="0" extrusionOk="0">
                        <a:moveTo>
                          <a:pt x="0" y="0"/>
                        </a:moveTo>
                        <a:cubicBezTo>
                          <a:pt x="208901" y="-22416"/>
                          <a:pt x="391443" y="31127"/>
                          <a:pt x="497479" y="0"/>
                        </a:cubicBezTo>
                        <a:cubicBezTo>
                          <a:pt x="603515" y="-31127"/>
                          <a:pt x="795492" y="62512"/>
                          <a:pt x="1075944" y="0"/>
                        </a:cubicBezTo>
                        <a:cubicBezTo>
                          <a:pt x="1356396" y="-62512"/>
                          <a:pt x="1354334" y="1066"/>
                          <a:pt x="1573423" y="0"/>
                        </a:cubicBezTo>
                        <a:cubicBezTo>
                          <a:pt x="1792512" y="-1066"/>
                          <a:pt x="2066177" y="2078"/>
                          <a:pt x="2232872" y="0"/>
                        </a:cubicBezTo>
                        <a:cubicBezTo>
                          <a:pt x="2399567" y="-2078"/>
                          <a:pt x="2473973" y="2446"/>
                          <a:pt x="2568382" y="0"/>
                        </a:cubicBezTo>
                        <a:cubicBezTo>
                          <a:pt x="2662791" y="-2446"/>
                          <a:pt x="2981477" y="35011"/>
                          <a:pt x="3308816" y="0"/>
                        </a:cubicBezTo>
                        <a:cubicBezTo>
                          <a:pt x="3636155" y="-35011"/>
                          <a:pt x="3581130" y="42922"/>
                          <a:pt x="3725310" y="0"/>
                        </a:cubicBezTo>
                        <a:cubicBezTo>
                          <a:pt x="3869490" y="-42922"/>
                          <a:pt x="3910772" y="23306"/>
                          <a:pt x="4060820" y="0"/>
                        </a:cubicBezTo>
                        <a:cubicBezTo>
                          <a:pt x="4210868" y="-23306"/>
                          <a:pt x="4241029" y="19836"/>
                          <a:pt x="4396329" y="0"/>
                        </a:cubicBezTo>
                        <a:cubicBezTo>
                          <a:pt x="4551629" y="-19836"/>
                          <a:pt x="4843935" y="25512"/>
                          <a:pt x="5055778" y="0"/>
                        </a:cubicBezTo>
                        <a:cubicBezTo>
                          <a:pt x="5267621" y="-25512"/>
                          <a:pt x="5401701" y="49202"/>
                          <a:pt x="5715228" y="0"/>
                        </a:cubicBezTo>
                        <a:cubicBezTo>
                          <a:pt x="6028755" y="-49202"/>
                          <a:pt x="6082849" y="37608"/>
                          <a:pt x="6293692" y="0"/>
                        </a:cubicBezTo>
                        <a:cubicBezTo>
                          <a:pt x="6504535" y="-37608"/>
                          <a:pt x="6601883" y="30560"/>
                          <a:pt x="6710187" y="0"/>
                        </a:cubicBezTo>
                        <a:cubicBezTo>
                          <a:pt x="6818492" y="-30560"/>
                          <a:pt x="7013958" y="20379"/>
                          <a:pt x="7126681" y="0"/>
                        </a:cubicBezTo>
                        <a:cubicBezTo>
                          <a:pt x="7239404" y="-20379"/>
                          <a:pt x="7861251" y="108534"/>
                          <a:pt x="8098501" y="0"/>
                        </a:cubicBezTo>
                        <a:cubicBezTo>
                          <a:pt x="8120304" y="138796"/>
                          <a:pt x="8094650" y="245416"/>
                          <a:pt x="8098501" y="377130"/>
                        </a:cubicBezTo>
                        <a:cubicBezTo>
                          <a:pt x="8102352" y="508844"/>
                          <a:pt x="8070341" y="622324"/>
                          <a:pt x="8098501" y="769654"/>
                        </a:cubicBezTo>
                        <a:cubicBezTo>
                          <a:pt x="7871610" y="783900"/>
                          <a:pt x="7618067" y="695186"/>
                          <a:pt x="7439052" y="769654"/>
                        </a:cubicBezTo>
                        <a:cubicBezTo>
                          <a:pt x="7260037" y="844122"/>
                          <a:pt x="6954301" y="722727"/>
                          <a:pt x="6698617" y="769654"/>
                        </a:cubicBezTo>
                        <a:cubicBezTo>
                          <a:pt x="6442934" y="816581"/>
                          <a:pt x="6153557" y="754723"/>
                          <a:pt x="5958183" y="769654"/>
                        </a:cubicBezTo>
                        <a:cubicBezTo>
                          <a:pt x="5762809" y="784585"/>
                          <a:pt x="5697759" y="721193"/>
                          <a:pt x="5460704" y="769654"/>
                        </a:cubicBezTo>
                        <a:cubicBezTo>
                          <a:pt x="5223649" y="818115"/>
                          <a:pt x="5011596" y="739444"/>
                          <a:pt x="4801254" y="769654"/>
                        </a:cubicBezTo>
                        <a:cubicBezTo>
                          <a:pt x="4590912" y="799864"/>
                          <a:pt x="4288367" y="727691"/>
                          <a:pt x="4141805" y="769654"/>
                        </a:cubicBezTo>
                        <a:cubicBezTo>
                          <a:pt x="3995243" y="811617"/>
                          <a:pt x="3838056" y="754540"/>
                          <a:pt x="3563340" y="769654"/>
                        </a:cubicBezTo>
                        <a:cubicBezTo>
                          <a:pt x="3288625" y="784768"/>
                          <a:pt x="3235742" y="720342"/>
                          <a:pt x="3065861" y="769654"/>
                        </a:cubicBezTo>
                        <a:cubicBezTo>
                          <a:pt x="2895980" y="818966"/>
                          <a:pt x="2815622" y="754952"/>
                          <a:pt x="2649367" y="769654"/>
                        </a:cubicBezTo>
                        <a:cubicBezTo>
                          <a:pt x="2483112" y="784356"/>
                          <a:pt x="2404496" y="751743"/>
                          <a:pt x="2313857" y="769654"/>
                        </a:cubicBezTo>
                        <a:cubicBezTo>
                          <a:pt x="2223218" y="787565"/>
                          <a:pt x="1917372" y="734087"/>
                          <a:pt x="1573423" y="769654"/>
                        </a:cubicBezTo>
                        <a:cubicBezTo>
                          <a:pt x="1229474" y="805221"/>
                          <a:pt x="1351410" y="764703"/>
                          <a:pt x="1237914" y="769654"/>
                        </a:cubicBezTo>
                        <a:cubicBezTo>
                          <a:pt x="1124418" y="774605"/>
                          <a:pt x="804126" y="756139"/>
                          <a:pt x="578464" y="769654"/>
                        </a:cubicBezTo>
                        <a:cubicBezTo>
                          <a:pt x="352802" y="783169"/>
                          <a:pt x="154535" y="711023"/>
                          <a:pt x="0" y="769654"/>
                        </a:cubicBezTo>
                        <a:cubicBezTo>
                          <a:pt x="-23689" y="676952"/>
                          <a:pt x="21486" y="472250"/>
                          <a:pt x="0" y="369434"/>
                        </a:cubicBezTo>
                        <a:cubicBezTo>
                          <a:pt x="-21486" y="266618"/>
                          <a:pt x="2984" y="11355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GB" sz="2000" b="0" i="1" cap="none">
                <a:latin typeface="+mn-lt"/>
              </a:rPr>
              <a:t>Develop a requirement-first component that produces structured, domain-aware, and approved requirement artifacts.</a:t>
            </a:r>
            <a:endParaRPr lang="en-US" sz="2400" b="0" i="1" cap="none">
              <a:latin typeface="+mn-l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7760B58-E7B6-E656-DD71-8212C4950B6C}"/>
              </a:ext>
            </a:extLst>
          </p:cNvPr>
          <p:cNvGrpSpPr/>
          <p:nvPr/>
        </p:nvGrpSpPr>
        <p:grpSpPr>
          <a:xfrm>
            <a:off x="359008" y="1474326"/>
            <a:ext cx="2286000" cy="1276350"/>
            <a:chOff x="228600" y="374633"/>
            <a:chExt cx="2286000" cy="1276350"/>
          </a:xfrm>
        </p:grpSpPr>
        <p:pic>
          <p:nvPicPr>
            <p:cNvPr id="19" name="Graphic 18" descr="Open laptop device">
              <a:extLst>
                <a:ext uri="{FF2B5EF4-FFF2-40B4-BE49-F238E27FC236}">
                  <a16:creationId xmlns:a16="http://schemas.microsoft.com/office/drawing/2014/main" id="{377E40E1-B43B-B33A-4119-EA8AB1F2B9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8600" y="374633"/>
              <a:ext cx="2286000" cy="1276350"/>
            </a:xfrm>
            <a:prstGeom prst="rect">
              <a:avLst/>
            </a:prstGeom>
          </p:spPr>
        </p:pic>
        <p:sp>
          <p:nvSpPr>
            <p:cNvPr id="22" name="Title 4">
              <a:extLst>
                <a:ext uri="{FF2B5EF4-FFF2-40B4-BE49-F238E27FC236}">
                  <a16:creationId xmlns:a16="http://schemas.microsoft.com/office/drawing/2014/main" id="{F9153424-8CA4-DE50-6A93-345F97D395D5}"/>
                </a:ext>
              </a:extLst>
            </p:cNvPr>
            <p:cNvSpPr txBox="1">
              <a:spLocks/>
            </p:cNvSpPr>
            <p:nvPr/>
          </p:nvSpPr>
          <p:spPr>
            <a:xfrm>
              <a:off x="762000" y="642769"/>
              <a:ext cx="1341120" cy="446722"/>
            </a:xfrm>
            <a:custGeom>
              <a:avLst/>
              <a:gdLst>
                <a:gd name="csX0" fmla="*/ 0 w 1341120"/>
                <a:gd name="csY0" fmla="*/ 0 h 446722"/>
                <a:gd name="csX1" fmla="*/ 433629 w 1341120"/>
                <a:gd name="csY1" fmla="*/ 0 h 446722"/>
                <a:gd name="csX2" fmla="*/ 880669 w 1341120"/>
                <a:gd name="csY2" fmla="*/ 0 h 446722"/>
                <a:gd name="csX3" fmla="*/ 1341120 w 1341120"/>
                <a:gd name="csY3" fmla="*/ 0 h 446722"/>
                <a:gd name="csX4" fmla="*/ 1341120 w 1341120"/>
                <a:gd name="csY4" fmla="*/ 446722 h 446722"/>
                <a:gd name="csX5" fmla="*/ 907491 w 1341120"/>
                <a:gd name="csY5" fmla="*/ 446722 h 446722"/>
                <a:gd name="csX6" fmla="*/ 460451 w 1341120"/>
                <a:gd name="csY6" fmla="*/ 446722 h 446722"/>
                <a:gd name="csX7" fmla="*/ 0 w 1341120"/>
                <a:gd name="csY7" fmla="*/ 446722 h 446722"/>
                <a:gd name="csX8" fmla="*/ 0 w 1341120"/>
                <a:gd name="csY8" fmla="*/ 0 h 446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341120" h="446722" extrusionOk="0">
                  <a:moveTo>
                    <a:pt x="0" y="0"/>
                  </a:moveTo>
                  <a:cubicBezTo>
                    <a:pt x="169073" y="-27213"/>
                    <a:pt x="295000" y="32152"/>
                    <a:pt x="433629" y="0"/>
                  </a:cubicBezTo>
                  <a:cubicBezTo>
                    <a:pt x="572258" y="-32152"/>
                    <a:pt x="720722" y="31966"/>
                    <a:pt x="880669" y="0"/>
                  </a:cubicBezTo>
                  <a:cubicBezTo>
                    <a:pt x="1040616" y="-31966"/>
                    <a:pt x="1126210" y="4428"/>
                    <a:pt x="1341120" y="0"/>
                  </a:cubicBezTo>
                  <a:cubicBezTo>
                    <a:pt x="1351755" y="157424"/>
                    <a:pt x="1338150" y="343044"/>
                    <a:pt x="1341120" y="446722"/>
                  </a:cubicBezTo>
                  <a:cubicBezTo>
                    <a:pt x="1252644" y="452524"/>
                    <a:pt x="1049813" y="433516"/>
                    <a:pt x="907491" y="446722"/>
                  </a:cubicBezTo>
                  <a:cubicBezTo>
                    <a:pt x="765169" y="459928"/>
                    <a:pt x="665434" y="418367"/>
                    <a:pt x="460451" y="446722"/>
                  </a:cubicBezTo>
                  <a:cubicBezTo>
                    <a:pt x="255468" y="475077"/>
                    <a:pt x="148779" y="418363"/>
                    <a:pt x="0" y="446722"/>
                  </a:cubicBezTo>
                  <a:cubicBezTo>
                    <a:pt x="-16383" y="319723"/>
                    <a:pt x="15535" y="155379"/>
                    <a:pt x="0" y="0"/>
                  </a:cubicBezTo>
                  <a:close/>
                </a:path>
              </a:pathLst>
            </a:custGeom>
            <a:noFill/>
            <a:ln>
              <a:noFill/>
              <a:extLst>
                <a:ext uri="{C807C97D-BFC1-408E-A445-0C87EB9F89A2}">
                  <ask:lineSketchStyleProps xmlns:ask="http://schemas.microsoft.com/office/drawing/2018/sketchyshapes" sd="426359736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4000" b="1" kern="1200" cap="all">
                  <a:solidFill>
                    <a:schemeClr val="tx1"/>
                  </a:solidFill>
                  <a:latin typeface="Adobe Devanagari" pitchFamily="18" charset="0"/>
                  <a:ea typeface="+mj-ea"/>
                  <a:cs typeface="Adobe Devanagari" pitchFamily="18" charset="0"/>
                </a:defRPr>
              </a:lvl1pPr>
            </a:lstStyle>
            <a:p>
              <a:pPr algn="just"/>
              <a:r>
                <a:rPr lang="en-GB" sz="2000">
                  <a:latin typeface="+mn-lt"/>
                </a:rPr>
                <a:t>Novelty</a:t>
              </a:r>
              <a:endParaRPr lang="en-US" sz="2400">
                <a:latin typeface="+mn-lt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0E15EC1-5C6D-9EF6-E37F-27564FC9B8AC}"/>
              </a:ext>
            </a:extLst>
          </p:cNvPr>
          <p:cNvGrpSpPr/>
          <p:nvPr/>
        </p:nvGrpSpPr>
        <p:grpSpPr>
          <a:xfrm>
            <a:off x="7737337" y="2590112"/>
            <a:ext cx="4454663" cy="2085172"/>
            <a:chOff x="7698658" y="1859279"/>
            <a:chExt cx="4454663" cy="2085172"/>
          </a:xfrm>
        </p:grpSpPr>
        <p:pic>
          <p:nvPicPr>
            <p:cNvPr id="17" name="Graphic 16" descr="An open laptop">
              <a:extLst>
                <a:ext uri="{FF2B5EF4-FFF2-40B4-BE49-F238E27FC236}">
                  <a16:creationId xmlns:a16="http://schemas.microsoft.com/office/drawing/2014/main" id="{A243113B-5274-7E51-71A3-3CF313929D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698658" y="1859279"/>
              <a:ext cx="4454663" cy="2085172"/>
            </a:xfrm>
            <a:prstGeom prst="rect">
              <a:avLst/>
            </a:prstGeom>
          </p:spPr>
        </p:pic>
        <p:sp>
          <p:nvSpPr>
            <p:cNvPr id="23" name="Title 4">
              <a:extLst>
                <a:ext uri="{FF2B5EF4-FFF2-40B4-BE49-F238E27FC236}">
                  <a16:creationId xmlns:a16="http://schemas.microsoft.com/office/drawing/2014/main" id="{9058C37C-2349-F840-E89E-CC0EE5881301}"/>
                </a:ext>
              </a:extLst>
            </p:cNvPr>
            <p:cNvSpPr txBox="1">
              <a:spLocks/>
            </p:cNvSpPr>
            <p:nvPr/>
          </p:nvSpPr>
          <p:spPr>
            <a:xfrm rot="20725720">
              <a:off x="10080847" y="2396925"/>
              <a:ext cx="1676400" cy="731520"/>
            </a:xfrm>
            <a:custGeom>
              <a:avLst/>
              <a:gdLst>
                <a:gd name="csX0" fmla="*/ 0 w 1676400"/>
                <a:gd name="csY0" fmla="*/ 0 h 731520"/>
                <a:gd name="csX1" fmla="*/ 542036 w 1676400"/>
                <a:gd name="csY1" fmla="*/ 0 h 731520"/>
                <a:gd name="csX2" fmla="*/ 1100836 w 1676400"/>
                <a:gd name="csY2" fmla="*/ 0 h 731520"/>
                <a:gd name="csX3" fmla="*/ 1676400 w 1676400"/>
                <a:gd name="csY3" fmla="*/ 0 h 731520"/>
                <a:gd name="csX4" fmla="*/ 1676400 w 1676400"/>
                <a:gd name="csY4" fmla="*/ 373075 h 731520"/>
                <a:gd name="csX5" fmla="*/ 1676400 w 1676400"/>
                <a:gd name="csY5" fmla="*/ 731520 h 731520"/>
                <a:gd name="csX6" fmla="*/ 1117600 w 1676400"/>
                <a:gd name="csY6" fmla="*/ 731520 h 731520"/>
                <a:gd name="csX7" fmla="*/ 525272 w 1676400"/>
                <a:gd name="csY7" fmla="*/ 731520 h 731520"/>
                <a:gd name="csX8" fmla="*/ 0 w 1676400"/>
                <a:gd name="csY8" fmla="*/ 731520 h 731520"/>
                <a:gd name="csX9" fmla="*/ 0 w 1676400"/>
                <a:gd name="csY9" fmla="*/ 358445 h 731520"/>
                <a:gd name="csX10" fmla="*/ 0 w 1676400"/>
                <a:gd name="csY10" fmla="*/ 0 h 731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676400" h="731520" extrusionOk="0">
                  <a:moveTo>
                    <a:pt x="0" y="0"/>
                  </a:moveTo>
                  <a:cubicBezTo>
                    <a:pt x="161724" y="-38671"/>
                    <a:pt x="382819" y="59096"/>
                    <a:pt x="542036" y="0"/>
                  </a:cubicBezTo>
                  <a:cubicBezTo>
                    <a:pt x="701253" y="-59096"/>
                    <a:pt x="954755" y="18555"/>
                    <a:pt x="1100836" y="0"/>
                  </a:cubicBezTo>
                  <a:cubicBezTo>
                    <a:pt x="1246917" y="-18555"/>
                    <a:pt x="1440625" y="3132"/>
                    <a:pt x="1676400" y="0"/>
                  </a:cubicBezTo>
                  <a:cubicBezTo>
                    <a:pt x="1711388" y="182007"/>
                    <a:pt x="1674322" y="275434"/>
                    <a:pt x="1676400" y="373075"/>
                  </a:cubicBezTo>
                  <a:cubicBezTo>
                    <a:pt x="1678478" y="470717"/>
                    <a:pt x="1636194" y="600110"/>
                    <a:pt x="1676400" y="731520"/>
                  </a:cubicBezTo>
                  <a:cubicBezTo>
                    <a:pt x="1437949" y="755901"/>
                    <a:pt x="1338875" y="689754"/>
                    <a:pt x="1117600" y="731520"/>
                  </a:cubicBezTo>
                  <a:cubicBezTo>
                    <a:pt x="896325" y="773286"/>
                    <a:pt x="657676" y="711132"/>
                    <a:pt x="525272" y="731520"/>
                  </a:cubicBezTo>
                  <a:cubicBezTo>
                    <a:pt x="392868" y="751908"/>
                    <a:pt x="227904" y="718850"/>
                    <a:pt x="0" y="731520"/>
                  </a:cubicBezTo>
                  <a:cubicBezTo>
                    <a:pt x="-9911" y="585080"/>
                    <a:pt x="23756" y="481360"/>
                    <a:pt x="0" y="358445"/>
                  </a:cubicBezTo>
                  <a:cubicBezTo>
                    <a:pt x="-23756" y="235531"/>
                    <a:pt x="1575" y="75799"/>
                    <a:pt x="0" y="0"/>
                  </a:cubicBezTo>
                  <a:close/>
                </a:path>
              </a:pathLst>
            </a:custGeom>
            <a:noFill/>
            <a:ln>
              <a:noFill/>
              <a:extLst>
                <a:ext uri="{C807C97D-BFC1-408E-A445-0C87EB9F89A2}">
                  <ask:lineSketchStyleProps xmlns:ask="http://schemas.microsoft.com/office/drawing/2018/sketchyshapes" sd="426359736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4000" b="1" kern="1200" cap="all">
                  <a:solidFill>
                    <a:schemeClr val="tx1"/>
                  </a:solidFill>
                  <a:latin typeface="Adobe Devanagari" pitchFamily="18" charset="0"/>
                  <a:ea typeface="+mj-ea"/>
                  <a:cs typeface="Adobe Devanagari" pitchFamily="18" charset="0"/>
                </a:defRPr>
              </a:lvl1pPr>
            </a:lstStyle>
            <a:p>
              <a:pPr algn="just"/>
              <a:r>
                <a:rPr lang="en-GB" sz="2000">
                  <a:latin typeface="+mn-lt"/>
                </a:rPr>
                <a:t>Problem Definition</a:t>
              </a:r>
              <a:endParaRPr lang="en-US" sz="2400">
                <a:latin typeface="+mn-lt"/>
              </a:endParaRPr>
            </a:p>
          </p:txBody>
        </p:sp>
      </p:grpSp>
      <p:pic>
        <p:nvPicPr>
          <p:cNvPr id="25" name="Graphic 24" descr="A phone facing sideways">
            <a:extLst>
              <a:ext uri="{FF2B5EF4-FFF2-40B4-BE49-F238E27FC236}">
                <a16:creationId xmlns:a16="http://schemas.microsoft.com/office/drawing/2014/main" id="{E672867F-5D3A-2139-29AB-D6B59CD406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3860" y="3960422"/>
            <a:ext cx="2286000" cy="2459847"/>
          </a:xfrm>
          <a:prstGeom prst="rect">
            <a:avLst/>
          </a:prstGeom>
        </p:spPr>
      </p:pic>
      <p:sp>
        <p:nvSpPr>
          <p:cNvPr id="26" name="Title 4">
            <a:extLst>
              <a:ext uri="{FF2B5EF4-FFF2-40B4-BE49-F238E27FC236}">
                <a16:creationId xmlns:a16="http://schemas.microsoft.com/office/drawing/2014/main" id="{BFFBA346-3CF7-47D2-DFC1-E97D44A9D0B9}"/>
              </a:ext>
            </a:extLst>
          </p:cNvPr>
          <p:cNvSpPr txBox="1">
            <a:spLocks/>
          </p:cNvSpPr>
          <p:nvPr/>
        </p:nvSpPr>
        <p:spPr>
          <a:xfrm>
            <a:off x="893099" y="4749374"/>
            <a:ext cx="1568161" cy="731520"/>
          </a:xfrm>
          <a:custGeom>
            <a:avLst/>
            <a:gdLst>
              <a:gd name="csX0" fmla="*/ 0 w 1568161"/>
              <a:gd name="csY0" fmla="*/ 0 h 731520"/>
              <a:gd name="csX1" fmla="*/ 507039 w 1568161"/>
              <a:gd name="csY1" fmla="*/ 0 h 731520"/>
              <a:gd name="csX2" fmla="*/ 1029759 w 1568161"/>
              <a:gd name="csY2" fmla="*/ 0 h 731520"/>
              <a:gd name="csX3" fmla="*/ 1568161 w 1568161"/>
              <a:gd name="csY3" fmla="*/ 0 h 731520"/>
              <a:gd name="csX4" fmla="*/ 1568161 w 1568161"/>
              <a:gd name="csY4" fmla="*/ 373075 h 731520"/>
              <a:gd name="csX5" fmla="*/ 1568161 w 1568161"/>
              <a:gd name="csY5" fmla="*/ 731520 h 731520"/>
              <a:gd name="csX6" fmla="*/ 1045441 w 1568161"/>
              <a:gd name="csY6" fmla="*/ 731520 h 731520"/>
              <a:gd name="csX7" fmla="*/ 491357 w 1568161"/>
              <a:gd name="csY7" fmla="*/ 731520 h 731520"/>
              <a:gd name="csX8" fmla="*/ 0 w 1568161"/>
              <a:gd name="csY8" fmla="*/ 731520 h 731520"/>
              <a:gd name="csX9" fmla="*/ 0 w 1568161"/>
              <a:gd name="csY9" fmla="*/ 358445 h 731520"/>
              <a:gd name="csX10" fmla="*/ 0 w 1568161"/>
              <a:gd name="csY10" fmla="*/ 0 h 7315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568161" h="731520" extrusionOk="0">
                <a:moveTo>
                  <a:pt x="0" y="0"/>
                </a:moveTo>
                <a:cubicBezTo>
                  <a:pt x="252044" y="-23700"/>
                  <a:pt x="383647" y="25171"/>
                  <a:pt x="507039" y="0"/>
                </a:cubicBezTo>
                <a:cubicBezTo>
                  <a:pt x="630431" y="-25171"/>
                  <a:pt x="831279" y="35134"/>
                  <a:pt x="1029759" y="0"/>
                </a:cubicBezTo>
                <a:cubicBezTo>
                  <a:pt x="1228239" y="-35134"/>
                  <a:pt x="1324877" y="11359"/>
                  <a:pt x="1568161" y="0"/>
                </a:cubicBezTo>
                <a:cubicBezTo>
                  <a:pt x="1603149" y="182007"/>
                  <a:pt x="1566083" y="275434"/>
                  <a:pt x="1568161" y="373075"/>
                </a:cubicBezTo>
                <a:cubicBezTo>
                  <a:pt x="1570239" y="470717"/>
                  <a:pt x="1527955" y="600110"/>
                  <a:pt x="1568161" y="731520"/>
                </a:cubicBezTo>
                <a:cubicBezTo>
                  <a:pt x="1371332" y="776176"/>
                  <a:pt x="1240581" y="677821"/>
                  <a:pt x="1045441" y="731520"/>
                </a:cubicBezTo>
                <a:cubicBezTo>
                  <a:pt x="850301" y="785219"/>
                  <a:pt x="643587" y="667660"/>
                  <a:pt x="491357" y="731520"/>
                </a:cubicBezTo>
                <a:cubicBezTo>
                  <a:pt x="339127" y="795380"/>
                  <a:pt x="201040" y="723051"/>
                  <a:pt x="0" y="731520"/>
                </a:cubicBezTo>
                <a:cubicBezTo>
                  <a:pt x="-9911" y="585080"/>
                  <a:pt x="23756" y="481360"/>
                  <a:pt x="0" y="358445"/>
                </a:cubicBezTo>
                <a:cubicBezTo>
                  <a:pt x="-23756" y="235531"/>
                  <a:pt x="1575" y="75799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42635973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algn="just"/>
            <a:r>
              <a:rPr lang="en-GB" sz="2000">
                <a:latin typeface="+mn-lt"/>
              </a:rPr>
              <a:t>Research Objective</a:t>
            </a:r>
            <a:endParaRPr lang="en-US" sz="240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D21B81-27AD-648D-750F-B320B1E5D072}"/>
              </a:ext>
            </a:extLst>
          </p:cNvPr>
          <p:cNvSpPr txBox="1"/>
          <p:nvPr/>
        </p:nvSpPr>
        <p:spPr>
          <a:xfrm>
            <a:off x="1180854" y="183482"/>
            <a:ext cx="8686800" cy="95410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GB" sz="2800" i="1"/>
              <a:t>Requirements Bot, Domain Agents &amp; Orchestrator : Business Needs-to-SRS Generation</a:t>
            </a:r>
            <a:endParaRPr lang="en-GB" sz="2800" i="1">
              <a:solidFill>
                <a:srgbClr val="00206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8BE402-FAE3-626A-B320-5041FDDF9F68}"/>
              </a:ext>
            </a:extLst>
          </p:cNvPr>
          <p:cNvSpPr/>
          <p:nvPr/>
        </p:nvSpPr>
        <p:spPr>
          <a:xfrm>
            <a:off x="2679700" y="6503035"/>
            <a:ext cx="681636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IT22098078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sz="1800" err="1">
                <a:solidFill>
                  <a:schemeClr val="tx1"/>
                </a:solidFill>
              </a:rPr>
              <a:t>Santhuka</a:t>
            </a:r>
            <a:r>
              <a:rPr lang="en-US" sz="1800">
                <a:solidFill>
                  <a:schemeClr val="tx1"/>
                </a:solidFill>
              </a:rPr>
              <a:t> D.N.M.D|   </a:t>
            </a:r>
            <a:r>
              <a:rPr lang="en-US" sz="1800" b="0">
                <a:solidFill>
                  <a:schemeClr val="tx1"/>
                </a:solidFill>
              </a:rPr>
              <a:t>R26-SE-033</a:t>
            </a:r>
          </a:p>
        </p:txBody>
      </p:sp>
    </p:spTree>
    <p:extLst>
      <p:ext uri="{BB962C8B-B14F-4D97-AF65-F5344CB8AC3E}">
        <p14:creationId xmlns:p14="http://schemas.microsoft.com/office/powerpoint/2010/main" val="4163232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FFB2F-7AA0-0048-95BD-65DE4174C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 descr="A square made of dots">
            <a:extLst>
              <a:ext uri="{FF2B5EF4-FFF2-40B4-BE49-F238E27FC236}">
                <a16:creationId xmlns:a16="http://schemas.microsoft.com/office/drawing/2014/main" id="{1BF4606F-79E4-F551-6912-FDD2D66993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0" y="-752103"/>
            <a:ext cx="4572000" cy="4572000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08B09EB7-2B96-82AE-7DD2-C00CAECF85C0}"/>
              </a:ext>
            </a:extLst>
          </p:cNvPr>
          <p:cNvSpPr txBox="1">
            <a:spLocks/>
          </p:cNvSpPr>
          <p:nvPr/>
        </p:nvSpPr>
        <p:spPr>
          <a:xfrm>
            <a:off x="3760838" y="3362697"/>
            <a:ext cx="5431420" cy="2209800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5431420"/>
                      <a:gd name="csY0" fmla="*/ 0 h 2209800"/>
                      <a:gd name="csX1" fmla="*/ 543142 w 5431420"/>
                      <a:gd name="csY1" fmla="*/ 0 h 2209800"/>
                      <a:gd name="csX2" fmla="*/ 1140598 w 5431420"/>
                      <a:gd name="csY2" fmla="*/ 0 h 2209800"/>
                      <a:gd name="csX3" fmla="*/ 1792369 w 5431420"/>
                      <a:gd name="csY3" fmla="*/ 0 h 2209800"/>
                      <a:gd name="csX4" fmla="*/ 2335511 w 5431420"/>
                      <a:gd name="csY4" fmla="*/ 0 h 2209800"/>
                      <a:gd name="csX5" fmla="*/ 2987281 w 5431420"/>
                      <a:gd name="csY5" fmla="*/ 0 h 2209800"/>
                      <a:gd name="csX6" fmla="*/ 3421795 w 5431420"/>
                      <a:gd name="csY6" fmla="*/ 0 h 2209800"/>
                      <a:gd name="csX7" fmla="*/ 3856308 w 5431420"/>
                      <a:gd name="csY7" fmla="*/ 0 h 2209800"/>
                      <a:gd name="csX8" fmla="*/ 4399450 w 5431420"/>
                      <a:gd name="csY8" fmla="*/ 0 h 2209800"/>
                      <a:gd name="csX9" fmla="*/ 4833964 w 5431420"/>
                      <a:gd name="csY9" fmla="*/ 0 h 2209800"/>
                      <a:gd name="csX10" fmla="*/ 5431420 w 5431420"/>
                      <a:gd name="csY10" fmla="*/ 0 h 2209800"/>
                      <a:gd name="csX11" fmla="*/ 5431420 w 5431420"/>
                      <a:gd name="csY11" fmla="*/ 552450 h 2209800"/>
                      <a:gd name="csX12" fmla="*/ 5431420 w 5431420"/>
                      <a:gd name="csY12" fmla="*/ 1126998 h 2209800"/>
                      <a:gd name="csX13" fmla="*/ 5431420 w 5431420"/>
                      <a:gd name="csY13" fmla="*/ 1701546 h 2209800"/>
                      <a:gd name="csX14" fmla="*/ 5431420 w 5431420"/>
                      <a:gd name="csY14" fmla="*/ 2209800 h 2209800"/>
                      <a:gd name="csX15" fmla="*/ 4996906 w 5431420"/>
                      <a:gd name="csY15" fmla="*/ 2209800 h 2209800"/>
                      <a:gd name="csX16" fmla="*/ 4345136 w 5431420"/>
                      <a:gd name="csY16" fmla="*/ 2209800 h 2209800"/>
                      <a:gd name="csX17" fmla="*/ 3747680 w 5431420"/>
                      <a:gd name="csY17" fmla="*/ 2209800 h 2209800"/>
                      <a:gd name="csX18" fmla="*/ 3150224 w 5431420"/>
                      <a:gd name="csY18" fmla="*/ 2209800 h 2209800"/>
                      <a:gd name="csX19" fmla="*/ 2715710 w 5431420"/>
                      <a:gd name="csY19" fmla="*/ 2209800 h 2209800"/>
                      <a:gd name="csX20" fmla="*/ 2281196 w 5431420"/>
                      <a:gd name="csY20" fmla="*/ 2209800 h 2209800"/>
                      <a:gd name="csX21" fmla="*/ 1900997 w 5431420"/>
                      <a:gd name="csY21" fmla="*/ 2209800 h 2209800"/>
                      <a:gd name="csX22" fmla="*/ 1249227 w 5431420"/>
                      <a:gd name="csY22" fmla="*/ 2209800 h 2209800"/>
                      <a:gd name="csX23" fmla="*/ 597456 w 5431420"/>
                      <a:gd name="csY23" fmla="*/ 2209800 h 2209800"/>
                      <a:gd name="csX24" fmla="*/ 0 w 5431420"/>
                      <a:gd name="csY24" fmla="*/ 2209800 h 2209800"/>
                      <a:gd name="csX25" fmla="*/ 0 w 5431420"/>
                      <a:gd name="csY25" fmla="*/ 1613154 h 2209800"/>
                      <a:gd name="csX26" fmla="*/ 0 w 5431420"/>
                      <a:gd name="csY26" fmla="*/ 1016508 h 2209800"/>
                      <a:gd name="csX27" fmla="*/ 0 w 5431420"/>
                      <a:gd name="csY27" fmla="*/ 0 h 22098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</a:cxnLst>
                    <a:rect l="l" t="t" r="r" b="b"/>
                    <a:pathLst>
                      <a:path w="5431420" h="2209800" fill="none" extrusionOk="0">
                        <a:moveTo>
                          <a:pt x="0" y="0"/>
                        </a:moveTo>
                        <a:cubicBezTo>
                          <a:pt x="182001" y="-33399"/>
                          <a:pt x="355277" y="39327"/>
                          <a:pt x="543142" y="0"/>
                        </a:cubicBezTo>
                        <a:cubicBezTo>
                          <a:pt x="731007" y="-39327"/>
                          <a:pt x="976341" y="59251"/>
                          <a:pt x="1140598" y="0"/>
                        </a:cubicBezTo>
                        <a:cubicBezTo>
                          <a:pt x="1304855" y="-59251"/>
                          <a:pt x="1601023" y="49920"/>
                          <a:pt x="1792369" y="0"/>
                        </a:cubicBezTo>
                        <a:cubicBezTo>
                          <a:pt x="1983715" y="-49920"/>
                          <a:pt x="2134627" y="16999"/>
                          <a:pt x="2335511" y="0"/>
                        </a:cubicBezTo>
                        <a:cubicBezTo>
                          <a:pt x="2536395" y="-16999"/>
                          <a:pt x="2811455" y="5886"/>
                          <a:pt x="2987281" y="0"/>
                        </a:cubicBezTo>
                        <a:cubicBezTo>
                          <a:pt x="3163107" y="-5886"/>
                          <a:pt x="3219150" y="34897"/>
                          <a:pt x="3421795" y="0"/>
                        </a:cubicBezTo>
                        <a:cubicBezTo>
                          <a:pt x="3624440" y="-34897"/>
                          <a:pt x="3709135" y="28175"/>
                          <a:pt x="3856308" y="0"/>
                        </a:cubicBezTo>
                        <a:cubicBezTo>
                          <a:pt x="4003481" y="-28175"/>
                          <a:pt x="4233459" y="25684"/>
                          <a:pt x="4399450" y="0"/>
                        </a:cubicBezTo>
                        <a:cubicBezTo>
                          <a:pt x="4565441" y="-25684"/>
                          <a:pt x="4725966" y="3398"/>
                          <a:pt x="4833964" y="0"/>
                        </a:cubicBezTo>
                        <a:cubicBezTo>
                          <a:pt x="4941962" y="-3398"/>
                          <a:pt x="5157325" y="3421"/>
                          <a:pt x="5431420" y="0"/>
                        </a:cubicBezTo>
                        <a:cubicBezTo>
                          <a:pt x="5465946" y="112850"/>
                          <a:pt x="5395529" y="395403"/>
                          <a:pt x="5431420" y="552450"/>
                        </a:cubicBezTo>
                        <a:cubicBezTo>
                          <a:pt x="5467311" y="709497"/>
                          <a:pt x="5423599" y="935930"/>
                          <a:pt x="5431420" y="1126998"/>
                        </a:cubicBezTo>
                        <a:cubicBezTo>
                          <a:pt x="5439241" y="1318066"/>
                          <a:pt x="5405920" y="1532518"/>
                          <a:pt x="5431420" y="1701546"/>
                        </a:cubicBezTo>
                        <a:cubicBezTo>
                          <a:pt x="5456920" y="1870574"/>
                          <a:pt x="5377430" y="2012733"/>
                          <a:pt x="5431420" y="2209800"/>
                        </a:cubicBezTo>
                        <a:cubicBezTo>
                          <a:pt x="5267648" y="2220983"/>
                          <a:pt x="5182089" y="2195556"/>
                          <a:pt x="4996906" y="2209800"/>
                        </a:cubicBezTo>
                        <a:cubicBezTo>
                          <a:pt x="4811723" y="2224044"/>
                          <a:pt x="4505369" y="2139595"/>
                          <a:pt x="4345136" y="2209800"/>
                        </a:cubicBezTo>
                        <a:cubicBezTo>
                          <a:pt x="4184903" y="2280005"/>
                          <a:pt x="3952039" y="2174867"/>
                          <a:pt x="3747680" y="2209800"/>
                        </a:cubicBezTo>
                        <a:cubicBezTo>
                          <a:pt x="3543321" y="2244733"/>
                          <a:pt x="3382286" y="2181045"/>
                          <a:pt x="3150224" y="2209800"/>
                        </a:cubicBezTo>
                        <a:cubicBezTo>
                          <a:pt x="2918162" y="2238555"/>
                          <a:pt x="2924176" y="2193295"/>
                          <a:pt x="2715710" y="2209800"/>
                        </a:cubicBezTo>
                        <a:cubicBezTo>
                          <a:pt x="2507244" y="2226305"/>
                          <a:pt x="2383810" y="2171361"/>
                          <a:pt x="2281196" y="2209800"/>
                        </a:cubicBezTo>
                        <a:cubicBezTo>
                          <a:pt x="2178582" y="2248239"/>
                          <a:pt x="2073370" y="2194423"/>
                          <a:pt x="1900997" y="2209800"/>
                        </a:cubicBezTo>
                        <a:cubicBezTo>
                          <a:pt x="1728624" y="2225177"/>
                          <a:pt x="1428172" y="2202114"/>
                          <a:pt x="1249227" y="2209800"/>
                        </a:cubicBezTo>
                        <a:cubicBezTo>
                          <a:pt x="1070282" y="2217486"/>
                          <a:pt x="921943" y="2159924"/>
                          <a:pt x="597456" y="2209800"/>
                        </a:cubicBezTo>
                        <a:cubicBezTo>
                          <a:pt x="272969" y="2259676"/>
                          <a:pt x="294014" y="2197232"/>
                          <a:pt x="0" y="2209800"/>
                        </a:cubicBezTo>
                        <a:cubicBezTo>
                          <a:pt x="-44962" y="2025436"/>
                          <a:pt x="45116" y="1795336"/>
                          <a:pt x="0" y="1613154"/>
                        </a:cubicBezTo>
                        <a:cubicBezTo>
                          <a:pt x="-45116" y="1430972"/>
                          <a:pt x="4622" y="1261591"/>
                          <a:pt x="0" y="1016508"/>
                        </a:cubicBezTo>
                        <a:cubicBezTo>
                          <a:pt x="-4622" y="771425"/>
                          <a:pt x="74914" y="477668"/>
                          <a:pt x="0" y="0"/>
                        </a:cubicBezTo>
                        <a:close/>
                      </a:path>
                      <a:path w="5431420" h="2209800" stroke="0" extrusionOk="0">
                        <a:moveTo>
                          <a:pt x="0" y="0"/>
                        </a:moveTo>
                        <a:cubicBezTo>
                          <a:pt x="233922" y="-31613"/>
                          <a:pt x="364085" y="41822"/>
                          <a:pt x="488828" y="0"/>
                        </a:cubicBezTo>
                        <a:cubicBezTo>
                          <a:pt x="613571" y="-41822"/>
                          <a:pt x="915831" y="64582"/>
                          <a:pt x="1031970" y="0"/>
                        </a:cubicBezTo>
                        <a:cubicBezTo>
                          <a:pt x="1148109" y="-64582"/>
                          <a:pt x="1364554" y="3400"/>
                          <a:pt x="1520798" y="0"/>
                        </a:cubicBezTo>
                        <a:cubicBezTo>
                          <a:pt x="1677042" y="-3400"/>
                          <a:pt x="1939790" y="42977"/>
                          <a:pt x="2118254" y="0"/>
                        </a:cubicBezTo>
                        <a:cubicBezTo>
                          <a:pt x="2296718" y="-42977"/>
                          <a:pt x="2343198" y="13893"/>
                          <a:pt x="2498453" y="0"/>
                        </a:cubicBezTo>
                        <a:cubicBezTo>
                          <a:pt x="2653708" y="-13893"/>
                          <a:pt x="2831109" y="60546"/>
                          <a:pt x="3150224" y="0"/>
                        </a:cubicBezTo>
                        <a:cubicBezTo>
                          <a:pt x="3469339" y="-60546"/>
                          <a:pt x="3418188" y="12270"/>
                          <a:pt x="3584737" y="0"/>
                        </a:cubicBezTo>
                        <a:cubicBezTo>
                          <a:pt x="3751286" y="-12270"/>
                          <a:pt x="3777342" y="13471"/>
                          <a:pt x="3964937" y="0"/>
                        </a:cubicBezTo>
                        <a:cubicBezTo>
                          <a:pt x="4152532" y="-13471"/>
                          <a:pt x="4220095" y="23928"/>
                          <a:pt x="4345136" y="0"/>
                        </a:cubicBezTo>
                        <a:cubicBezTo>
                          <a:pt x="4470177" y="-23928"/>
                          <a:pt x="4753510" y="37618"/>
                          <a:pt x="4942592" y="0"/>
                        </a:cubicBezTo>
                        <a:cubicBezTo>
                          <a:pt x="5131674" y="-37618"/>
                          <a:pt x="5219933" y="53235"/>
                          <a:pt x="5431420" y="0"/>
                        </a:cubicBezTo>
                        <a:cubicBezTo>
                          <a:pt x="5465183" y="201195"/>
                          <a:pt x="5387224" y="411798"/>
                          <a:pt x="5431420" y="552450"/>
                        </a:cubicBezTo>
                        <a:cubicBezTo>
                          <a:pt x="5475616" y="693102"/>
                          <a:pt x="5400867" y="948307"/>
                          <a:pt x="5431420" y="1060704"/>
                        </a:cubicBezTo>
                        <a:cubicBezTo>
                          <a:pt x="5461973" y="1173101"/>
                          <a:pt x="5389617" y="1370773"/>
                          <a:pt x="5431420" y="1613154"/>
                        </a:cubicBezTo>
                        <a:cubicBezTo>
                          <a:pt x="5473223" y="1855535"/>
                          <a:pt x="5414691" y="2004846"/>
                          <a:pt x="5431420" y="2209800"/>
                        </a:cubicBezTo>
                        <a:cubicBezTo>
                          <a:pt x="5283581" y="2223185"/>
                          <a:pt x="5167542" y="2203693"/>
                          <a:pt x="5051221" y="2209800"/>
                        </a:cubicBezTo>
                        <a:cubicBezTo>
                          <a:pt x="4934900" y="2215907"/>
                          <a:pt x="4753011" y="2158408"/>
                          <a:pt x="4562393" y="2209800"/>
                        </a:cubicBezTo>
                        <a:cubicBezTo>
                          <a:pt x="4371775" y="2261192"/>
                          <a:pt x="4256168" y="2207267"/>
                          <a:pt x="4019251" y="2209800"/>
                        </a:cubicBezTo>
                        <a:cubicBezTo>
                          <a:pt x="3782334" y="2212333"/>
                          <a:pt x="3663791" y="2136150"/>
                          <a:pt x="3367480" y="2209800"/>
                        </a:cubicBezTo>
                        <a:cubicBezTo>
                          <a:pt x="3071169" y="2283450"/>
                          <a:pt x="2851226" y="2152533"/>
                          <a:pt x="2715710" y="2209800"/>
                        </a:cubicBezTo>
                        <a:cubicBezTo>
                          <a:pt x="2580194" y="2267067"/>
                          <a:pt x="2374208" y="2185974"/>
                          <a:pt x="2226882" y="2209800"/>
                        </a:cubicBezTo>
                        <a:cubicBezTo>
                          <a:pt x="2079556" y="2233626"/>
                          <a:pt x="1839839" y="2149276"/>
                          <a:pt x="1629426" y="2209800"/>
                        </a:cubicBezTo>
                        <a:cubicBezTo>
                          <a:pt x="1419013" y="2270324"/>
                          <a:pt x="1298267" y="2163345"/>
                          <a:pt x="1031970" y="2209800"/>
                        </a:cubicBezTo>
                        <a:cubicBezTo>
                          <a:pt x="765673" y="2256255"/>
                          <a:pt x="710447" y="2177373"/>
                          <a:pt x="488828" y="2209800"/>
                        </a:cubicBezTo>
                        <a:cubicBezTo>
                          <a:pt x="267209" y="2242227"/>
                          <a:pt x="150833" y="2181394"/>
                          <a:pt x="0" y="2209800"/>
                        </a:cubicBezTo>
                        <a:cubicBezTo>
                          <a:pt x="-32332" y="2096820"/>
                          <a:pt x="19025" y="1910325"/>
                          <a:pt x="0" y="1701546"/>
                        </a:cubicBezTo>
                        <a:cubicBezTo>
                          <a:pt x="-19025" y="1492767"/>
                          <a:pt x="45197" y="1241904"/>
                          <a:pt x="0" y="1104900"/>
                        </a:cubicBezTo>
                        <a:cubicBezTo>
                          <a:pt x="-45197" y="967896"/>
                          <a:pt x="48167" y="763900"/>
                          <a:pt x="0" y="508254"/>
                        </a:cubicBezTo>
                        <a:cubicBezTo>
                          <a:pt x="-48167" y="252608"/>
                          <a:pt x="15791" y="20446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b="0" i="1" cap="none">
                <a:latin typeface="Cambria (Body)"/>
              </a:rPr>
              <a:t>Generate structured requirements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b="0" i="1" cap="none">
                <a:latin typeface="Cambria (Body)"/>
              </a:rPr>
              <a:t>Add domain context and rules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b="0" i="1" cap="none">
                <a:latin typeface="Cambria (Body)"/>
              </a:rPr>
              <a:t>Manage traceability and versioning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b="0" i="1" cap="none">
                <a:latin typeface="Cambria (Body)"/>
              </a:rPr>
              <a:t>Enforce BA approval before handover</a:t>
            </a:r>
            <a:endParaRPr lang="en-US" sz="2000" b="0" i="1" cap="none">
              <a:latin typeface="Cambria (Body)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93C5F8-DD3A-7FE6-1E6C-A78B3C3F3869}"/>
              </a:ext>
            </a:extLst>
          </p:cNvPr>
          <p:cNvSpPr txBox="1"/>
          <p:nvPr/>
        </p:nvSpPr>
        <p:spPr>
          <a:xfrm>
            <a:off x="1180854" y="183482"/>
            <a:ext cx="8686800" cy="95410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GB" sz="2800" i="1"/>
              <a:t>Requirements Bot, Domain Agents &amp; Orchestrator : Business Needs-to-SRS Generation</a:t>
            </a:r>
            <a:endParaRPr lang="en-GB" sz="2800" i="1">
              <a:solidFill>
                <a:srgbClr val="002060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4D20CA9-4C7B-1A98-FBCC-2D95BB4D0FB5}"/>
              </a:ext>
            </a:extLst>
          </p:cNvPr>
          <p:cNvGrpSpPr/>
          <p:nvPr/>
        </p:nvGrpSpPr>
        <p:grpSpPr>
          <a:xfrm>
            <a:off x="991455" y="2073174"/>
            <a:ext cx="4327796" cy="1289525"/>
            <a:chOff x="991455" y="2399073"/>
            <a:chExt cx="4327796" cy="1289525"/>
          </a:xfrm>
        </p:grpSpPr>
        <p:sp>
          <p:nvSpPr>
            <p:cNvPr id="5" name="Text Placeholder 5">
              <a:extLst>
                <a:ext uri="{FF2B5EF4-FFF2-40B4-BE49-F238E27FC236}">
                  <a16:creationId xmlns:a16="http://schemas.microsoft.com/office/drawing/2014/main" id="{F27061D7-2127-CF31-83A4-0B4B6FC2204A}"/>
                </a:ext>
              </a:extLst>
            </p:cNvPr>
            <p:cNvSpPr txBox="1">
              <a:spLocks/>
            </p:cNvSpPr>
            <p:nvPr/>
          </p:nvSpPr>
          <p:spPr>
            <a:xfrm>
              <a:off x="991455" y="2399073"/>
              <a:ext cx="3432464" cy="531595"/>
            </a:xfrm>
            <a:prstGeom prst="round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3773247103">
                    <a:custGeom>
                      <a:avLst/>
                      <a:gdLst>
                        <a:gd name="csX0" fmla="*/ 0 w 3432464"/>
                        <a:gd name="csY0" fmla="*/ 0 h 531595"/>
                        <a:gd name="csX1" fmla="*/ 640727 w 3432464"/>
                        <a:gd name="csY1" fmla="*/ 0 h 531595"/>
                        <a:gd name="csX2" fmla="*/ 1109830 w 3432464"/>
                        <a:gd name="csY2" fmla="*/ 0 h 531595"/>
                        <a:gd name="csX3" fmla="*/ 1578933 w 3432464"/>
                        <a:gd name="csY3" fmla="*/ 0 h 531595"/>
                        <a:gd name="csX4" fmla="*/ 2219660 w 3432464"/>
                        <a:gd name="csY4" fmla="*/ 0 h 531595"/>
                        <a:gd name="csX5" fmla="*/ 2791737 w 3432464"/>
                        <a:gd name="csY5" fmla="*/ 0 h 531595"/>
                        <a:gd name="csX6" fmla="*/ 3432464 w 3432464"/>
                        <a:gd name="csY6" fmla="*/ 0 h 531595"/>
                        <a:gd name="csX7" fmla="*/ 3432464 w 3432464"/>
                        <a:gd name="csY7" fmla="*/ 531595 h 531595"/>
                        <a:gd name="csX8" fmla="*/ 2791737 w 3432464"/>
                        <a:gd name="csY8" fmla="*/ 531595 h 531595"/>
                        <a:gd name="csX9" fmla="*/ 2219660 w 3432464"/>
                        <a:gd name="csY9" fmla="*/ 531595 h 531595"/>
                        <a:gd name="csX10" fmla="*/ 1578933 w 3432464"/>
                        <a:gd name="csY10" fmla="*/ 531595 h 531595"/>
                        <a:gd name="csX11" fmla="*/ 1109830 w 3432464"/>
                        <a:gd name="csY11" fmla="*/ 531595 h 531595"/>
                        <a:gd name="csX12" fmla="*/ 572077 w 3432464"/>
                        <a:gd name="csY12" fmla="*/ 531595 h 531595"/>
                        <a:gd name="csX13" fmla="*/ 0 w 3432464"/>
                        <a:gd name="csY13" fmla="*/ 531595 h 531595"/>
                        <a:gd name="csX14" fmla="*/ 0 w 3432464"/>
                        <a:gd name="csY14" fmla="*/ 0 h 53159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</a:cxnLst>
                      <a:rect l="l" t="t" r="r" b="b"/>
                      <a:pathLst>
                        <a:path w="3432464" h="531595" extrusionOk="0">
                          <a:moveTo>
                            <a:pt x="0" y="0"/>
                          </a:moveTo>
                          <a:cubicBezTo>
                            <a:pt x="317494" y="-42052"/>
                            <a:pt x="341571" y="33469"/>
                            <a:pt x="640727" y="0"/>
                          </a:cubicBezTo>
                          <a:cubicBezTo>
                            <a:pt x="939883" y="-33469"/>
                            <a:pt x="941545" y="11861"/>
                            <a:pt x="1109830" y="0"/>
                          </a:cubicBezTo>
                          <a:cubicBezTo>
                            <a:pt x="1278115" y="-11861"/>
                            <a:pt x="1445935" y="4871"/>
                            <a:pt x="1578933" y="0"/>
                          </a:cubicBezTo>
                          <a:cubicBezTo>
                            <a:pt x="1711931" y="-4871"/>
                            <a:pt x="2073945" y="30318"/>
                            <a:pt x="2219660" y="0"/>
                          </a:cubicBezTo>
                          <a:cubicBezTo>
                            <a:pt x="2365375" y="-30318"/>
                            <a:pt x="2657237" y="55175"/>
                            <a:pt x="2791737" y="0"/>
                          </a:cubicBezTo>
                          <a:cubicBezTo>
                            <a:pt x="2926237" y="-55175"/>
                            <a:pt x="3303616" y="32636"/>
                            <a:pt x="3432464" y="0"/>
                          </a:cubicBezTo>
                          <a:cubicBezTo>
                            <a:pt x="3472867" y="165178"/>
                            <a:pt x="3385654" y="285025"/>
                            <a:pt x="3432464" y="531595"/>
                          </a:cubicBezTo>
                          <a:cubicBezTo>
                            <a:pt x="3185718" y="606407"/>
                            <a:pt x="2964633" y="492176"/>
                            <a:pt x="2791737" y="531595"/>
                          </a:cubicBezTo>
                          <a:cubicBezTo>
                            <a:pt x="2618841" y="571014"/>
                            <a:pt x="2449408" y="522809"/>
                            <a:pt x="2219660" y="531595"/>
                          </a:cubicBezTo>
                          <a:cubicBezTo>
                            <a:pt x="1989912" y="540381"/>
                            <a:pt x="1857007" y="515838"/>
                            <a:pt x="1578933" y="531595"/>
                          </a:cubicBezTo>
                          <a:cubicBezTo>
                            <a:pt x="1300859" y="547352"/>
                            <a:pt x="1321533" y="510969"/>
                            <a:pt x="1109830" y="531595"/>
                          </a:cubicBezTo>
                          <a:cubicBezTo>
                            <a:pt x="898127" y="552221"/>
                            <a:pt x="709921" y="504467"/>
                            <a:pt x="572077" y="531595"/>
                          </a:cubicBezTo>
                          <a:cubicBezTo>
                            <a:pt x="434233" y="558723"/>
                            <a:pt x="283507" y="505368"/>
                            <a:pt x="0" y="531595"/>
                          </a:cubicBezTo>
                          <a:cubicBezTo>
                            <a:pt x="-13824" y="383066"/>
                            <a:pt x="53379" y="152829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 vert="horz" lIns="91440" tIns="45720" rIns="91440" bIns="45720" rtlCol="0" anchor="b">
              <a:normAutofit lnSpcReduction="10000"/>
            </a:bodyPr>
            <a:lstStyle>
              <a:lvl1pPr marL="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spcBef>
                  <a:spcPct val="20000"/>
                </a:spcBef>
                <a:buFont typeface="Wingdings" pitchFamily="2" charset="2"/>
                <a:buNone/>
                <a:defRPr sz="1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spcBef>
                  <a:spcPct val="20000"/>
                </a:spcBef>
                <a:buFont typeface="Wingdings" pitchFamily="2" charset="2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2800" b="1" i="1">
                  <a:solidFill>
                    <a:schemeClr val="tx1"/>
                  </a:solidFill>
                  <a:latin typeface="Cambria"/>
                  <a:ea typeface="Cambria"/>
                </a:rPr>
                <a:t>Sub Objectives</a:t>
              </a:r>
              <a:endParaRPr lang="en-US" b="1" i="1">
                <a:solidFill>
                  <a:schemeClr val="tx1"/>
                </a:solidFill>
                <a:latin typeface="Cambria"/>
                <a:ea typeface="Cambria"/>
              </a:endParaRPr>
            </a:p>
          </p:txBody>
        </p:sp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9B8477CD-3FFA-C584-A742-ABA433ED824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4290733" y="2660079"/>
              <a:ext cx="1161706" cy="895331"/>
            </a:xfrm>
            <a:prstGeom prst="curvedConnector3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Graphic 10" descr="Target Audience outline">
            <a:extLst>
              <a:ext uri="{FF2B5EF4-FFF2-40B4-BE49-F238E27FC236}">
                <a16:creationId xmlns:a16="http://schemas.microsoft.com/office/drawing/2014/main" id="{6CB649F7-7C14-4550-44C2-623A304DA8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110" y="3529845"/>
            <a:ext cx="2772632" cy="277263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548D07C-7836-5102-B2ED-4DF590F81248}"/>
              </a:ext>
            </a:extLst>
          </p:cNvPr>
          <p:cNvSpPr/>
          <p:nvPr/>
        </p:nvSpPr>
        <p:spPr>
          <a:xfrm>
            <a:off x="2687817" y="6497573"/>
            <a:ext cx="681636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IT22098078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sz="1800" err="1">
                <a:solidFill>
                  <a:schemeClr val="tx1"/>
                </a:solidFill>
              </a:rPr>
              <a:t>Santhuka</a:t>
            </a:r>
            <a:r>
              <a:rPr lang="en-US" sz="1800">
                <a:solidFill>
                  <a:schemeClr val="tx1"/>
                </a:solidFill>
              </a:rPr>
              <a:t> D.N.M.D|   </a:t>
            </a:r>
            <a:r>
              <a:rPr lang="en-US" sz="1800" b="0">
                <a:solidFill>
                  <a:schemeClr val="tx1"/>
                </a:solidFill>
              </a:rPr>
              <a:t>R26-SE-033</a:t>
            </a:r>
          </a:p>
        </p:txBody>
      </p:sp>
    </p:spTree>
    <p:extLst>
      <p:ext uri="{BB962C8B-B14F-4D97-AF65-F5344CB8AC3E}">
        <p14:creationId xmlns:p14="http://schemas.microsoft.com/office/powerpoint/2010/main" val="1925687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FA6F5-5B7F-080D-69AF-2DAF0CBF6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7C717AB-0409-A989-9FE6-C73F94AFE36F}"/>
              </a:ext>
            </a:extLst>
          </p:cNvPr>
          <p:cNvSpPr txBox="1"/>
          <p:nvPr/>
        </p:nvSpPr>
        <p:spPr>
          <a:xfrm rot="10800000" flipV="1">
            <a:off x="884902" y="1742569"/>
            <a:ext cx="3513477" cy="919401"/>
          </a:xfrm>
          <a:prstGeom prst="roundRect">
            <a:avLst/>
          </a:prstGeom>
          <a:noFill/>
          <a:ln w="28575">
            <a:solidFill>
              <a:schemeClr val="bg1">
                <a:lumMod val="75000"/>
              </a:schemeClr>
            </a:solidFill>
            <a:prstDash val="lgDash"/>
            <a:extLst>
              <a:ext uri="{C807C97D-BFC1-408E-A445-0C87EB9F89A2}">
                <ask:lineSketchStyleProps xmlns:ask="http://schemas.microsoft.com/office/drawing/2018/sketchyshapes" sd="2081917180">
                  <a:custGeom>
                    <a:avLst/>
                    <a:gdLst>
                      <a:gd name="csX0" fmla="*/ 0 w 2971800"/>
                      <a:gd name="csY0" fmla="*/ 0 h 1200329"/>
                      <a:gd name="csX1" fmla="*/ 653796 w 2971800"/>
                      <a:gd name="csY1" fmla="*/ 0 h 1200329"/>
                      <a:gd name="csX2" fmla="*/ 1159002 w 2971800"/>
                      <a:gd name="csY2" fmla="*/ 0 h 1200329"/>
                      <a:gd name="csX3" fmla="*/ 1783080 w 2971800"/>
                      <a:gd name="csY3" fmla="*/ 0 h 1200329"/>
                      <a:gd name="csX4" fmla="*/ 2318004 w 2971800"/>
                      <a:gd name="csY4" fmla="*/ 0 h 1200329"/>
                      <a:gd name="csX5" fmla="*/ 2971800 w 2971800"/>
                      <a:gd name="csY5" fmla="*/ 0 h 1200329"/>
                      <a:gd name="csX6" fmla="*/ 2971800 w 2971800"/>
                      <a:gd name="csY6" fmla="*/ 600165 h 1200329"/>
                      <a:gd name="csX7" fmla="*/ 2971800 w 2971800"/>
                      <a:gd name="csY7" fmla="*/ 1200329 h 1200329"/>
                      <a:gd name="csX8" fmla="*/ 2466594 w 2971800"/>
                      <a:gd name="csY8" fmla="*/ 1200329 h 1200329"/>
                      <a:gd name="csX9" fmla="*/ 1931670 w 2971800"/>
                      <a:gd name="csY9" fmla="*/ 1200329 h 1200329"/>
                      <a:gd name="csX10" fmla="*/ 1307592 w 2971800"/>
                      <a:gd name="csY10" fmla="*/ 1200329 h 1200329"/>
                      <a:gd name="csX11" fmla="*/ 742950 w 2971800"/>
                      <a:gd name="csY11" fmla="*/ 1200329 h 1200329"/>
                      <a:gd name="csX12" fmla="*/ 0 w 2971800"/>
                      <a:gd name="csY12" fmla="*/ 1200329 h 1200329"/>
                      <a:gd name="csX13" fmla="*/ 0 w 2971800"/>
                      <a:gd name="csY13" fmla="*/ 576158 h 1200329"/>
                      <a:gd name="csX14" fmla="*/ 0 w 2971800"/>
                      <a:gd name="csY14" fmla="*/ 0 h 120032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2971800" h="1200329" extrusionOk="0">
                        <a:moveTo>
                          <a:pt x="0" y="0"/>
                        </a:moveTo>
                        <a:cubicBezTo>
                          <a:pt x="143351" y="11747"/>
                          <a:pt x="410830" y="-28361"/>
                          <a:pt x="653796" y="0"/>
                        </a:cubicBezTo>
                        <a:cubicBezTo>
                          <a:pt x="896762" y="28361"/>
                          <a:pt x="962946" y="-17646"/>
                          <a:pt x="1159002" y="0"/>
                        </a:cubicBezTo>
                        <a:cubicBezTo>
                          <a:pt x="1355058" y="17646"/>
                          <a:pt x="1501238" y="3316"/>
                          <a:pt x="1783080" y="0"/>
                        </a:cubicBezTo>
                        <a:cubicBezTo>
                          <a:pt x="2064922" y="-3316"/>
                          <a:pt x="2145143" y="24138"/>
                          <a:pt x="2318004" y="0"/>
                        </a:cubicBezTo>
                        <a:cubicBezTo>
                          <a:pt x="2490865" y="-24138"/>
                          <a:pt x="2790469" y="-19208"/>
                          <a:pt x="2971800" y="0"/>
                        </a:cubicBezTo>
                        <a:cubicBezTo>
                          <a:pt x="2998948" y="153512"/>
                          <a:pt x="2944044" y="396856"/>
                          <a:pt x="2971800" y="600165"/>
                        </a:cubicBezTo>
                        <a:cubicBezTo>
                          <a:pt x="2999556" y="803474"/>
                          <a:pt x="2971891" y="992964"/>
                          <a:pt x="2971800" y="1200329"/>
                        </a:cubicBezTo>
                        <a:cubicBezTo>
                          <a:pt x="2730948" y="1216151"/>
                          <a:pt x="2592572" y="1221384"/>
                          <a:pt x="2466594" y="1200329"/>
                        </a:cubicBezTo>
                        <a:cubicBezTo>
                          <a:pt x="2340616" y="1179274"/>
                          <a:pt x="2149472" y="1194857"/>
                          <a:pt x="1931670" y="1200329"/>
                        </a:cubicBezTo>
                        <a:cubicBezTo>
                          <a:pt x="1713868" y="1205801"/>
                          <a:pt x="1543336" y="1202205"/>
                          <a:pt x="1307592" y="1200329"/>
                        </a:cubicBezTo>
                        <a:cubicBezTo>
                          <a:pt x="1071848" y="1198453"/>
                          <a:pt x="958365" y="1191514"/>
                          <a:pt x="742950" y="1200329"/>
                        </a:cubicBezTo>
                        <a:cubicBezTo>
                          <a:pt x="527535" y="1209144"/>
                          <a:pt x="328833" y="1173884"/>
                          <a:pt x="0" y="1200329"/>
                        </a:cubicBezTo>
                        <a:cubicBezTo>
                          <a:pt x="-20774" y="1060193"/>
                          <a:pt x="22396" y="734826"/>
                          <a:pt x="0" y="576158"/>
                        </a:cubicBezTo>
                        <a:cubicBezTo>
                          <a:pt x="-22396" y="417490"/>
                          <a:pt x="-1605" y="1746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algn="ctr"/>
            <a:r>
              <a:rPr lang="en-GB" sz="2400" b="1" i="1"/>
              <a:t>Research Methodology-  Knowledge Domains</a:t>
            </a:r>
            <a:endParaRPr lang="en-GB" sz="2400" b="1" i="1">
              <a:latin typeface="Cooper Black" panose="0208090404030B020404" pitchFamily="18" charset="0"/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1FA5BB5C-B292-DB25-7560-C28414B372C2}"/>
              </a:ext>
            </a:extLst>
          </p:cNvPr>
          <p:cNvSpPr txBox="1">
            <a:spLocks/>
          </p:cNvSpPr>
          <p:nvPr/>
        </p:nvSpPr>
        <p:spPr>
          <a:xfrm>
            <a:off x="2783512" y="3347974"/>
            <a:ext cx="8679426" cy="2786605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8679426"/>
                      <a:gd name="csY0" fmla="*/ 0 h 2614125"/>
                      <a:gd name="csX1" fmla="*/ 752217 w 8679426"/>
                      <a:gd name="csY1" fmla="*/ 0 h 2614125"/>
                      <a:gd name="csX2" fmla="*/ 1330845 w 8679426"/>
                      <a:gd name="csY2" fmla="*/ 0 h 2614125"/>
                      <a:gd name="csX3" fmla="*/ 1649091 w 8679426"/>
                      <a:gd name="csY3" fmla="*/ 0 h 2614125"/>
                      <a:gd name="csX4" fmla="*/ 2227719 w 8679426"/>
                      <a:gd name="csY4" fmla="*/ 0 h 2614125"/>
                      <a:gd name="csX5" fmla="*/ 2719553 w 8679426"/>
                      <a:gd name="csY5" fmla="*/ 0 h 2614125"/>
                      <a:gd name="csX6" fmla="*/ 3298182 w 8679426"/>
                      <a:gd name="csY6" fmla="*/ 0 h 2614125"/>
                      <a:gd name="csX7" fmla="*/ 3616427 w 8679426"/>
                      <a:gd name="csY7" fmla="*/ 0 h 2614125"/>
                      <a:gd name="csX8" fmla="*/ 4108262 w 8679426"/>
                      <a:gd name="csY8" fmla="*/ 0 h 2614125"/>
                      <a:gd name="csX9" fmla="*/ 4513302 w 8679426"/>
                      <a:gd name="csY9" fmla="*/ 0 h 2614125"/>
                      <a:gd name="csX10" fmla="*/ 4918341 w 8679426"/>
                      <a:gd name="csY10" fmla="*/ 0 h 2614125"/>
                      <a:gd name="csX11" fmla="*/ 5323381 w 8679426"/>
                      <a:gd name="csY11" fmla="*/ 0 h 2614125"/>
                      <a:gd name="csX12" fmla="*/ 5815215 w 8679426"/>
                      <a:gd name="csY12" fmla="*/ 0 h 2614125"/>
                      <a:gd name="csX13" fmla="*/ 6480638 w 8679426"/>
                      <a:gd name="csY13" fmla="*/ 0 h 2614125"/>
                      <a:gd name="csX14" fmla="*/ 6972472 w 8679426"/>
                      <a:gd name="csY14" fmla="*/ 0 h 2614125"/>
                      <a:gd name="csX15" fmla="*/ 7290718 w 8679426"/>
                      <a:gd name="csY15" fmla="*/ 0 h 2614125"/>
                      <a:gd name="csX16" fmla="*/ 8042935 w 8679426"/>
                      <a:gd name="csY16" fmla="*/ 0 h 2614125"/>
                      <a:gd name="csX17" fmla="*/ 8679426 w 8679426"/>
                      <a:gd name="csY17" fmla="*/ 0 h 2614125"/>
                      <a:gd name="csX18" fmla="*/ 8679426 w 8679426"/>
                      <a:gd name="csY18" fmla="*/ 548966 h 2614125"/>
                      <a:gd name="csX19" fmla="*/ 8679426 w 8679426"/>
                      <a:gd name="csY19" fmla="*/ 1124074 h 2614125"/>
                      <a:gd name="csX20" fmla="*/ 8679426 w 8679426"/>
                      <a:gd name="csY20" fmla="*/ 1594616 h 2614125"/>
                      <a:gd name="csX21" fmla="*/ 8679426 w 8679426"/>
                      <a:gd name="csY21" fmla="*/ 2039018 h 2614125"/>
                      <a:gd name="csX22" fmla="*/ 8679426 w 8679426"/>
                      <a:gd name="csY22" fmla="*/ 2614125 h 2614125"/>
                      <a:gd name="csX23" fmla="*/ 8100798 w 8679426"/>
                      <a:gd name="csY23" fmla="*/ 2614125 h 2614125"/>
                      <a:gd name="csX24" fmla="*/ 7695758 w 8679426"/>
                      <a:gd name="csY24" fmla="*/ 2614125 h 2614125"/>
                      <a:gd name="csX25" fmla="*/ 7377512 w 8679426"/>
                      <a:gd name="csY25" fmla="*/ 2614125 h 2614125"/>
                      <a:gd name="csX26" fmla="*/ 6972472 w 8679426"/>
                      <a:gd name="csY26" fmla="*/ 2614125 h 2614125"/>
                      <a:gd name="csX27" fmla="*/ 6220255 w 8679426"/>
                      <a:gd name="csY27" fmla="*/ 2614125 h 2614125"/>
                      <a:gd name="csX28" fmla="*/ 5902010 w 8679426"/>
                      <a:gd name="csY28" fmla="*/ 2614125 h 2614125"/>
                      <a:gd name="csX29" fmla="*/ 5149793 w 8679426"/>
                      <a:gd name="csY29" fmla="*/ 2614125 h 2614125"/>
                      <a:gd name="csX30" fmla="*/ 4831547 w 8679426"/>
                      <a:gd name="csY30" fmla="*/ 2614125 h 2614125"/>
                      <a:gd name="csX31" fmla="*/ 4079330 w 8679426"/>
                      <a:gd name="csY31" fmla="*/ 2614125 h 2614125"/>
                      <a:gd name="csX32" fmla="*/ 3761085 w 8679426"/>
                      <a:gd name="csY32" fmla="*/ 2614125 h 2614125"/>
                      <a:gd name="csX33" fmla="*/ 3182456 w 8679426"/>
                      <a:gd name="csY33" fmla="*/ 2614125 h 2614125"/>
                      <a:gd name="csX34" fmla="*/ 2603828 w 8679426"/>
                      <a:gd name="csY34" fmla="*/ 2614125 h 2614125"/>
                      <a:gd name="csX35" fmla="*/ 2198788 w 8679426"/>
                      <a:gd name="csY35" fmla="*/ 2614125 h 2614125"/>
                      <a:gd name="csX36" fmla="*/ 1446571 w 8679426"/>
                      <a:gd name="csY36" fmla="*/ 2614125 h 2614125"/>
                      <a:gd name="csX37" fmla="*/ 1128325 w 8679426"/>
                      <a:gd name="csY37" fmla="*/ 2614125 h 2614125"/>
                      <a:gd name="csX38" fmla="*/ 723286 w 8679426"/>
                      <a:gd name="csY38" fmla="*/ 2614125 h 2614125"/>
                      <a:gd name="csX39" fmla="*/ 0 w 8679426"/>
                      <a:gd name="csY39" fmla="*/ 2614125 h 2614125"/>
                      <a:gd name="csX40" fmla="*/ 0 w 8679426"/>
                      <a:gd name="csY40" fmla="*/ 2143583 h 2614125"/>
                      <a:gd name="csX41" fmla="*/ 0 w 8679426"/>
                      <a:gd name="csY41" fmla="*/ 1594616 h 2614125"/>
                      <a:gd name="csX42" fmla="*/ 0 w 8679426"/>
                      <a:gd name="csY42" fmla="*/ 1150215 h 2614125"/>
                      <a:gd name="csX43" fmla="*/ 0 w 8679426"/>
                      <a:gd name="csY43" fmla="*/ 679672 h 2614125"/>
                      <a:gd name="csX44" fmla="*/ 0 w 8679426"/>
                      <a:gd name="csY44" fmla="*/ 0 h 261412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</a:cxnLst>
                    <a:rect l="l" t="t" r="r" b="b"/>
                    <a:pathLst>
                      <a:path w="8679426" h="2614125" fill="none" extrusionOk="0">
                        <a:moveTo>
                          <a:pt x="0" y="0"/>
                        </a:moveTo>
                        <a:cubicBezTo>
                          <a:pt x="187012" y="-1773"/>
                          <a:pt x="408011" y="44819"/>
                          <a:pt x="752217" y="0"/>
                        </a:cubicBezTo>
                        <a:cubicBezTo>
                          <a:pt x="1096423" y="-44819"/>
                          <a:pt x="1173289" y="51432"/>
                          <a:pt x="1330845" y="0"/>
                        </a:cubicBezTo>
                        <a:cubicBezTo>
                          <a:pt x="1488401" y="-51432"/>
                          <a:pt x="1577430" y="30242"/>
                          <a:pt x="1649091" y="0"/>
                        </a:cubicBezTo>
                        <a:cubicBezTo>
                          <a:pt x="1720752" y="-30242"/>
                          <a:pt x="1982191" y="68627"/>
                          <a:pt x="2227719" y="0"/>
                        </a:cubicBezTo>
                        <a:cubicBezTo>
                          <a:pt x="2473247" y="-68627"/>
                          <a:pt x="2603142" y="38737"/>
                          <a:pt x="2719553" y="0"/>
                        </a:cubicBezTo>
                        <a:cubicBezTo>
                          <a:pt x="2835964" y="-38737"/>
                          <a:pt x="3009597" y="29431"/>
                          <a:pt x="3298182" y="0"/>
                        </a:cubicBezTo>
                        <a:cubicBezTo>
                          <a:pt x="3586767" y="-29431"/>
                          <a:pt x="3537484" y="10298"/>
                          <a:pt x="3616427" y="0"/>
                        </a:cubicBezTo>
                        <a:cubicBezTo>
                          <a:pt x="3695370" y="-10298"/>
                          <a:pt x="3862661" y="32581"/>
                          <a:pt x="4108262" y="0"/>
                        </a:cubicBezTo>
                        <a:cubicBezTo>
                          <a:pt x="4353863" y="-32581"/>
                          <a:pt x="4374784" y="47238"/>
                          <a:pt x="4513302" y="0"/>
                        </a:cubicBezTo>
                        <a:cubicBezTo>
                          <a:pt x="4651820" y="-47238"/>
                          <a:pt x="4759073" y="27648"/>
                          <a:pt x="4918341" y="0"/>
                        </a:cubicBezTo>
                        <a:cubicBezTo>
                          <a:pt x="5077609" y="-27648"/>
                          <a:pt x="5176530" y="1617"/>
                          <a:pt x="5323381" y="0"/>
                        </a:cubicBezTo>
                        <a:cubicBezTo>
                          <a:pt x="5470232" y="-1617"/>
                          <a:pt x="5597727" y="56425"/>
                          <a:pt x="5815215" y="0"/>
                        </a:cubicBezTo>
                        <a:cubicBezTo>
                          <a:pt x="6032703" y="-56425"/>
                          <a:pt x="6310538" y="13621"/>
                          <a:pt x="6480638" y="0"/>
                        </a:cubicBezTo>
                        <a:cubicBezTo>
                          <a:pt x="6650738" y="-13621"/>
                          <a:pt x="6868970" y="41488"/>
                          <a:pt x="6972472" y="0"/>
                        </a:cubicBezTo>
                        <a:cubicBezTo>
                          <a:pt x="7075974" y="-41488"/>
                          <a:pt x="7183051" y="13400"/>
                          <a:pt x="7290718" y="0"/>
                        </a:cubicBezTo>
                        <a:cubicBezTo>
                          <a:pt x="7398385" y="-13400"/>
                          <a:pt x="7851148" y="68092"/>
                          <a:pt x="8042935" y="0"/>
                        </a:cubicBezTo>
                        <a:cubicBezTo>
                          <a:pt x="8234722" y="-68092"/>
                          <a:pt x="8479438" y="65060"/>
                          <a:pt x="8679426" y="0"/>
                        </a:cubicBezTo>
                        <a:cubicBezTo>
                          <a:pt x="8688960" y="116697"/>
                          <a:pt x="8659336" y="359553"/>
                          <a:pt x="8679426" y="548966"/>
                        </a:cubicBezTo>
                        <a:cubicBezTo>
                          <a:pt x="8699516" y="738379"/>
                          <a:pt x="8625668" y="975999"/>
                          <a:pt x="8679426" y="1124074"/>
                        </a:cubicBezTo>
                        <a:cubicBezTo>
                          <a:pt x="8733184" y="1272149"/>
                          <a:pt x="8633315" y="1372346"/>
                          <a:pt x="8679426" y="1594616"/>
                        </a:cubicBezTo>
                        <a:cubicBezTo>
                          <a:pt x="8725537" y="1816886"/>
                          <a:pt x="8656589" y="1846228"/>
                          <a:pt x="8679426" y="2039018"/>
                        </a:cubicBezTo>
                        <a:cubicBezTo>
                          <a:pt x="8702263" y="2231808"/>
                          <a:pt x="8633588" y="2440711"/>
                          <a:pt x="8679426" y="2614125"/>
                        </a:cubicBezTo>
                        <a:cubicBezTo>
                          <a:pt x="8507830" y="2614169"/>
                          <a:pt x="8281358" y="2546650"/>
                          <a:pt x="8100798" y="2614125"/>
                        </a:cubicBezTo>
                        <a:cubicBezTo>
                          <a:pt x="7920238" y="2681600"/>
                          <a:pt x="7817103" y="2597823"/>
                          <a:pt x="7695758" y="2614125"/>
                        </a:cubicBezTo>
                        <a:cubicBezTo>
                          <a:pt x="7574413" y="2630427"/>
                          <a:pt x="7443989" y="2576998"/>
                          <a:pt x="7377512" y="2614125"/>
                        </a:cubicBezTo>
                        <a:cubicBezTo>
                          <a:pt x="7311035" y="2651252"/>
                          <a:pt x="7099028" y="2604367"/>
                          <a:pt x="6972472" y="2614125"/>
                        </a:cubicBezTo>
                        <a:cubicBezTo>
                          <a:pt x="6845916" y="2623883"/>
                          <a:pt x="6507952" y="2596948"/>
                          <a:pt x="6220255" y="2614125"/>
                        </a:cubicBezTo>
                        <a:cubicBezTo>
                          <a:pt x="5932558" y="2631302"/>
                          <a:pt x="6027141" y="2601065"/>
                          <a:pt x="5902010" y="2614125"/>
                        </a:cubicBezTo>
                        <a:cubicBezTo>
                          <a:pt x="5776880" y="2627185"/>
                          <a:pt x="5469855" y="2600219"/>
                          <a:pt x="5149793" y="2614125"/>
                        </a:cubicBezTo>
                        <a:cubicBezTo>
                          <a:pt x="4829731" y="2628031"/>
                          <a:pt x="4962879" y="2594236"/>
                          <a:pt x="4831547" y="2614125"/>
                        </a:cubicBezTo>
                        <a:cubicBezTo>
                          <a:pt x="4700215" y="2634014"/>
                          <a:pt x="4230956" y="2552278"/>
                          <a:pt x="4079330" y="2614125"/>
                        </a:cubicBezTo>
                        <a:cubicBezTo>
                          <a:pt x="3927704" y="2675972"/>
                          <a:pt x="3884159" y="2605709"/>
                          <a:pt x="3761085" y="2614125"/>
                        </a:cubicBezTo>
                        <a:cubicBezTo>
                          <a:pt x="3638011" y="2622541"/>
                          <a:pt x="3328763" y="2590487"/>
                          <a:pt x="3182456" y="2614125"/>
                        </a:cubicBezTo>
                        <a:cubicBezTo>
                          <a:pt x="3036149" y="2637763"/>
                          <a:pt x="2785413" y="2595686"/>
                          <a:pt x="2603828" y="2614125"/>
                        </a:cubicBezTo>
                        <a:cubicBezTo>
                          <a:pt x="2422243" y="2632564"/>
                          <a:pt x="2381099" y="2579422"/>
                          <a:pt x="2198788" y="2614125"/>
                        </a:cubicBezTo>
                        <a:cubicBezTo>
                          <a:pt x="2016477" y="2648828"/>
                          <a:pt x="1736608" y="2600388"/>
                          <a:pt x="1446571" y="2614125"/>
                        </a:cubicBezTo>
                        <a:cubicBezTo>
                          <a:pt x="1156534" y="2627862"/>
                          <a:pt x="1284350" y="2595756"/>
                          <a:pt x="1128325" y="2614125"/>
                        </a:cubicBezTo>
                        <a:cubicBezTo>
                          <a:pt x="972300" y="2632494"/>
                          <a:pt x="815297" y="2604000"/>
                          <a:pt x="723286" y="2614125"/>
                        </a:cubicBezTo>
                        <a:cubicBezTo>
                          <a:pt x="631275" y="2624250"/>
                          <a:pt x="192266" y="2553299"/>
                          <a:pt x="0" y="2614125"/>
                        </a:cubicBezTo>
                        <a:cubicBezTo>
                          <a:pt x="-15198" y="2396977"/>
                          <a:pt x="29273" y="2327277"/>
                          <a:pt x="0" y="2143583"/>
                        </a:cubicBezTo>
                        <a:cubicBezTo>
                          <a:pt x="-29273" y="1959889"/>
                          <a:pt x="7878" y="1858179"/>
                          <a:pt x="0" y="1594616"/>
                        </a:cubicBezTo>
                        <a:cubicBezTo>
                          <a:pt x="-7878" y="1331053"/>
                          <a:pt x="15593" y="1267776"/>
                          <a:pt x="0" y="1150215"/>
                        </a:cubicBezTo>
                        <a:cubicBezTo>
                          <a:pt x="-15593" y="1032654"/>
                          <a:pt x="47178" y="810593"/>
                          <a:pt x="0" y="679672"/>
                        </a:cubicBezTo>
                        <a:cubicBezTo>
                          <a:pt x="-47178" y="548751"/>
                          <a:pt x="55297" y="208780"/>
                          <a:pt x="0" y="0"/>
                        </a:cubicBezTo>
                        <a:close/>
                      </a:path>
                      <a:path w="8679426" h="2614125" stroke="0" extrusionOk="0">
                        <a:moveTo>
                          <a:pt x="0" y="0"/>
                        </a:moveTo>
                        <a:cubicBezTo>
                          <a:pt x="114164" y="-52498"/>
                          <a:pt x="248903" y="31016"/>
                          <a:pt x="491834" y="0"/>
                        </a:cubicBezTo>
                        <a:cubicBezTo>
                          <a:pt x="734765" y="-31016"/>
                          <a:pt x="799362" y="62207"/>
                          <a:pt x="1070463" y="0"/>
                        </a:cubicBezTo>
                        <a:cubicBezTo>
                          <a:pt x="1341564" y="-62207"/>
                          <a:pt x="1447882" y="20722"/>
                          <a:pt x="1562297" y="0"/>
                        </a:cubicBezTo>
                        <a:cubicBezTo>
                          <a:pt x="1676712" y="-20722"/>
                          <a:pt x="1916825" y="60667"/>
                          <a:pt x="2227719" y="0"/>
                        </a:cubicBezTo>
                        <a:cubicBezTo>
                          <a:pt x="2538613" y="-60667"/>
                          <a:pt x="2442791" y="18845"/>
                          <a:pt x="2545965" y="0"/>
                        </a:cubicBezTo>
                        <a:cubicBezTo>
                          <a:pt x="2649139" y="-18845"/>
                          <a:pt x="2926101" y="4624"/>
                          <a:pt x="3298182" y="0"/>
                        </a:cubicBezTo>
                        <a:cubicBezTo>
                          <a:pt x="3670263" y="-4624"/>
                          <a:pt x="3566248" y="1230"/>
                          <a:pt x="3703222" y="0"/>
                        </a:cubicBezTo>
                        <a:cubicBezTo>
                          <a:pt x="3840196" y="-1230"/>
                          <a:pt x="3900136" y="32459"/>
                          <a:pt x="4021467" y="0"/>
                        </a:cubicBezTo>
                        <a:cubicBezTo>
                          <a:pt x="4142799" y="-32459"/>
                          <a:pt x="4186340" y="26589"/>
                          <a:pt x="4339713" y="0"/>
                        </a:cubicBezTo>
                        <a:cubicBezTo>
                          <a:pt x="4493086" y="-26589"/>
                          <a:pt x="4766137" y="41350"/>
                          <a:pt x="5005136" y="0"/>
                        </a:cubicBezTo>
                        <a:cubicBezTo>
                          <a:pt x="5244135" y="-41350"/>
                          <a:pt x="5476841" y="20861"/>
                          <a:pt x="5670558" y="0"/>
                        </a:cubicBezTo>
                        <a:cubicBezTo>
                          <a:pt x="5864275" y="-20861"/>
                          <a:pt x="6114840" y="28190"/>
                          <a:pt x="6249187" y="0"/>
                        </a:cubicBezTo>
                        <a:cubicBezTo>
                          <a:pt x="6383534" y="-28190"/>
                          <a:pt x="6518693" y="31503"/>
                          <a:pt x="6654227" y="0"/>
                        </a:cubicBezTo>
                        <a:cubicBezTo>
                          <a:pt x="6789761" y="-31503"/>
                          <a:pt x="6923988" y="34536"/>
                          <a:pt x="7059266" y="0"/>
                        </a:cubicBezTo>
                        <a:cubicBezTo>
                          <a:pt x="7194544" y="-34536"/>
                          <a:pt x="7582972" y="77197"/>
                          <a:pt x="7724689" y="0"/>
                        </a:cubicBezTo>
                        <a:cubicBezTo>
                          <a:pt x="7866406" y="-77197"/>
                          <a:pt x="8249658" y="12877"/>
                          <a:pt x="8679426" y="0"/>
                        </a:cubicBezTo>
                        <a:cubicBezTo>
                          <a:pt x="8686600" y="107580"/>
                          <a:pt x="8669602" y="323839"/>
                          <a:pt x="8679426" y="470543"/>
                        </a:cubicBezTo>
                        <a:cubicBezTo>
                          <a:pt x="8689250" y="617247"/>
                          <a:pt x="8667777" y="880226"/>
                          <a:pt x="8679426" y="1019509"/>
                        </a:cubicBezTo>
                        <a:cubicBezTo>
                          <a:pt x="8691075" y="1158792"/>
                          <a:pt x="8670754" y="1301020"/>
                          <a:pt x="8679426" y="1568475"/>
                        </a:cubicBezTo>
                        <a:cubicBezTo>
                          <a:pt x="8688098" y="1835930"/>
                          <a:pt x="8675843" y="1909255"/>
                          <a:pt x="8679426" y="2039018"/>
                        </a:cubicBezTo>
                        <a:cubicBezTo>
                          <a:pt x="8683009" y="2168781"/>
                          <a:pt x="8645624" y="2385737"/>
                          <a:pt x="8679426" y="2614125"/>
                        </a:cubicBezTo>
                        <a:cubicBezTo>
                          <a:pt x="8516893" y="2658617"/>
                          <a:pt x="8368690" y="2568863"/>
                          <a:pt x="8187592" y="2614125"/>
                        </a:cubicBezTo>
                        <a:cubicBezTo>
                          <a:pt x="8006494" y="2659387"/>
                          <a:pt x="7811399" y="2562898"/>
                          <a:pt x="7522169" y="2614125"/>
                        </a:cubicBezTo>
                        <a:cubicBezTo>
                          <a:pt x="7232939" y="2665352"/>
                          <a:pt x="7080457" y="2599173"/>
                          <a:pt x="6943541" y="2614125"/>
                        </a:cubicBezTo>
                        <a:cubicBezTo>
                          <a:pt x="6806625" y="2629077"/>
                          <a:pt x="6607801" y="2559808"/>
                          <a:pt x="6451707" y="2614125"/>
                        </a:cubicBezTo>
                        <a:cubicBezTo>
                          <a:pt x="6295613" y="2668442"/>
                          <a:pt x="6248951" y="2597889"/>
                          <a:pt x="6046667" y="2614125"/>
                        </a:cubicBezTo>
                        <a:cubicBezTo>
                          <a:pt x="5844383" y="2630361"/>
                          <a:pt x="5792628" y="2580983"/>
                          <a:pt x="5728421" y="2614125"/>
                        </a:cubicBezTo>
                        <a:cubicBezTo>
                          <a:pt x="5664214" y="2647267"/>
                          <a:pt x="5231163" y="2590383"/>
                          <a:pt x="4976204" y="2614125"/>
                        </a:cubicBezTo>
                        <a:cubicBezTo>
                          <a:pt x="4721245" y="2637867"/>
                          <a:pt x="4741882" y="2610958"/>
                          <a:pt x="4657959" y="2614125"/>
                        </a:cubicBezTo>
                        <a:cubicBezTo>
                          <a:pt x="4574037" y="2617292"/>
                          <a:pt x="4199487" y="2593252"/>
                          <a:pt x="3992536" y="2614125"/>
                        </a:cubicBezTo>
                        <a:cubicBezTo>
                          <a:pt x="3785585" y="2634998"/>
                          <a:pt x="3562229" y="2573257"/>
                          <a:pt x="3413908" y="2614125"/>
                        </a:cubicBezTo>
                        <a:cubicBezTo>
                          <a:pt x="3265587" y="2654993"/>
                          <a:pt x="2928423" y="2577547"/>
                          <a:pt x="2661691" y="2614125"/>
                        </a:cubicBezTo>
                        <a:cubicBezTo>
                          <a:pt x="2394959" y="2650703"/>
                          <a:pt x="2384830" y="2583714"/>
                          <a:pt x="2256651" y="2614125"/>
                        </a:cubicBezTo>
                        <a:cubicBezTo>
                          <a:pt x="2128472" y="2644536"/>
                          <a:pt x="1954240" y="2558432"/>
                          <a:pt x="1764817" y="2614125"/>
                        </a:cubicBezTo>
                        <a:cubicBezTo>
                          <a:pt x="1575394" y="2669818"/>
                          <a:pt x="1530412" y="2577191"/>
                          <a:pt x="1359777" y="2614125"/>
                        </a:cubicBezTo>
                        <a:cubicBezTo>
                          <a:pt x="1189142" y="2651059"/>
                          <a:pt x="1119120" y="2588403"/>
                          <a:pt x="1041531" y="2614125"/>
                        </a:cubicBezTo>
                        <a:cubicBezTo>
                          <a:pt x="963942" y="2639847"/>
                          <a:pt x="349567" y="2546122"/>
                          <a:pt x="0" y="2614125"/>
                        </a:cubicBezTo>
                        <a:cubicBezTo>
                          <a:pt x="-65569" y="2455396"/>
                          <a:pt x="51204" y="2184139"/>
                          <a:pt x="0" y="2065159"/>
                        </a:cubicBezTo>
                        <a:cubicBezTo>
                          <a:pt x="-51204" y="1946179"/>
                          <a:pt x="8210" y="1620064"/>
                          <a:pt x="0" y="1490051"/>
                        </a:cubicBezTo>
                        <a:cubicBezTo>
                          <a:pt x="-8210" y="1360038"/>
                          <a:pt x="34085" y="1048617"/>
                          <a:pt x="0" y="914944"/>
                        </a:cubicBezTo>
                        <a:cubicBezTo>
                          <a:pt x="-34085" y="781271"/>
                          <a:pt x="47843" y="33324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0" i="1" cap="none">
                <a:latin typeface="+mn-lt"/>
              </a:rPr>
              <a:t>Requirements engineering – used to turn raw business inputs into structured requirement artifacts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0" i="1" cap="none">
                <a:latin typeface="+mn-lt"/>
              </a:rPr>
              <a:t>Domain analysis – used to capture workflow rules, business terms, constraints, and use-case logic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0" i="1" cap="none">
                <a:latin typeface="+mn-lt"/>
              </a:rPr>
              <a:t>Multi-agent orchestration – used to control workflow stages, approvals, traceability, and versioning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0" i="1" cap="none">
                <a:latin typeface="+mn-lt"/>
              </a:rPr>
              <a:t>Human-in-the-loop governance – used to keep business analyst review before handover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B910D5-8602-8E28-7674-5A05A0883B30}"/>
              </a:ext>
            </a:extLst>
          </p:cNvPr>
          <p:cNvSpPr txBox="1"/>
          <p:nvPr/>
        </p:nvSpPr>
        <p:spPr>
          <a:xfrm>
            <a:off x="1180854" y="183482"/>
            <a:ext cx="8686800" cy="95410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GB" sz="2800" i="1"/>
              <a:t>Requirements Bot, Domain Agents &amp; Orchestrator : Business Needs-to-SRS Generation</a:t>
            </a:r>
            <a:endParaRPr lang="en-GB" sz="2800" i="1">
              <a:solidFill>
                <a:srgbClr val="002060"/>
              </a:solidFill>
            </a:endParaRPr>
          </a:p>
        </p:txBody>
      </p:sp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05996946-CA2E-7C63-3709-FA8ABB4ED555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4398379" y="2202270"/>
            <a:ext cx="1255782" cy="1145705"/>
          </a:xfrm>
          <a:prstGeom prst="curvedConnector3">
            <a:avLst/>
          </a:prstGeom>
          <a:ln w="38100"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 descr="A collection of circles in various sizes and patterns">
            <a:extLst>
              <a:ext uri="{FF2B5EF4-FFF2-40B4-BE49-F238E27FC236}">
                <a16:creationId xmlns:a16="http://schemas.microsoft.com/office/drawing/2014/main" id="{DC3851B6-9F7A-9F24-62F5-C0A94D2DD4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24813" y="-823451"/>
            <a:ext cx="4572000" cy="4572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111191B-9776-DFD0-E395-9AAC2394FD76}"/>
              </a:ext>
            </a:extLst>
          </p:cNvPr>
          <p:cNvSpPr/>
          <p:nvPr/>
        </p:nvSpPr>
        <p:spPr>
          <a:xfrm>
            <a:off x="2641640" y="6487935"/>
            <a:ext cx="681636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IT22098078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sz="1800" err="1">
                <a:solidFill>
                  <a:schemeClr val="tx1"/>
                </a:solidFill>
              </a:rPr>
              <a:t>Santhuka</a:t>
            </a:r>
            <a:r>
              <a:rPr lang="en-US" sz="1800">
                <a:solidFill>
                  <a:schemeClr val="tx1"/>
                </a:solidFill>
              </a:rPr>
              <a:t> D.N.M.D|   </a:t>
            </a:r>
            <a:r>
              <a:rPr lang="en-US" sz="1800" b="0">
                <a:solidFill>
                  <a:schemeClr val="tx1"/>
                </a:solidFill>
              </a:rPr>
              <a:t>R26-SE-033</a:t>
            </a:r>
          </a:p>
        </p:txBody>
      </p:sp>
    </p:spTree>
    <p:extLst>
      <p:ext uri="{BB962C8B-B14F-4D97-AF65-F5344CB8AC3E}">
        <p14:creationId xmlns:p14="http://schemas.microsoft.com/office/powerpoint/2010/main" val="2750603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E3FC3-94EE-4362-2DF1-CF015197F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Single gear outline">
            <a:extLst>
              <a:ext uri="{FF2B5EF4-FFF2-40B4-BE49-F238E27FC236}">
                <a16:creationId xmlns:a16="http://schemas.microsoft.com/office/drawing/2014/main" id="{0A9086DC-FDE0-CDBF-D1E2-DF26A4DBA4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94114" y="-1234837"/>
            <a:ext cx="5260258" cy="5260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EB42E8-A1C4-7158-9D6F-55C7DC24BBDE}"/>
              </a:ext>
            </a:extLst>
          </p:cNvPr>
          <p:cNvSpPr txBox="1"/>
          <p:nvPr/>
        </p:nvSpPr>
        <p:spPr>
          <a:xfrm rot="10800000" flipV="1">
            <a:off x="395134" y="1501327"/>
            <a:ext cx="2971800" cy="919401"/>
          </a:xfrm>
          <a:prstGeom prst="roundRect">
            <a:avLst/>
          </a:prstGeom>
          <a:noFill/>
          <a:ln w="28575">
            <a:solidFill>
              <a:schemeClr val="bg1">
                <a:lumMod val="75000"/>
              </a:schemeClr>
            </a:solidFill>
            <a:prstDash val="lgDash"/>
            <a:extLst>
              <a:ext uri="{C807C97D-BFC1-408E-A445-0C87EB9F89A2}">
                <ask:lineSketchStyleProps xmlns:ask="http://schemas.microsoft.com/office/drawing/2018/sketchyshapes" sd="2081917180">
                  <a:custGeom>
                    <a:avLst/>
                    <a:gdLst>
                      <a:gd name="csX0" fmla="*/ 0 w 2971800"/>
                      <a:gd name="csY0" fmla="*/ 0 h 830997"/>
                      <a:gd name="csX1" fmla="*/ 653796 w 2971800"/>
                      <a:gd name="csY1" fmla="*/ 0 h 830997"/>
                      <a:gd name="csX2" fmla="*/ 1159002 w 2971800"/>
                      <a:gd name="csY2" fmla="*/ 0 h 830997"/>
                      <a:gd name="csX3" fmla="*/ 1783080 w 2971800"/>
                      <a:gd name="csY3" fmla="*/ 0 h 830997"/>
                      <a:gd name="csX4" fmla="*/ 2318004 w 2971800"/>
                      <a:gd name="csY4" fmla="*/ 0 h 830997"/>
                      <a:gd name="csX5" fmla="*/ 2971800 w 2971800"/>
                      <a:gd name="csY5" fmla="*/ 0 h 830997"/>
                      <a:gd name="csX6" fmla="*/ 2971800 w 2971800"/>
                      <a:gd name="csY6" fmla="*/ 415499 h 830997"/>
                      <a:gd name="csX7" fmla="*/ 2971800 w 2971800"/>
                      <a:gd name="csY7" fmla="*/ 830997 h 830997"/>
                      <a:gd name="csX8" fmla="*/ 2466594 w 2971800"/>
                      <a:gd name="csY8" fmla="*/ 830997 h 830997"/>
                      <a:gd name="csX9" fmla="*/ 1931670 w 2971800"/>
                      <a:gd name="csY9" fmla="*/ 830997 h 830997"/>
                      <a:gd name="csX10" fmla="*/ 1307592 w 2971800"/>
                      <a:gd name="csY10" fmla="*/ 830997 h 830997"/>
                      <a:gd name="csX11" fmla="*/ 742950 w 2971800"/>
                      <a:gd name="csY11" fmla="*/ 830997 h 830997"/>
                      <a:gd name="csX12" fmla="*/ 0 w 2971800"/>
                      <a:gd name="csY12" fmla="*/ 830997 h 830997"/>
                      <a:gd name="csX13" fmla="*/ 0 w 2971800"/>
                      <a:gd name="csY13" fmla="*/ 398879 h 830997"/>
                      <a:gd name="csX14" fmla="*/ 0 w 2971800"/>
                      <a:gd name="csY14" fmla="*/ 0 h 83099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2971800" h="830997" extrusionOk="0">
                        <a:moveTo>
                          <a:pt x="0" y="0"/>
                        </a:moveTo>
                        <a:cubicBezTo>
                          <a:pt x="143351" y="11747"/>
                          <a:pt x="410830" y="-28361"/>
                          <a:pt x="653796" y="0"/>
                        </a:cubicBezTo>
                        <a:cubicBezTo>
                          <a:pt x="896762" y="28361"/>
                          <a:pt x="962946" y="-17646"/>
                          <a:pt x="1159002" y="0"/>
                        </a:cubicBezTo>
                        <a:cubicBezTo>
                          <a:pt x="1355058" y="17646"/>
                          <a:pt x="1501238" y="3316"/>
                          <a:pt x="1783080" y="0"/>
                        </a:cubicBezTo>
                        <a:cubicBezTo>
                          <a:pt x="2064922" y="-3316"/>
                          <a:pt x="2145143" y="24138"/>
                          <a:pt x="2318004" y="0"/>
                        </a:cubicBezTo>
                        <a:cubicBezTo>
                          <a:pt x="2490865" y="-24138"/>
                          <a:pt x="2790469" y="-19208"/>
                          <a:pt x="2971800" y="0"/>
                        </a:cubicBezTo>
                        <a:cubicBezTo>
                          <a:pt x="2963469" y="194294"/>
                          <a:pt x="2963288" y="253195"/>
                          <a:pt x="2971800" y="415499"/>
                        </a:cubicBezTo>
                        <a:cubicBezTo>
                          <a:pt x="2980312" y="577803"/>
                          <a:pt x="2966829" y="694661"/>
                          <a:pt x="2971800" y="830997"/>
                        </a:cubicBezTo>
                        <a:cubicBezTo>
                          <a:pt x="2730948" y="846819"/>
                          <a:pt x="2592572" y="852052"/>
                          <a:pt x="2466594" y="830997"/>
                        </a:cubicBezTo>
                        <a:cubicBezTo>
                          <a:pt x="2340616" y="809942"/>
                          <a:pt x="2149472" y="825525"/>
                          <a:pt x="1931670" y="830997"/>
                        </a:cubicBezTo>
                        <a:cubicBezTo>
                          <a:pt x="1713868" y="836469"/>
                          <a:pt x="1543336" y="832873"/>
                          <a:pt x="1307592" y="830997"/>
                        </a:cubicBezTo>
                        <a:cubicBezTo>
                          <a:pt x="1071848" y="829121"/>
                          <a:pt x="958365" y="822182"/>
                          <a:pt x="742950" y="830997"/>
                        </a:cubicBezTo>
                        <a:cubicBezTo>
                          <a:pt x="527535" y="839812"/>
                          <a:pt x="328833" y="804552"/>
                          <a:pt x="0" y="830997"/>
                        </a:cubicBezTo>
                        <a:cubicBezTo>
                          <a:pt x="-5473" y="662441"/>
                          <a:pt x="15283" y="493633"/>
                          <a:pt x="0" y="398879"/>
                        </a:cubicBezTo>
                        <a:cubicBezTo>
                          <a:pt x="-15283" y="304125"/>
                          <a:pt x="-18918" y="9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algn="ctr"/>
            <a:r>
              <a:rPr lang="en-GB" sz="2400" b="1" i="1"/>
              <a:t>Latest Technologies Used</a:t>
            </a:r>
            <a:endParaRPr lang="en-GB" sz="2400" b="1" i="1">
              <a:latin typeface="Cooper Black" panose="0208090404030B020404" pitchFamily="18" charset="0"/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9956C122-494E-1546-5DFC-1BEA6ABFEA07}"/>
              </a:ext>
            </a:extLst>
          </p:cNvPr>
          <p:cNvSpPr txBox="1">
            <a:spLocks/>
          </p:cNvSpPr>
          <p:nvPr/>
        </p:nvSpPr>
        <p:spPr>
          <a:xfrm>
            <a:off x="2847670" y="2784467"/>
            <a:ext cx="8679426" cy="3065727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8679426"/>
                      <a:gd name="csY0" fmla="*/ 0 h 3065727"/>
                      <a:gd name="csX1" fmla="*/ 405040 w 8679426"/>
                      <a:gd name="csY1" fmla="*/ 0 h 3065727"/>
                      <a:gd name="csX2" fmla="*/ 896874 w 8679426"/>
                      <a:gd name="csY2" fmla="*/ 0 h 3065727"/>
                      <a:gd name="csX3" fmla="*/ 1475502 w 8679426"/>
                      <a:gd name="csY3" fmla="*/ 0 h 3065727"/>
                      <a:gd name="csX4" fmla="*/ 1793748 w 8679426"/>
                      <a:gd name="csY4" fmla="*/ 0 h 3065727"/>
                      <a:gd name="csX5" fmla="*/ 2285582 w 8679426"/>
                      <a:gd name="csY5" fmla="*/ 0 h 3065727"/>
                      <a:gd name="csX6" fmla="*/ 2690622 w 8679426"/>
                      <a:gd name="csY6" fmla="*/ 0 h 3065727"/>
                      <a:gd name="csX7" fmla="*/ 3095662 w 8679426"/>
                      <a:gd name="csY7" fmla="*/ 0 h 3065727"/>
                      <a:gd name="csX8" fmla="*/ 3500702 w 8679426"/>
                      <a:gd name="csY8" fmla="*/ 0 h 3065727"/>
                      <a:gd name="csX9" fmla="*/ 3992536 w 8679426"/>
                      <a:gd name="csY9" fmla="*/ 0 h 3065727"/>
                      <a:gd name="csX10" fmla="*/ 4657959 w 8679426"/>
                      <a:gd name="csY10" fmla="*/ 0 h 3065727"/>
                      <a:gd name="csX11" fmla="*/ 5149793 w 8679426"/>
                      <a:gd name="csY11" fmla="*/ 0 h 3065727"/>
                      <a:gd name="csX12" fmla="*/ 5468038 w 8679426"/>
                      <a:gd name="csY12" fmla="*/ 0 h 3065727"/>
                      <a:gd name="csX13" fmla="*/ 6220255 w 8679426"/>
                      <a:gd name="csY13" fmla="*/ 0 h 3065727"/>
                      <a:gd name="csX14" fmla="*/ 6972472 w 8679426"/>
                      <a:gd name="csY14" fmla="*/ 0 h 3065727"/>
                      <a:gd name="csX15" fmla="*/ 7637895 w 8679426"/>
                      <a:gd name="csY15" fmla="*/ 0 h 3065727"/>
                      <a:gd name="csX16" fmla="*/ 8129729 w 8679426"/>
                      <a:gd name="csY16" fmla="*/ 0 h 3065727"/>
                      <a:gd name="csX17" fmla="*/ 8679426 w 8679426"/>
                      <a:gd name="csY17" fmla="*/ 0 h 3065727"/>
                      <a:gd name="csX18" fmla="*/ 8679426 w 8679426"/>
                      <a:gd name="csY18" fmla="*/ 418983 h 3065727"/>
                      <a:gd name="csX19" fmla="*/ 8679426 w 8679426"/>
                      <a:gd name="csY19" fmla="*/ 960594 h 3065727"/>
                      <a:gd name="csX20" fmla="*/ 8679426 w 8679426"/>
                      <a:gd name="csY20" fmla="*/ 1471549 h 3065727"/>
                      <a:gd name="csX21" fmla="*/ 8679426 w 8679426"/>
                      <a:gd name="csY21" fmla="*/ 2013161 h 3065727"/>
                      <a:gd name="csX22" fmla="*/ 8679426 w 8679426"/>
                      <a:gd name="csY22" fmla="*/ 2524115 h 3065727"/>
                      <a:gd name="csX23" fmla="*/ 8679426 w 8679426"/>
                      <a:gd name="csY23" fmla="*/ 3065727 h 3065727"/>
                      <a:gd name="csX24" fmla="*/ 8361180 w 8679426"/>
                      <a:gd name="csY24" fmla="*/ 3065727 h 3065727"/>
                      <a:gd name="csX25" fmla="*/ 8042935 w 8679426"/>
                      <a:gd name="csY25" fmla="*/ 3065727 h 3065727"/>
                      <a:gd name="csX26" fmla="*/ 7290718 w 8679426"/>
                      <a:gd name="csY26" fmla="*/ 3065727 h 3065727"/>
                      <a:gd name="csX27" fmla="*/ 6972472 w 8679426"/>
                      <a:gd name="csY27" fmla="*/ 3065727 h 3065727"/>
                      <a:gd name="csX28" fmla="*/ 6220255 w 8679426"/>
                      <a:gd name="csY28" fmla="*/ 3065727 h 3065727"/>
                      <a:gd name="csX29" fmla="*/ 5902010 w 8679426"/>
                      <a:gd name="csY29" fmla="*/ 3065727 h 3065727"/>
                      <a:gd name="csX30" fmla="*/ 5323381 w 8679426"/>
                      <a:gd name="csY30" fmla="*/ 3065727 h 3065727"/>
                      <a:gd name="csX31" fmla="*/ 4744753 w 8679426"/>
                      <a:gd name="csY31" fmla="*/ 3065727 h 3065727"/>
                      <a:gd name="csX32" fmla="*/ 4339713 w 8679426"/>
                      <a:gd name="csY32" fmla="*/ 3065727 h 3065727"/>
                      <a:gd name="csX33" fmla="*/ 3587496 w 8679426"/>
                      <a:gd name="csY33" fmla="*/ 3065727 h 3065727"/>
                      <a:gd name="csX34" fmla="*/ 3269250 w 8679426"/>
                      <a:gd name="csY34" fmla="*/ 3065727 h 3065727"/>
                      <a:gd name="csX35" fmla="*/ 2864211 w 8679426"/>
                      <a:gd name="csY35" fmla="*/ 3065727 h 3065727"/>
                      <a:gd name="csX36" fmla="*/ 2111994 w 8679426"/>
                      <a:gd name="csY36" fmla="*/ 3065727 h 3065727"/>
                      <a:gd name="csX37" fmla="*/ 1706954 w 8679426"/>
                      <a:gd name="csY37" fmla="*/ 3065727 h 3065727"/>
                      <a:gd name="csX38" fmla="*/ 1128325 w 8679426"/>
                      <a:gd name="csY38" fmla="*/ 3065727 h 3065727"/>
                      <a:gd name="csX39" fmla="*/ 0 w 8679426"/>
                      <a:gd name="csY39" fmla="*/ 3065727 h 3065727"/>
                      <a:gd name="csX40" fmla="*/ 0 w 8679426"/>
                      <a:gd name="csY40" fmla="*/ 2585430 h 3065727"/>
                      <a:gd name="csX41" fmla="*/ 0 w 8679426"/>
                      <a:gd name="csY41" fmla="*/ 2013161 h 3065727"/>
                      <a:gd name="csX42" fmla="*/ 0 w 8679426"/>
                      <a:gd name="csY42" fmla="*/ 1471549 h 3065727"/>
                      <a:gd name="csX43" fmla="*/ 0 w 8679426"/>
                      <a:gd name="csY43" fmla="*/ 1052566 h 3065727"/>
                      <a:gd name="csX44" fmla="*/ 0 w 8679426"/>
                      <a:gd name="csY44" fmla="*/ 602926 h 3065727"/>
                      <a:gd name="csX45" fmla="*/ 0 w 8679426"/>
                      <a:gd name="csY45" fmla="*/ 0 h 306572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</a:cxnLst>
                    <a:rect l="l" t="t" r="r" b="b"/>
                    <a:pathLst>
                      <a:path w="8679426" h="3065727" fill="none" extrusionOk="0">
                        <a:moveTo>
                          <a:pt x="0" y="0"/>
                        </a:moveTo>
                        <a:cubicBezTo>
                          <a:pt x="96899" y="-13031"/>
                          <a:pt x="271900" y="25860"/>
                          <a:pt x="405040" y="0"/>
                        </a:cubicBezTo>
                        <a:cubicBezTo>
                          <a:pt x="538180" y="-25860"/>
                          <a:pt x="780463" y="38737"/>
                          <a:pt x="896874" y="0"/>
                        </a:cubicBezTo>
                        <a:cubicBezTo>
                          <a:pt x="1013285" y="-38737"/>
                          <a:pt x="1190667" y="30805"/>
                          <a:pt x="1475502" y="0"/>
                        </a:cubicBezTo>
                        <a:cubicBezTo>
                          <a:pt x="1760337" y="-30805"/>
                          <a:pt x="1710992" y="8706"/>
                          <a:pt x="1793748" y="0"/>
                        </a:cubicBezTo>
                        <a:cubicBezTo>
                          <a:pt x="1876504" y="-8706"/>
                          <a:pt x="2041899" y="36599"/>
                          <a:pt x="2285582" y="0"/>
                        </a:cubicBezTo>
                        <a:cubicBezTo>
                          <a:pt x="2529265" y="-36599"/>
                          <a:pt x="2552104" y="47238"/>
                          <a:pt x="2690622" y="0"/>
                        </a:cubicBezTo>
                        <a:cubicBezTo>
                          <a:pt x="2829140" y="-47238"/>
                          <a:pt x="2935407" y="26871"/>
                          <a:pt x="3095662" y="0"/>
                        </a:cubicBezTo>
                        <a:cubicBezTo>
                          <a:pt x="3255917" y="-26871"/>
                          <a:pt x="3353851" y="1617"/>
                          <a:pt x="3500702" y="0"/>
                        </a:cubicBezTo>
                        <a:cubicBezTo>
                          <a:pt x="3647553" y="-1617"/>
                          <a:pt x="3775048" y="56425"/>
                          <a:pt x="3992536" y="0"/>
                        </a:cubicBezTo>
                        <a:cubicBezTo>
                          <a:pt x="4210024" y="-56425"/>
                          <a:pt x="4487859" y="13621"/>
                          <a:pt x="4657959" y="0"/>
                        </a:cubicBezTo>
                        <a:cubicBezTo>
                          <a:pt x="4828059" y="-13621"/>
                          <a:pt x="5046291" y="41488"/>
                          <a:pt x="5149793" y="0"/>
                        </a:cubicBezTo>
                        <a:cubicBezTo>
                          <a:pt x="5253295" y="-41488"/>
                          <a:pt x="5369372" y="20758"/>
                          <a:pt x="5468038" y="0"/>
                        </a:cubicBezTo>
                        <a:cubicBezTo>
                          <a:pt x="5566704" y="-20758"/>
                          <a:pt x="6028468" y="68092"/>
                          <a:pt x="6220255" y="0"/>
                        </a:cubicBezTo>
                        <a:cubicBezTo>
                          <a:pt x="6412042" y="-68092"/>
                          <a:pt x="6749969" y="30007"/>
                          <a:pt x="6972472" y="0"/>
                        </a:cubicBezTo>
                        <a:cubicBezTo>
                          <a:pt x="7194975" y="-30007"/>
                          <a:pt x="7382660" y="36658"/>
                          <a:pt x="7637895" y="0"/>
                        </a:cubicBezTo>
                        <a:cubicBezTo>
                          <a:pt x="7893130" y="-36658"/>
                          <a:pt x="7961296" y="32555"/>
                          <a:pt x="8129729" y="0"/>
                        </a:cubicBezTo>
                        <a:cubicBezTo>
                          <a:pt x="8298162" y="-32555"/>
                          <a:pt x="8523130" y="48767"/>
                          <a:pt x="8679426" y="0"/>
                        </a:cubicBezTo>
                        <a:cubicBezTo>
                          <a:pt x="8709041" y="152921"/>
                          <a:pt x="8643324" y="244749"/>
                          <a:pt x="8679426" y="418983"/>
                        </a:cubicBezTo>
                        <a:cubicBezTo>
                          <a:pt x="8715528" y="593217"/>
                          <a:pt x="8660041" y="690340"/>
                          <a:pt x="8679426" y="960594"/>
                        </a:cubicBezTo>
                        <a:cubicBezTo>
                          <a:pt x="8698811" y="1230848"/>
                          <a:pt x="8640889" y="1361803"/>
                          <a:pt x="8679426" y="1471549"/>
                        </a:cubicBezTo>
                        <a:cubicBezTo>
                          <a:pt x="8717963" y="1581295"/>
                          <a:pt x="8664335" y="1862862"/>
                          <a:pt x="8679426" y="2013161"/>
                        </a:cubicBezTo>
                        <a:cubicBezTo>
                          <a:pt x="8694517" y="2163460"/>
                          <a:pt x="8618138" y="2390648"/>
                          <a:pt x="8679426" y="2524115"/>
                        </a:cubicBezTo>
                        <a:cubicBezTo>
                          <a:pt x="8740714" y="2657582"/>
                          <a:pt x="8638441" y="2821143"/>
                          <a:pt x="8679426" y="3065727"/>
                        </a:cubicBezTo>
                        <a:cubicBezTo>
                          <a:pt x="8526223" y="3075645"/>
                          <a:pt x="8477773" y="3056283"/>
                          <a:pt x="8361180" y="3065727"/>
                        </a:cubicBezTo>
                        <a:cubicBezTo>
                          <a:pt x="8244587" y="3075171"/>
                          <a:pt x="8168066" y="3052667"/>
                          <a:pt x="8042935" y="3065727"/>
                        </a:cubicBezTo>
                        <a:cubicBezTo>
                          <a:pt x="7917805" y="3078787"/>
                          <a:pt x="7610780" y="3051821"/>
                          <a:pt x="7290718" y="3065727"/>
                        </a:cubicBezTo>
                        <a:cubicBezTo>
                          <a:pt x="6970656" y="3079633"/>
                          <a:pt x="7103804" y="3045838"/>
                          <a:pt x="6972472" y="3065727"/>
                        </a:cubicBezTo>
                        <a:cubicBezTo>
                          <a:pt x="6841140" y="3085616"/>
                          <a:pt x="6371881" y="3003880"/>
                          <a:pt x="6220255" y="3065727"/>
                        </a:cubicBezTo>
                        <a:cubicBezTo>
                          <a:pt x="6068629" y="3127574"/>
                          <a:pt x="6025084" y="3057311"/>
                          <a:pt x="5902010" y="3065727"/>
                        </a:cubicBezTo>
                        <a:cubicBezTo>
                          <a:pt x="5778936" y="3074143"/>
                          <a:pt x="5469688" y="3042089"/>
                          <a:pt x="5323381" y="3065727"/>
                        </a:cubicBezTo>
                        <a:cubicBezTo>
                          <a:pt x="5177074" y="3089365"/>
                          <a:pt x="4926338" y="3047288"/>
                          <a:pt x="4744753" y="3065727"/>
                        </a:cubicBezTo>
                        <a:cubicBezTo>
                          <a:pt x="4563168" y="3084166"/>
                          <a:pt x="4522024" y="3031024"/>
                          <a:pt x="4339713" y="3065727"/>
                        </a:cubicBezTo>
                        <a:cubicBezTo>
                          <a:pt x="4157402" y="3100430"/>
                          <a:pt x="3877533" y="3051990"/>
                          <a:pt x="3587496" y="3065727"/>
                        </a:cubicBezTo>
                        <a:cubicBezTo>
                          <a:pt x="3297459" y="3079464"/>
                          <a:pt x="3425275" y="3047358"/>
                          <a:pt x="3269250" y="3065727"/>
                        </a:cubicBezTo>
                        <a:cubicBezTo>
                          <a:pt x="3113225" y="3084096"/>
                          <a:pt x="2956222" y="3055602"/>
                          <a:pt x="2864211" y="3065727"/>
                        </a:cubicBezTo>
                        <a:cubicBezTo>
                          <a:pt x="2772200" y="3075852"/>
                          <a:pt x="2438378" y="2976798"/>
                          <a:pt x="2111994" y="3065727"/>
                        </a:cubicBezTo>
                        <a:cubicBezTo>
                          <a:pt x="1785610" y="3154656"/>
                          <a:pt x="1877900" y="3038158"/>
                          <a:pt x="1706954" y="3065727"/>
                        </a:cubicBezTo>
                        <a:cubicBezTo>
                          <a:pt x="1536008" y="3093296"/>
                          <a:pt x="1326610" y="3062022"/>
                          <a:pt x="1128325" y="3065727"/>
                        </a:cubicBezTo>
                        <a:cubicBezTo>
                          <a:pt x="930040" y="3069432"/>
                          <a:pt x="418273" y="2946006"/>
                          <a:pt x="0" y="3065727"/>
                        </a:cubicBezTo>
                        <a:cubicBezTo>
                          <a:pt x="-33214" y="2958819"/>
                          <a:pt x="57446" y="2737884"/>
                          <a:pt x="0" y="2585430"/>
                        </a:cubicBezTo>
                        <a:cubicBezTo>
                          <a:pt x="-57446" y="2432976"/>
                          <a:pt x="9897" y="2207882"/>
                          <a:pt x="0" y="2013161"/>
                        </a:cubicBezTo>
                        <a:cubicBezTo>
                          <a:pt x="-9897" y="1818440"/>
                          <a:pt x="1681" y="1702949"/>
                          <a:pt x="0" y="1471549"/>
                        </a:cubicBezTo>
                        <a:cubicBezTo>
                          <a:pt x="-1681" y="1240149"/>
                          <a:pt x="2694" y="1223269"/>
                          <a:pt x="0" y="1052566"/>
                        </a:cubicBezTo>
                        <a:cubicBezTo>
                          <a:pt x="-2694" y="881863"/>
                          <a:pt x="9440" y="728953"/>
                          <a:pt x="0" y="602926"/>
                        </a:cubicBezTo>
                        <a:cubicBezTo>
                          <a:pt x="-9440" y="476899"/>
                          <a:pt x="59764" y="166671"/>
                          <a:pt x="0" y="0"/>
                        </a:cubicBezTo>
                        <a:close/>
                      </a:path>
                      <a:path w="8679426" h="3065727" stroke="0" extrusionOk="0">
                        <a:moveTo>
                          <a:pt x="0" y="0"/>
                        </a:moveTo>
                        <a:cubicBezTo>
                          <a:pt x="114164" y="-52498"/>
                          <a:pt x="248903" y="31016"/>
                          <a:pt x="491834" y="0"/>
                        </a:cubicBezTo>
                        <a:cubicBezTo>
                          <a:pt x="734765" y="-31016"/>
                          <a:pt x="799362" y="62207"/>
                          <a:pt x="1070463" y="0"/>
                        </a:cubicBezTo>
                        <a:cubicBezTo>
                          <a:pt x="1341564" y="-62207"/>
                          <a:pt x="1447882" y="20722"/>
                          <a:pt x="1562297" y="0"/>
                        </a:cubicBezTo>
                        <a:cubicBezTo>
                          <a:pt x="1676712" y="-20722"/>
                          <a:pt x="1916825" y="60667"/>
                          <a:pt x="2227719" y="0"/>
                        </a:cubicBezTo>
                        <a:cubicBezTo>
                          <a:pt x="2538613" y="-60667"/>
                          <a:pt x="2442791" y="18845"/>
                          <a:pt x="2545965" y="0"/>
                        </a:cubicBezTo>
                        <a:cubicBezTo>
                          <a:pt x="2649139" y="-18845"/>
                          <a:pt x="2926101" y="4624"/>
                          <a:pt x="3298182" y="0"/>
                        </a:cubicBezTo>
                        <a:cubicBezTo>
                          <a:pt x="3670263" y="-4624"/>
                          <a:pt x="3566248" y="1230"/>
                          <a:pt x="3703222" y="0"/>
                        </a:cubicBezTo>
                        <a:cubicBezTo>
                          <a:pt x="3840196" y="-1230"/>
                          <a:pt x="3900136" y="32459"/>
                          <a:pt x="4021467" y="0"/>
                        </a:cubicBezTo>
                        <a:cubicBezTo>
                          <a:pt x="4142799" y="-32459"/>
                          <a:pt x="4186340" y="26589"/>
                          <a:pt x="4339713" y="0"/>
                        </a:cubicBezTo>
                        <a:cubicBezTo>
                          <a:pt x="4493086" y="-26589"/>
                          <a:pt x="4766137" y="41350"/>
                          <a:pt x="5005136" y="0"/>
                        </a:cubicBezTo>
                        <a:cubicBezTo>
                          <a:pt x="5244135" y="-41350"/>
                          <a:pt x="5476841" y="20861"/>
                          <a:pt x="5670558" y="0"/>
                        </a:cubicBezTo>
                        <a:cubicBezTo>
                          <a:pt x="5864275" y="-20861"/>
                          <a:pt x="6114840" y="28190"/>
                          <a:pt x="6249187" y="0"/>
                        </a:cubicBezTo>
                        <a:cubicBezTo>
                          <a:pt x="6383534" y="-28190"/>
                          <a:pt x="6518693" y="31503"/>
                          <a:pt x="6654227" y="0"/>
                        </a:cubicBezTo>
                        <a:cubicBezTo>
                          <a:pt x="6789761" y="-31503"/>
                          <a:pt x="6923988" y="34536"/>
                          <a:pt x="7059266" y="0"/>
                        </a:cubicBezTo>
                        <a:cubicBezTo>
                          <a:pt x="7194544" y="-34536"/>
                          <a:pt x="7582972" y="77197"/>
                          <a:pt x="7724689" y="0"/>
                        </a:cubicBezTo>
                        <a:cubicBezTo>
                          <a:pt x="7866406" y="-77197"/>
                          <a:pt x="8249658" y="12877"/>
                          <a:pt x="8679426" y="0"/>
                        </a:cubicBezTo>
                        <a:cubicBezTo>
                          <a:pt x="8713637" y="98140"/>
                          <a:pt x="8637609" y="332979"/>
                          <a:pt x="8679426" y="449640"/>
                        </a:cubicBezTo>
                        <a:cubicBezTo>
                          <a:pt x="8721243" y="566301"/>
                          <a:pt x="8620336" y="861669"/>
                          <a:pt x="8679426" y="991252"/>
                        </a:cubicBezTo>
                        <a:cubicBezTo>
                          <a:pt x="8738516" y="1120835"/>
                          <a:pt x="8629443" y="1406994"/>
                          <a:pt x="8679426" y="1532864"/>
                        </a:cubicBezTo>
                        <a:cubicBezTo>
                          <a:pt x="8729409" y="1658734"/>
                          <a:pt x="8662295" y="1867457"/>
                          <a:pt x="8679426" y="1982503"/>
                        </a:cubicBezTo>
                        <a:cubicBezTo>
                          <a:pt x="8696557" y="2097549"/>
                          <a:pt x="8628128" y="2248821"/>
                          <a:pt x="8679426" y="2432143"/>
                        </a:cubicBezTo>
                        <a:cubicBezTo>
                          <a:pt x="8730724" y="2615465"/>
                          <a:pt x="8630625" y="2858937"/>
                          <a:pt x="8679426" y="3065727"/>
                        </a:cubicBezTo>
                        <a:cubicBezTo>
                          <a:pt x="8589268" y="3089527"/>
                          <a:pt x="8456659" y="3034563"/>
                          <a:pt x="8274386" y="3065727"/>
                        </a:cubicBezTo>
                        <a:cubicBezTo>
                          <a:pt x="8092113" y="3096891"/>
                          <a:pt x="7832674" y="3050775"/>
                          <a:pt x="7695758" y="3065727"/>
                        </a:cubicBezTo>
                        <a:cubicBezTo>
                          <a:pt x="7558842" y="3080679"/>
                          <a:pt x="7360018" y="3011410"/>
                          <a:pt x="7203924" y="3065727"/>
                        </a:cubicBezTo>
                        <a:cubicBezTo>
                          <a:pt x="7047830" y="3120044"/>
                          <a:pt x="7001168" y="3049491"/>
                          <a:pt x="6798884" y="3065727"/>
                        </a:cubicBezTo>
                        <a:cubicBezTo>
                          <a:pt x="6596600" y="3081963"/>
                          <a:pt x="6544845" y="3032585"/>
                          <a:pt x="6480638" y="3065727"/>
                        </a:cubicBezTo>
                        <a:cubicBezTo>
                          <a:pt x="6416431" y="3098869"/>
                          <a:pt x="5983380" y="3041985"/>
                          <a:pt x="5728421" y="3065727"/>
                        </a:cubicBezTo>
                        <a:cubicBezTo>
                          <a:pt x="5473462" y="3089469"/>
                          <a:pt x="5494099" y="3062560"/>
                          <a:pt x="5410176" y="3065727"/>
                        </a:cubicBezTo>
                        <a:cubicBezTo>
                          <a:pt x="5326254" y="3068894"/>
                          <a:pt x="4951704" y="3044854"/>
                          <a:pt x="4744753" y="3065727"/>
                        </a:cubicBezTo>
                        <a:cubicBezTo>
                          <a:pt x="4537802" y="3086600"/>
                          <a:pt x="4318640" y="3029623"/>
                          <a:pt x="4166124" y="3065727"/>
                        </a:cubicBezTo>
                        <a:cubicBezTo>
                          <a:pt x="4013608" y="3101831"/>
                          <a:pt x="3677844" y="3023996"/>
                          <a:pt x="3413908" y="3065727"/>
                        </a:cubicBezTo>
                        <a:cubicBezTo>
                          <a:pt x="3149972" y="3107458"/>
                          <a:pt x="3137047" y="3035316"/>
                          <a:pt x="3008868" y="3065727"/>
                        </a:cubicBezTo>
                        <a:cubicBezTo>
                          <a:pt x="2880689" y="3096138"/>
                          <a:pt x="2706457" y="3010034"/>
                          <a:pt x="2517034" y="3065727"/>
                        </a:cubicBezTo>
                        <a:cubicBezTo>
                          <a:pt x="2327611" y="3121420"/>
                          <a:pt x="2282629" y="3028793"/>
                          <a:pt x="2111994" y="3065727"/>
                        </a:cubicBezTo>
                        <a:cubicBezTo>
                          <a:pt x="1941359" y="3102661"/>
                          <a:pt x="1871337" y="3040005"/>
                          <a:pt x="1793748" y="3065727"/>
                        </a:cubicBezTo>
                        <a:cubicBezTo>
                          <a:pt x="1716159" y="3091449"/>
                          <a:pt x="1249687" y="3060516"/>
                          <a:pt x="1041531" y="3065727"/>
                        </a:cubicBezTo>
                        <a:cubicBezTo>
                          <a:pt x="833375" y="3070938"/>
                          <a:pt x="341143" y="2964868"/>
                          <a:pt x="0" y="3065727"/>
                        </a:cubicBezTo>
                        <a:cubicBezTo>
                          <a:pt x="-31817" y="2890856"/>
                          <a:pt x="13534" y="2684317"/>
                          <a:pt x="0" y="2493458"/>
                        </a:cubicBezTo>
                        <a:cubicBezTo>
                          <a:pt x="-13534" y="2302599"/>
                          <a:pt x="13497" y="2067824"/>
                          <a:pt x="0" y="1921189"/>
                        </a:cubicBezTo>
                        <a:cubicBezTo>
                          <a:pt x="-13497" y="1774554"/>
                          <a:pt x="53041" y="1554270"/>
                          <a:pt x="0" y="1440892"/>
                        </a:cubicBezTo>
                        <a:cubicBezTo>
                          <a:pt x="-53041" y="1327514"/>
                          <a:pt x="63779" y="1106239"/>
                          <a:pt x="0" y="868623"/>
                        </a:cubicBezTo>
                        <a:cubicBezTo>
                          <a:pt x="-63779" y="631007"/>
                          <a:pt x="31390" y="569793"/>
                          <a:pt x="0" y="449640"/>
                        </a:cubicBezTo>
                        <a:cubicBezTo>
                          <a:pt x="-31390" y="329487"/>
                          <a:pt x="4775" y="13057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i="1" cap="none" err="1">
                <a:latin typeface="+mn-lt"/>
              </a:rPr>
              <a:t>Openai</a:t>
            </a:r>
            <a:r>
              <a:rPr lang="en-GB" sz="2000" i="1" cap="none">
                <a:latin typeface="+mn-lt"/>
              </a:rPr>
              <a:t> responses API</a:t>
            </a:r>
            <a:r>
              <a:rPr lang="en-GB" sz="2000" b="0" i="1" cap="none">
                <a:latin typeface="+mn-lt"/>
              </a:rPr>
              <a:t> – for structured requirement generation and tool-based orchestration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i="1" cap="none">
                <a:latin typeface="+mn-lt"/>
              </a:rPr>
              <a:t>Python</a:t>
            </a:r>
            <a:r>
              <a:rPr lang="en-GB" sz="2000" b="0" i="1" cap="none">
                <a:latin typeface="+mn-lt"/>
              </a:rPr>
              <a:t> – for implementing agent logic and workflow control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i="1" cap="none" err="1">
                <a:latin typeface="+mn-lt"/>
              </a:rPr>
              <a:t>Fastapi</a:t>
            </a:r>
            <a:r>
              <a:rPr lang="en-GB" sz="2000" b="0" i="1" cap="none">
                <a:latin typeface="+mn-lt"/>
              </a:rPr>
              <a:t> – for backend </a:t>
            </a:r>
            <a:r>
              <a:rPr lang="en-GB" sz="2000" b="0" i="1" cap="none" err="1">
                <a:latin typeface="+mn-lt"/>
              </a:rPr>
              <a:t>apis</a:t>
            </a:r>
            <a:r>
              <a:rPr lang="en-GB" sz="2000" b="0" i="1" cap="none">
                <a:latin typeface="+mn-lt"/>
              </a:rPr>
              <a:t> and approval handling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i="1" cap="none" err="1">
                <a:latin typeface="+mn-lt"/>
              </a:rPr>
              <a:t>Pydantic</a:t>
            </a:r>
            <a:r>
              <a:rPr lang="en-GB" sz="2000" b="0" i="1" cap="none">
                <a:latin typeface="+mn-lt"/>
              </a:rPr>
              <a:t> – for schema validation of requirement artifacts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i="1" cap="none" err="1">
                <a:latin typeface="+mn-lt"/>
              </a:rPr>
              <a:t>Postgresql</a:t>
            </a:r>
            <a:r>
              <a:rPr lang="en-GB" sz="2000" b="0" i="1" cap="none">
                <a:latin typeface="+mn-lt"/>
              </a:rPr>
              <a:t> – for storing SRS, domain packs, traceability ids, and version history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i="1" cap="none">
                <a:latin typeface="+mn-lt"/>
              </a:rPr>
              <a:t>Docker</a:t>
            </a:r>
            <a:r>
              <a:rPr lang="en-GB" sz="2000" b="0" i="1" cap="none">
                <a:latin typeface="+mn-lt"/>
              </a:rPr>
              <a:t> – for consistent deployment and testing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i="1" cap="none" err="1">
                <a:latin typeface="+mn-lt"/>
              </a:rPr>
              <a:t>Github</a:t>
            </a:r>
            <a:r>
              <a:rPr lang="en-GB" sz="2000" b="0" i="1" cap="none">
                <a:latin typeface="+mn-lt"/>
              </a:rPr>
              <a:t> actions – for automated validation and workflow checks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604AF1-800B-BD61-867C-9858F7338F23}"/>
              </a:ext>
            </a:extLst>
          </p:cNvPr>
          <p:cNvSpPr txBox="1"/>
          <p:nvPr/>
        </p:nvSpPr>
        <p:spPr>
          <a:xfrm>
            <a:off x="1180854" y="183482"/>
            <a:ext cx="8686800" cy="95410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GB" sz="2800" i="1"/>
              <a:t>Requirements Bot, Domain Agents &amp; Orchestrator : Business Needs-to-SRS Generation</a:t>
            </a:r>
            <a:endParaRPr lang="en-GB" sz="2800" i="1">
              <a:solidFill>
                <a:srgbClr val="002060"/>
              </a:solidFill>
            </a:endParaRPr>
          </a:p>
        </p:txBody>
      </p:sp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78728A16-A482-2385-61DF-A8C54B0A98B5}"/>
              </a:ext>
            </a:extLst>
          </p:cNvPr>
          <p:cNvCxnSpPr>
            <a:cxnSpLocks/>
          </p:cNvCxnSpPr>
          <p:nvPr/>
        </p:nvCxnSpPr>
        <p:spPr>
          <a:xfrm>
            <a:off x="3366934" y="1961028"/>
            <a:ext cx="762614" cy="823439"/>
          </a:xfrm>
          <a:prstGeom prst="curvedConnector2">
            <a:avLst/>
          </a:prstGeom>
          <a:ln w="38100"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B09A18ED-711E-7F4D-E057-AF4AD29F19C6}"/>
              </a:ext>
            </a:extLst>
          </p:cNvPr>
          <p:cNvSpPr/>
          <p:nvPr/>
        </p:nvSpPr>
        <p:spPr>
          <a:xfrm>
            <a:off x="2641640" y="6487935"/>
            <a:ext cx="681636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IT22098078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sz="1800" err="1">
                <a:solidFill>
                  <a:schemeClr val="tx1"/>
                </a:solidFill>
              </a:rPr>
              <a:t>Santhuka</a:t>
            </a:r>
            <a:r>
              <a:rPr lang="en-US" sz="1800">
                <a:solidFill>
                  <a:schemeClr val="tx1"/>
                </a:solidFill>
              </a:rPr>
              <a:t> D.N.M.D|   </a:t>
            </a:r>
            <a:r>
              <a:rPr lang="en-US" sz="1800" b="0">
                <a:solidFill>
                  <a:schemeClr val="tx1"/>
                </a:solidFill>
              </a:rPr>
              <a:t>R26-SE-033</a:t>
            </a:r>
          </a:p>
        </p:txBody>
      </p:sp>
    </p:spTree>
    <p:extLst>
      <p:ext uri="{BB962C8B-B14F-4D97-AF65-F5344CB8AC3E}">
        <p14:creationId xmlns:p14="http://schemas.microsoft.com/office/powerpoint/2010/main" val="2440982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5B719-9B70-D0F1-FF8B-30F196024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 descr="Assorted circles and squares">
            <a:extLst>
              <a:ext uri="{FF2B5EF4-FFF2-40B4-BE49-F238E27FC236}">
                <a16:creationId xmlns:a16="http://schemas.microsoft.com/office/drawing/2014/main" id="{5FD9CACB-78D3-30F5-7ED0-84313BE471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55981" y="-1422485"/>
            <a:ext cx="5120148" cy="51201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EA373C-E7C7-4479-5372-89AE0947B540}"/>
              </a:ext>
            </a:extLst>
          </p:cNvPr>
          <p:cNvSpPr txBox="1"/>
          <p:nvPr/>
        </p:nvSpPr>
        <p:spPr>
          <a:xfrm rot="10800000" flipV="1">
            <a:off x="473361" y="1538339"/>
            <a:ext cx="7940165" cy="830997"/>
          </a:xfrm>
          <a:custGeom>
            <a:avLst/>
            <a:gdLst>
              <a:gd name="csX0" fmla="*/ 0 w 7940165"/>
              <a:gd name="csY0" fmla="*/ 0 h 830997"/>
              <a:gd name="csX1" fmla="*/ 820484 w 7940165"/>
              <a:gd name="csY1" fmla="*/ 0 h 830997"/>
              <a:gd name="csX2" fmla="*/ 1243959 w 7940165"/>
              <a:gd name="csY2" fmla="*/ 0 h 830997"/>
              <a:gd name="csX3" fmla="*/ 1985041 w 7940165"/>
              <a:gd name="csY3" fmla="*/ 0 h 830997"/>
              <a:gd name="csX4" fmla="*/ 2487918 w 7940165"/>
              <a:gd name="csY4" fmla="*/ 0 h 830997"/>
              <a:gd name="csX5" fmla="*/ 3308402 w 7940165"/>
              <a:gd name="csY5" fmla="*/ 0 h 830997"/>
              <a:gd name="csX6" fmla="*/ 3970083 w 7940165"/>
              <a:gd name="csY6" fmla="*/ 0 h 830997"/>
              <a:gd name="csX7" fmla="*/ 4472960 w 7940165"/>
              <a:gd name="csY7" fmla="*/ 0 h 830997"/>
              <a:gd name="csX8" fmla="*/ 4975837 w 7940165"/>
              <a:gd name="csY8" fmla="*/ 0 h 830997"/>
              <a:gd name="csX9" fmla="*/ 5399312 w 7940165"/>
              <a:gd name="csY9" fmla="*/ 0 h 830997"/>
              <a:gd name="csX10" fmla="*/ 6219796 w 7940165"/>
              <a:gd name="csY10" fmla="*/ 0 h 830997"/>
              <a:gd name="csX11" fmla="*/ 6722673 w 7940165"/>
              <a:gd name="csY11" fmla="*/ 0 h 830997"/>
              <a:gd name="csX12" fmla="*/ 7225550 w 7940165"/>
              <a:gd name="csY12" fmla="*/ 0 h 830997"/>
              <a:gd name="csX13" fmla="*/ 7940165 w 7940165"/>
              <a:gd name="csY13" fmla="*/ 0 h 830997"/>
              <a:gd name="csX14" fmla="*/ 7940165 w 7940165"/>
              <a:gd name="csY14" fmla="*/ 432118 h 830997"/>
              <a:gd name="csX15" fmla="*/ 7940165 w 7940165"/>
              <a:gd name="csY15" fmla="*/ 830997 h 830997"/>
              <a:gd name="csX16" fmla="*/ 7278485 w 7940165"/>
              <a:gd name="csY16" fmla="*/ 830997 h 830997"/>
              <a:gd name="csX17" fmla="*/ 6458001 w 7940165"/>
              <a:gd name="csY17" fmla="*/ 830997 h 830997"/>
              <a:gd name="csX18" fmla="*/ 5716919 w 7940165"/>
              <a:gd name="csY18" fmla="*/ 830997 h 830997"/>
              <a:gd name="csX19" fmla="*/ 5055238 w 7940165"/>
              <a:gd name="csY19" fmla="*/ 830997 h 830997"/>
              <a:gd name="csX20" fmla="*/ 4631763 w 7940165"/>
              <a:gd name="csY20" fmla="*/ 830997 h 830997"/>
              <a:gd name="csX21" fmla="*/ 4128886 w 7940165"/>
              <a:gd name="csY21" fmla="*/ 830997 h 830997"/>
              <a:gd name="csX22" fmla="*/ 3626009 w 7940165"/>
              <a:gd name="csY22" fmla="*/ 830997 h 830997"/>
              <a:gd name="csX23" fmla="*/ 3043730 w 7940165"/>
              <a:gd name="csY23" fmla="*/ 830997 h 830997"/>
              <a:gd name="csX24" fmla="*/ 2223246 w 7940165"/>
              <a:gd name="csY24" fmla="*/ 830997 h 830997"/>
              <a:gd name="csX25" fmla="*/ 1402762 w 7940165"/>
              <a:gd name="csY25" fmla="*/ 830997 h 830997"/>
              <a:gd name="csX26" fmla="*/ 582279 w 7940165"/>
              <a:gd name="csY26" fmla="*/ 830997 h 830997"/>
              <a:gd name="csX27" fmla="*/ 0 w 7940165"/>
              <a:gd name="csY27" fmla="*/ 830997 h 830997"/>
              <a:gd name="csX28" fmla="*/ 0 w 7940165"/>
              <a:gd name="csY28" fmla="*/ 423808 h 830997"/>
              <a:gd name="csX29" fmla="*/ 0 w 7940165"/>
              <a:gd name="csY29" fmla="*/ 0 h 8309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7940165" h="830997" extrusionOk="0">
                <a:moveTo>
                  <a:pt x="0" y="0"/>
                </a:moveTo>
                <a:cubicBezTo>
                  <a:pt x="169501" y="-30839"/>
                  <a:pt x="529618" y="20655"/>
                  <a:pt x="820484" y="0"/>
                </a:cubicBezTo>
                <a:cubicBezTo>
                  <a:pt x="1111350" y="-20655"/>
                  <a:pt x="1111056" y="7092"/>
                  <a:pt x="1243959" y="0"/>
                </a:cubicBezTo>
                <a:cubicBezTo>
                  <a:pt x="1376863" y="-7092"/>
                  <a:pt x="1729154" y="18686"/>
                  <a:pt x="1985041" y="0"/>
                </a:cubicBezTo>
                <a:cubicBezTo>
                  <a:pt x="2240928" y="-18686"/>
                  <a:pt x="2323400" y="8096"/>
                  <a:pt x="2487918" y="0"/>
                </a:cubicBezTo>
                <a:cubicBezTo>
                  <a:pt x="2652436" y="-8096"/>
                  <a:pt x="3073697" y="25439"/>
                  <a:pt x="3308402" y="0"/>
                </a:cubicBezTo>
                <a:cubicBezTo>
                  <a:pt x="3543107" y="-25439"/>
                  <a:pt x="3768143" y="-21209"/>
                  <a:pt x="3970083" y="0"/>
                </a:cubicBezTo>
                <a:cubicBezTo>
                  <a:pt x="4172023" y="21209"/>
                  <a:pt x="4353319" y="7445"/>
                  <a:pt x="4472960" y="0"/>
                </a:cubicBezTo>
                <a:cubicBezTo>
                  <a:pt x="4592601" y="-7445"/>
                  <a:pt x="4816966" y="5155"/>
                  <a:pt x="4975837" y="0"/>
                </a:cubicBezTo>
                <a:cubicBezTo>
                  <a:pt x="5134708" y="-5155"/>
                  <a:pt x="5306386" y="-1642"/>
                  <a:pt x="5399312" y="0"/>
                </a:cubicBezTo>
                <a:cubicBezTo>
                  <a:pt x="5492239" y="1642"/>
                  <a:pt x="5939763" y="-21065"/>
                  <a:pt x="6219796" y="0"/>
                </a:cubicBezTo>
                <a:cubicBezTo>
                  <a:pt x="6499829" y="21065"/>
                  <a:pt x="6571931" y="1130"/>
                  <a:pt x="6722673" y="0"/>
                </a:cubicBezTo>
                <a:cubicBezTo>
                  <a:pt x="6873415" y="-1130"/>
                  <a:pt x="6976855" y="5562"/>
                  <a:pt x="7225550" y="0"/>
                </a:cubicBezTo>
                <a:cubicBezTo>
                  <a:pt x="7474245" y="-5562"/>
                  <a:pt x="7777877" y="-16920"/>
                  <a:pt x="7940165" y="0"/>
                </a:cubicBezTo>
                <a:cubicBezTo>
                  <a:pt x="7939076" y="202101"/>
                  <a:pt x="7952922" y="224419"/>
                  <a:pt x="7940165" y="432118"/>
                </a:cubicBezTo>
                <a:cubicBezTo>
                  <a:pt x="7927408" y="639817"/>
                  <a:pt x="7948262" y="633091"/>
                  <a:pt x="7940165" y="830997"/>
                </a:cubicBezTo>
                <a:cubicBezTo>
                  <a:pt x="7678431" y="856798"/>
                  <a:pt x="7575985" y="799827"/>
                  <a:pt x="7278485" y="830997"/>
                </a:cubicBezTo>
                <a:cubicBezTo>
                  <a:pt x="6980985" y="862167"/>
                  <a:pt x="6646626" y="831419"/>
                  <a:pt x="6458001" y="830997"/>
                </a:cubicBezTo>
                <a:cubicBezTo>
                  <a:pt x="6269376" y="830575"/>
                  <a:pt x="6080578" y="862761"/>
                  <a:pt x="5716919" y="830997"/>
                </a:cubicBezTo>
                <a:cubicBezTo>
                  <a:pt x="5353260" y="799233"/>
                  <a:pt x="5366915" y="821214"/>
                  <a:pt x="5055238" y="830997"/>
                </a:cubicBezTo>
                <a:cubicBezTo>
                  <a:pt x="4743561" y="840780"/>
                  <a:pt x="4802775" y="842338"/>
                  <a:pt x="4631763" y="830997"/>
                </a:cubicBezTo>
                <a:cubicBezTo>
                  <a:pt x="4460751" y="819656"/>
                  <a:pt x="4378248" y="835737"/>
                  <a:pt x="4128886" y="830997"/>
                </a:cubicBezTo>
                <a:cubicBezTo>
                  <a:pt x="3879524" y="826257"/>
                  <a:pt x="3876756" y="848111"/>
                  <a:pt x="3626009" y="830997"/>
                </a:cubicBezTo>
                <a:cubicBezTo>
                  <a:pt x="3375262" y="813883"/>
                  <a:pt x="3293802" y="809928"/>
                  <a:pt x="3043730" y="830997"/>
                </a:cubicBezTo>
                <a:cubicBezTo>
                  <a:pt x="2793658" y="852066"/>
                  <a:pt x="2436304" y="790229"/>
                  <a:pt x="2223246" y="830997"/>
                </a:cubicBezTo>
                <a:cubicBezTo>
                  <a:pt x="2010188" y="871765"/>
                  <a:pt x="1581970" y="840029"/>
                  <a:pt x="1402762" y="830997"/>
                </a:cubicBezTo>
                <a:cubicBezTo>
                  <a:pt x="1223554" y="821965"/>
                  <a:pt x="864610" y="848243"/>
                  <a:pt x="582279" y="830997"/>
                </a:cubicBezTo>
                <a:cubicBezTo>
                  <a:pt x="299948" y="813751"/>
                  <a:pt x="138382" y="802014"/>
                  <a:pt x="0" y="830997"/>
                </a:cubicBezTo>
                <a:cubicBezTo>
                  <a:pt x="-5927" y="694121"/>
                  <a:pt x="-17165" y="522819"/>
                  <a:pt x="0" y="423808"/>
                </a:cubicBezTo>
                <a:cubicBezTo>
                  <a:pt x="17165" y="324797"/>
                  <a:pt x="-16064" y="209784"/>
                  <a:pt x="0" y="0"/>
                </a:cubicBezTo>
                <a:close/>
              </a:path>
            </a:pathLst>
          </a:custGeom>
          <a:noFill/>
          <a:ln w="28575">
            <a:solidFill>
              <a:schemeClr val="bg1">
                <a:lumMod val="75000"/>
              </a:schemeClr>
            </a:solidFill>
            <a:prstDash val="lgDash"/>
            <a:extLst>
              <a:ext uri="{C807C97D-BFC1-408E-A445-0C87EB9F89A2}">
                <ask:lineSketchStyleProps xmlns:ask="http://schemas.microsoft.com/office/drawing/2018/sketchyshapes" sd="208191718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GB" sz="2400" b="1" i="1"/>
              <a:t>The way of validation and evaluation of the proposed solution</a:t>
            </a:r>
            <a:endParaRPr lang="en-GB" sz="2400" b="1" i="1">
              <a:latin typeface="Cooper Black" panose="0208090404030B0204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45E96E-659C-2710-BB7E-68CB05D19CEC}"/>
              </a:ext>
            </a:extLst>
          </p:cNvPr>
          <p:cNvSpPr txBox="1"/>
          <p:nvPr/>
        </p:nvSpPr>
        <p:spPr>
          <a:xfrm>
            <a:off x="1180854" y="183482"/>
            <a:ext cx="8686800" cy="95410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GB" sz="2800" i="1"/>
              <a:t>Requirements Bot, Domain Agents &amp; Orchestrator : Business Needs-to-SRS Generation</a:t>
            </a:r>
            <a:endParaRPr lang="en-GB" sz="2800" i="1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CECE11-968B-780A-863C-8732037C5BD2}"/>
              </a:ext>
            </a:extLst>
          </p:cNvPr>
          <p:cNvSpPr txBox="1"/>
          <p:nvPr/>
        </p:nvSpPr>
        <p:spPr>
          <a:xfrm>
            <a:off x="1898610" y="2770086"/>
            <a:ext cx="9841106" cy="2805255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i="1"/>
              <a:t>Check whether the </a:t>
            </a:r>
            <a:r>
              <a:rPr lang="en-GB" sz="2000" b="1" i="1"/>
              <a:t>Requirements Bot</a:t>
            </a:r>
            <a:r>
              <a:rPr lang="en-GB" sz="2000" i="1"/>
              <a:t> generates a complete and structured SRS draft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i="1"/>
              <a:t>Check whether </a:t>
            </a:r>
            <a:r>
              <a:rPr lang="en-GB" sz="2000" b="1" i="1"/>
              <a:t>Domain Agents</a:t>
            </a:r>
            <a:r>
              <a:rPr lang="en-GB" sz="2000" i="1"/>
              <a:t> correctly add domain rules, terms, and context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i="1"/>
              <a:t>Check whether the </a:t>
            </a:r>
            <a:r>
              <a:rPr lang="en-GB" sz="2000" b="1" i="1"/>
              <a:t>Orchestrator</a:t>
            </a:r>
            <a:r>
              <a:rPr lang="en-GB" sz="2000" i="1"/>
              <a:t> correctly manages workflow stages and approvals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i="1"/>
              <a:t>Test whether </a:t>
            </a:r>
            <a:r>
              <a:rPr lang="en-GB" sz="2000" b="1" i="1"/>
              <a:t>unapproved artifacts are blocked</a:t>
            </a:r>
            <a:r>
              <a:rPr lang="en-GB" sz="2000" i="1"/>
              <a:t> from moving forward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2000" i="1"/>
              <a:t>Use </a:t>
            </a:r>
            <a:r>
              <a:rPr lang="en-GB" sz="2000" b="1" i="1"/>
              <a:t>review-based evaluation</a:t>
            </a:r>
            <a:r>
              <a:rPr lang="en-GB" sz="2000" i="1"/>
              <a:t> to measure clarity, completeness, and domain relevance</a:t>
            </a:r>
          </a:p>
          <a:p>
            <a:pPr>
              <a:lnSpc>
                <a:spcPct val="150000"/>
              </a:lnSpc>
            </a:pPr>
            <a:endParaRPr lang="en-GB" sz="2000" i="1">
              <a:solidFill>
                <a:srgbClr val="002060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7FC7341-70F2-D2E7-1B0E-A580F9317DA1}"/>
              </a:ext>
            </a:extLst>
          </p:cNvPr>
          <p:cNvSpPr/>
          <p:nvPr/>
        </p:nvSpPr>
        <p:spPr>
          <a:xfrm>
            <a:off x="1150209" y="2379406"/>
            <a:ext cx="835970" cy="2979175"/>
          </a:xfrm>
          <a:custGeom>
            <a:avLst/>
            <a:gdLst>
              <a:gd name="csX0" fmla="*/ 304965 w 835970"/>
              <a:gd name="csY0" fmla="*/ 0 h 2979175"/>
              <a:gd name="csX1" fmla="*/ 196810 w 835970"/>
              <a:gd name="csY1" fmla="*/ 383459 h 2979175"/>
              <a:gd name="csX2" fmla="*/ 747417 w 835970"/>
              <a:gd name="csY2" fmla="*/ 668594 h 2979175"/>
              <a:gd name="csX3" fmla="*/ 747417 w 835970"/>
              <a:gd name="csY3" fmla="*/ 668594 h 2979175"/>
              <a:gd name="csX4" fmla="*/ 68991 w 835970"/>
              <a:gd name="csY4" fmla="*/ 865239 h 2979175"/>
              <a:gd name="csX5" fmla="*/ 816243 w 835970"/>
              <a:gd name="csY5" fmla="*/ 1160207 h 2979175"/>
              <a:gd name="csX6" fmla="*/ 137817 w 835970"/>
              <a:gd name="csY6" fmla="*/ 1376517 h 2979175"/>
              <a:gd name="csX7" fmla="*/ 757249 w 835970"/>
              <a:gd name="csY7" fmla="*/ 1632155 h 2979175"/>
              <a:gd name="csX8" fmla="*/ 68991 w 835970"/>
              <a:gd name="csY8" fmla="*/ 1868129 h 2979175"/>
              <a:gd name="csX9" fmla="*/ 786746 w 835970"/>
              <a:gd name="csY9" fmla="*/ 2084439 h 2979175"/>
              <a:gd name="csX10" fmla="*/ 49326 w 835970"/>
              <a:gd name="csY10" fmla="*/ 2231923 h 2979175"/>
              <a:gd name="csX11" fmla="*/ 835907 w 835970"/>
              <a:gd name="csY11" fmla="*/ 2566220 h 2979175"/>
              <a:gd name="csX12" fmla="*/ 165 w 835970"/>
              <a:gd name="csY12" fmla="*/ 2723536 h 2979175"/>
              <a:gd name="csX13" fmla="*/ 757249 w 835970"/>
              <a:gd name="csY13" fmla="*/ 2979175 h 2979175"/>
              <a:gd name="csX14" fmla="*/ 757249 w 835970"/>
              <a:gd name="csY14" fmla="*/ 2979175 h 29791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835970" h="2979175">
                <a:moveTo>
                  <a:pt x="304965" y="0"/>
                </a:moveTo>
                <a:cubicBezTo>
                  <a:pt x="214016" y="136013"/>
                  <a:pt x="123068" y="272027"/>
                  <a:pt x="196810" y="383459"/>
                </a:cubicBezTo>
                <a:cubicBezTo>
                  <a:pt x="270552" y="494891"/>
                  <a:pt x="747417" y="668594"/>
                  <a:pt x="747417" y="668594"/>
                </a:cubicBezTo>
                <a:lnTo>
                  <a:pt x="747417" y="668594"/>
                </a:lnTo>
                <a:cubicBezTo>
                  <a:pt x="634346" y="701368"/>
                  <a:pt x="57520" y="783304"/>
                  <a:pt x="68991" y="865239"/>
                </a:cubicBezTo>
                <a:cubicBezTo>
                  <a:pt x="80462" y="947175"/>
                  <a:pt x="804772" y="1074994"/>
                  <a:pt x="816243" y="1160207"/>
                </a:cubicBezTo>
                <a:cubicBezTo>
                  <a:pt x="827714" y="1245420"/>
                  <a:pt x="147649" y="1297859"/>
                  <a:pt x="137817" y="1376517"/>
                </a:cubicBezTo>
                <a:cubicBezTo>
                  <a:pt x="127985" y="1455175"/>
                  <a:pt x="768720" y="1550220"/>
                  <a:pt x="757249" y="1632155"/>
                </a:cubicBezTo>
                <a:cubicBezTo>
                  <a:pt x="745778" y="1714090"/>
                  <a:pt x="64075" y="1792748"/>
                  <a:pt x="68991" y="1868129"/>
                </a:cubicBezTo>
                <a:cubicBezTo>
                  <a:pt x="73907" y="1943510"/>
                  <a:pt x="790023" y="2023807"/>
                  <a:pt x="786746" y="2084439"/>
                </a:cubicBezTo>
                <a:cubicBezTo>
                  <a:pt x="783469" y="2145071"/>
                  <a:pt x="41133" y="2151626"/>
                  <a:pt x="49326" y="2231923"/>
                </a:cubicBezTo>
                <a:cubicBezTo>
                  <a:pt x="57519" y="2312220"/>
                  <a:pt x="844101" y="2484284"/>
                  <a:pt x="835907" y="2566220"/>
                </a:cubicBezTo>
                <a:cubicBezTo>
                  <a:pt x="827713" y="2648156"/>
                  <a:pt x="13275" y="2654710"/>
                  <a:pt x="165" y="2723536"/>
                </a:cubicBezTo>
                <a:cubicBezTo>
                  <a:pt x="-12945" y="2792362"/>
                  <a:pt x="757249" y="2979175"/>
                  <a:pt x="757249" y="2979175"/>
                </a:cubicBezTo>
                <a:lnTo>
                  <a:pt x="757249" y="2979175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E31B8-878B-12F1-DD0E-1310BAD3B2F3}"/>
              </a:ext>
            </a:extLst>
          </p:cNvPr>
          <p:cNvSpPr/>
          <p:nvPr/>
        </p:nvSpPr>
        <p:spPr>
          <a:xfrm>
            <a:off x="2641640" y="6487935"/>
            <a:ext cx="681636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IT22098078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sz="1800" err="1">
                <a:solidFill>
                  <a:schemeClr val="tx1"/>
                </a:solidFill>
              </a:rPr>
              <a:t>Santhuka</a:t>
            </a:r>
            <a:r>
              <a:rPr lang="en-US" sz="1800">
                <a:solidFill>
                  <a:schemeClr val="tx1"/>
                </a:solidFill>
              </a:rPr>
              <a:t> D.N.M.D|   </a:t>
            </a:r>
            <a:r>
              <a:rPr lang="en-US" sz="1800" b="0">
                <a:solidFill>
                  <a:schemeClr val="tx1"/>
                </a:solidFill>
              </a:rPr>
              <a:t>R26-SE-033</a:t>
            </a:r>
          </a:p>
        </p:txBody>
      </p:sp>
    </p:spTree>
    <p:extLst>
      <p:ext uri="{BB962C8B-B14F-4D97-AF65-F5344CB8AC3E}">
        <p14:creationId xmlns:p14="http://schemas.microsoft.com/office/powerpoint/2010/main" val="15126814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AE323-A757-A22D-EDC5-BC44A8842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7685B1C-E138-5702-C5CD-283C41BBDA92}"/>
              </a:ext>
            </a:extLst>
          </p:cNvPr>
          <p:cNvSpPr txBox="1"/>
          <p:nvPr/>
        </p:nvSpPr>
        <p:spPr>
          <a:xfrm rot="10800000" flipV="1">
            <a:off x="733734" y="1715472"/>
            <a:ext cx="2971800" cy="510778"/>
          </a:xfrm>
          <a:custGeom>
            <a:avLst/>
            <a:gdLst>
              <a:gd name="csX0" fmla="*/ 0 w 2971800"/>
              <a:gd name="csY0" fmla="*/ 85131 h 510778"/>
              <a:gd name="csX1" fmla="*/ 85131 w 2971800"/>
              <a:gd name="csY1" fmla="*/ 0 h 510778"/>
              <a:gd name="csX2" fmla="*/ 645439 w 2971800"/>
              <a:gd name="csY2" fmla="*/ 0 h 510778"/>
              <a:gd name="csX3" fmla="*/ 1121700 w 2971800"/>
              <a:gd name="csY3" fmla="*/ 0 h 510778"/>
              <a:gd name="csX4" fmla="*/ 1738038 w 2971800"/>
              <a:gd name="csY4" fmla="*/ 0 h 510778"/>
              <a:gd name="csX5" fmla="*/ 2242315 w 2971800"/>
              <a:gd name="csY5" fmla="*/ 0 h 510778"/>
              <a:gd name="csX6" fmla="*/ 2886669 w 2971800"/>
              <a:gd name="csY6" fmla="*/ 0 h 510778"/>
              <a:gd name="csX7" fmla="*/ 2971800 w 2971800"/>
              <a:gd name="csY7" fmla="*/ 85131 h 510778"/>
              <a:gd name="csX8" fmla="*/ 2971800 w 2971800"/>
              <a:gd name="csY8" fmla="*/ 425647 h 510778"/>
              <a:gd name="csX9" fmla="*/ 2886669 w 2971800"/>
              <a:gd name="csY9" fmla="*/ 510778 h 510778"/>
              <a:gd name="csX10" fmla="*/ 2326361 w 2971800"/>
              <a:gd name="csY10" fmla="*/ 510778 h 510778"/>
              <a:gd name="csX11" fmla="*/ 1794069 w 2971800"/>
              <a:gd name="csY11" fmla="*/ 510778 h 510778"/>
              <a:gd name="csX12" fmla="*/ 1177731 w 2971800"/>
              <a:gd name="csY12" fmla="*/ 510778 h 510778"/>
              <a:gd name="csX13" fmla="*/ 561392 w 2971800"/>
              <a:gd name="csY13" fmla="*/ 510778 h 510778"/>
              <a:gd name="csX14" fmla="*/ 85131 w 2971800"/>
              <a:gd name="csY14" fmla="*/ 510778 h 510778"/>
              <a:gd name="csX15" fmla="*/ 0 w 2971800"/>
              <a:gd name="csY15" fmla="*/ 425647 h 510778"/>
              <a:gd name="csX16" fmla="*/ 0 w 2971800"/>
              <a:gd name="csY16" fmla="*/ 85131 h 5107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971800" h="510778" extrusionOk="0">
                <a:moveTo>
                  <a:pt x="0" y="85131"/>
                </a:moveTo>
                <a:cubicBezTo>
                  <a:pt x="9227" y="38413"/>
                  <a:pt x="42612" y="5615"/>
                  <a:pt x="85131" y="0"/>
                </a:cubicBezTo>
                <a:cubicBezTo>
                  <a:pt x="338334" y="13170"/>
                  <a:pt x="374186" y="3378"/>
                  <a:pt x="645439" y="0"/>
                </a:cubicBezTo>
                <a:cubicBezTo>
                  <a:pt x="916692" y="-3378"/>
                  <a:pt x="914566" y="-3725"/>
                  <a:pt x="1121700" y="0"/>
                </a:cubicBezTo>
                <a:cubicBezTo>
                  <a:pt x="1328834" y="3725"/>
                  <a:pt x="1492176" y="-3122"/>
                  <a:pt x="1738038" y="0"/>
                </a:cubicBezTo>
                <a:cubicBezTo>
                  <a:pt x="1983900" y="3122"/>
                  <a:pt x="2028936" y="-19400"/>
                  <a:pt x="2242315" y="0"/>
                </a:cubicBezTo>
                <a:cubicBezTo>
                  <a:pt x="2455694" y="19400"/>
                  <a:pt x="2657517" y="23058"/>
                  <a:pt x="2886669" y="0"/>
                </a:cubicBezTo>
                <a:cubicBezTo>
                  <a:pt x="2943546" y="-5937"/>
                  <a:pt x="2975446" y="39611"/>
                  <a:pt x="2971800" y="85131"/>
                </a:cubicBezTo>
                <a:cubicBezTo>
                  <a:pt x="2973975" y="231320"/>
                  <a:pt x="2955673" y="311176"/>
                  <a:pt x="2971800" y="425647"/>
                </a:cubicBezTo>
                <a:cubicBezTo>
                  <a:pt x="2976111" y="468226"/>
                  <a:pt x="2941213" y="502701"/>
                  <a:pt x="2886669" y="510778"/>
                </a:cubicBezTo>
                <a:cubicBezTo>
                  <a:pt x="2722465" y="489580"/>
                  <a:pt x="2563959" y="504809"/>
                  <a:pt x="2326361" y="510778"/>
                </a:cubicBezTo>
                <a:cubicBezTo>
                  <a:pt x="2088763" y="516747"/>
                  <a:pt x="2043330" y="512473"/>
                  <a:pt x="1794069" y="510778"/>
                </a:cubicBezTo>
                <a:cubicBezTo>
                  <a:pt x="1544808" y="509083"/>
                  <a:pt x="1389285" y="520494"/>
                  <a:pt x="1177731" y="510778"/>
                </a:cubicBezTo>
                <a:cubicBezTo>
                  <a:pt x="966177" y="501062"/>
                  <a:pt x="736901" y="504481"/>
                  <a:pt x="561392" y="510778"/>
                </a:cubicBezTo>
                <a:cubicBezTo>
                  <a:pt x="385883" y="517075"/>
                  <a:pt x="292063" y="513101"/>
                  <a:pt x="85131" y="510778"/>
                </a:cubicBezTo>
                <a:cubicBezTo>
                  <a:pt x="36948" y="516463"/>
                  <a:pt x="2020" y="474211"/>
                  <a:pt x="0" y="425647"/>
                </a:cubicBezTo>
                <a:cubicBezTo>
                  <a:pt x="-8237" y="350018"/>
                  <a:pt x="8037" y="192811"/>
                  <a:pt x="0" y="85131"/>
                </a:cubicBezTo>
                <a:close/>
              </a:path>
            </a:pathLst>
          </a:custGeom>
          <a:noFill/>
          <a:ln w="28575">
            <a:solidFill>
              <a:schemeClr val="bg1">
                <a:lumMod val="75000"/>
              </a:schemeClr>
            </a:solidFill>
            <a:prstDash val="lgDash"/>
            <a:extLst>
              <a:ext uri="{C807C97D-BFC1-408E-A445-0C87EB9F89A2}">
                <ask:lineSketchStyleProps xmlns:ask="http://schemas.microsoft.com/office/drawing/2018/sketchyshapes" sd="2081917180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algn="ctr"/>
            <a:r>
              <a:rPr lang="en-GB" sz="2400" b="1" i="1"/>
              <a:t>Data Availability</a:t>
            </a:r>
            <a:endParaRPr lang="en-GB" sz="2400" b="1" i="1">
              <a:latin typeface="Cooper Black" panose="0208090404030B020404" pitchFamily="18" charset="0"/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DAC27145-D286-1366-F330-AFDF461C74BB}"/>
              </a:ext>
            </a:extLst>
          </p:cNvPr>
          <p:cNvSpPr txBox="1">
            <a:spLocks/>
          </p:cNvSpPr>
          <p:nvPr/>
        </p:nvSpPr>
        <p:spPr>
          <a:xfrm>
            <a:off x="4853450" y="1477923"/>
            <a:ext cx="7014085" cy="2453269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7014085"/>
                      <a:gd name="csY0" fmla="*/ 0 h 2029744"/>
                      <a:gd name="csX1" fmla="*/ 584507 w 7014085"/>
                      <a:gd name="csY1" fmla="*/ 0 h 2029744"/>
                      <a:gd name="csX2" fmla="*/ 1309296 w 7014085"/>
                      <a:gd name="csY2" fmla="*/ 0 h 2029744"/>
                      <a:gd name="csX3" fmla="*/ 1753521 w 7014085"/>
                      <a:gd name="csY3" fmla="*/ 0 h 2029744"/>
                      <a:gd name="csX4" fmla="*/ 2197747 w 7014085"/>
                      <a:gd name="csY4" fmla="*/ 0 h 2029744"/>
                      <a:gd name="csX5" fmla="*/ 2782254 w 7014085"/>
                      <a:gd name="csY5" fmla="*/ 0 h 2029744"/>
                      <a:gd name="csX6" fmla="*/ 3226479 w 7014085"/>
                      <a:gd name="csY6" fmla="*/ 0 h 2029744"/>
                      <a:gd name="csX7" fmla="*/ 3951268 w 7014085"/>
                      <a:gd name="csY7" fmla="*/ 0 h 2029744"/>
                      <a:gd name="csX8" fmla="*/ 4535775 w 7014085"/>
                      <a:gd name="csY8" fmla="*/ 0 h 2029744"/>
                      <a:gd name="csX9" fmla="*/ 4909860 w 7014085"/>
                      <a:gd name="csY9" fmla="*/ 0 h 2029744"/>
                      <a:gd name="csX10" fmla="*/ 5424226 w 7014085"/>
                      <a:gd name="csY10" fmla="*/ 0 h 2029744"/>
                      <a:gd name="csX11" fmla="*/ 6008733 w 7014085"/>
                      <a:gd name="csY11" fmla="*/ 0 h 2029744"/>
                      <a:gd name="csX12" fmla="*/ 6382817 w 7014085"/>
                      <a:gd name="csY12" fmla="*/ 0 h 2029744"/>
                      <a:gd name="csX13" fmla="*/ 7014085 w 7014085"/>
                      <a:gd name="csY13" fmla="*/ 0 h 2029744"/>
                      <a:gd name="csX14" fmla="*/ 7014085 w 7014085"/>
                      <a:gd name="csY14" fmla="*/ 487139 h 2029744"/>
                      <a:gd name="csX15" fmla="*/ 7014085 w 7014085"/>
                      <a:gd name="csY15" fmla="*/ 953980 h 2029744"/>
                      <a:gd name="csX16" fmla="*/ 7014085 w 7014085"/>
                      <a:gd name="csY16" fmla="*/ 1502011 h 2029744"/>
                      <a:gd name="csX17" fmla="*/ 7014085 w 7014085"/>
                      <a:gd name="csY17" fmla="*/ 2029744 h 2029744"/>
                      <a:gd name="csX18" fmla="*/ 6289296 w 7014085"/>
                      <a:gd name="csY18" fmla="*/ 2029744 h 2029744"/>
                      <a:gd name="csX19" fmla="*/ 5564507 w 7014085"/>
                      <a:gd name="csY19" fmla="*/ 2029744 h 2029744"/>
                      <a:gd name="csX20" fmla="*/ 4839719 w 7014085"/>
                      <a:gd name="csY20" fmla="*/ 2029744 h 2029744"/>
                      <a:gd name="csX21" fmla="*/ 4395493 w 7014085"/>
                      <a:gd name="csY21" fmla="*/ 2029744 h 2029744"/>
                      <a:gd name="csX22" fmla="*/ 3670704 w 7014085"/>
                      <a:gd name="csY22" fmla="*/ 2029744 h 2029744"/>
                      <a:gd name="csX23" fmla="*/ 3086197 w 7014085"/>
                      <a:gd name="csY23" fmla="*/ 2029744 h 2029744"/>
                      <a:gd name="csX24" fmla="*/ 2361409 w 7014085"/>
                      <a:gd name="csY24" fmla="*/ 2029744 h 2029744"/>
                      <a:gd name="csX25" fmla="*/ 1847042 w 7014085"/>
                      <a:gd name="csY25" fmla="*/ 2029744 h 2029744"/>
                      <a:gd name="csX26" fmla="*/ 1262535 w 7014085"/>
                      <a:gd name="csY26" fmla="*/ 2029744 h 2029744"/>
                      <a:gd name="csX27" fmla="*/ 607887 w 7014085"/>
                      <a:gd name="csY27" fmla="*/ 2029744 h 2029744"/>
                      <a:gd name="csX28" fmla="*/ 0 w 7014085"/>
                      <a:gd name="csY28" fmla="*/ 2029744 h 2029744"/>
                      <a:gd name="csX29" fmla="*/ 0 w 7014085"/>
                      <a:gd name="csY29" fmla="*/ 1481713 h 2029744"/>
                      <a:gd name="csX30" fmla="*/ 0 w 7014085"/>
                      <a:gd name="csY30" fmla="*/ 933682 h 2029744"/>
                      <a:gd name="csX31" fmla="*/ 0 w 7014085"/>
                      <a:gd name="csY31" fmla="*/ 446544 h 2029744"/>
                      <a:gd name="csX32" fmla="*/ 0 w 7014085"/>
                      <a:gd name="csY32" fmla="*/ 0 h 202974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</a:cxnLst>
                    <a:rect l="l" t="t" r="r" b="b"/>
                    <a:pathLst>
                      <a:path w="7014085" h="2029744" fill="none" extrusionOk="0">
                        <a:moveTo>
                          <a:pt x="0" y="0"/>
                        </a:moveTo>
                        <a:cubicBezTo>
                          <a:pt x="177334" y="-61805"/>
                          <a:pt x="299850" y="47097"/>
                          <a:pt x="584507" y="0"/>
                        </a:cubicBezTo>
                        <a:cubicBezTo>
                          <a:pt x="869164" y="-47097"/>
                          <a:pt x="1099844" y="80195"/>
                          <a:pt x="1309296" y="0"/>
                        </a:cubicBezTo>
                        <a:cubicBezTo>
                          <a:pt x="1518748" y="-80195"/>
                          <a:pt x="1606019" y="20237"/>
                          <a:pt x="1753521" y="0"/>
                        </a:cubicBezTo>
                        <a:cubicBezTo>
                          <a:pt x="1901024" y="-20237"/>
                          <a:pt x="1990261" y="4434"/>
                          <a:pt x="2197747" y="0"/>
                        </a:cubicBezTo>
                        <a:cubicBezTo>
                          <a:pt x="2405233" y="-4434"/>
                          <a:pt x="2574126" y="30840"/>
                          <a:pt x="2782254" y="0"/>
                        </a:cubicBezTo>
                        <a:cubicBezTo>
                          <a:pt x="2990382" y="-30840"/>
                          <a:pt x="3066332" y="32473"/>
                          <a:pt x="3226479" y="0"/>
                        </a:cubicBezTo>
                        <a:cubicBezTo>
                          <a:pt x="3386626" y="-32473"/>
                          <a:pt x="3777805" y="79488"/>
                          <a:pt x="3951268" y="0"/>
                        </a:cubicBezTo>
                        <a:cubicBezTo>
                          <a:pt x="4124731" y="-79488"/>
                          <a:pt x="4272536" y="13722"/>
                          <a:pt x="4535775" y="0"/>
                        </a:cubicBezTo>
                        <a:cubicBezTo>
                          <a:pt x="4799014" y="-13722"/>
                          <a:pt x="4813802" y="39634"/>
                          <a:pt x="4909860" y="0"/>
                        </a:cubicBezTo>
                        <a:cubicBezTo>
                          <a:pt x="5005919" y="-39634"/>
                          <a:pt x="5314157" y="57949"/>
                          <a:pt x="5424226" y="0"/>
                        </a:cubicBezTo>
                        <a:cubicBezTo>
                          <a:pt x="5534295" y="-57949"/>
                          <a:pt x="5884434" y="29721"/>
                          <a:pt x="6008733" y="0"/>
                        </a:cubicBezTo>
                        <a:cubicBezTo>
                          <a:pt x="6133032" y="-29721"/>
                          <a:pt x="6219372" y="31441"/>
                          <a:pt x="6382817" y="0"/>
                        </a:cubicBezTo>
                        <a:cubicBezTo>
                          <a:pt x="6546262" y="-31441"/>
                          <a:pt x="6728908" y="14813"/>
                          <a:pt x="7014085" y="0"/>
                        </a:cubicBezTo>
                        <a:cubicBezTo>
                          <a:pt x="7049704" y="102695"/>
                          <a:pt x="6992050" y="279287"/>
                          <a:pt x="7014085" y="487139"/>
                        </a:cubicBezTo>
                        <a:cubicBezTo>
                          <a:pt x="7036120" y="694991"/>
                          <a:pt x="6961612" y="729969"/>
                          <a:pt x="7014085" y="953980"/>
                        </a:cubicBezTo>
                        <a:cubicBezTo>
                          <a:pt x="7066558" y="1177991"/>
                          <a:pt x="6998113" y="1272496"/>
                          <a:pt x="7014085" y="1502011"/>
                        </a:cubicBezTo>
                        <a:cubicBezTo>
                          <a:pt x="7030057" y="1731526"/>
                          <a:pt x="6951910" y="1812820"/>
                          <a:pt x="7014085" y="2029744"/>
                        </a:cubicBezTo>
                        <a:cubicBezTo>
                          <a:pt x="6758453" y="2048953"/>
                          <a:pt x="6469468" y="1969504"/>
                          <a:pt x="6289296" y="2029744"/>
                        </a:cubicBezTo>
                        <a:cubicBezTo>
                          <a:pt x="6109124" y="2089984"/>
                          <a:pt x="5791026" y="1981796"/>
                          <a:pt x="5564507" y="2029744"/>
                        </a:cubicBezTo>
                        <a:cubicBezTo>
                          <a:pt x="5337988" y="2077692"/>
                          <a:pt x="5098116" y="1959730"/>
                          <a:pt x="4839719" y="2029744"/>
                        </a:cubicBezTo>
                        <a:cubicBezTo>
                          <a:pt x="4581322" y="2099758"/>
                          <a:pt x="4484991" y="2011432"/>
                          <a:pt x="4395493" y="2029744"/>
                        </a:cubicBezTo>
                        <a:cubicBezTo>
                          <a:pt x="4305995" y="2048056"/>
                          <a:pt x="3981488" y="2018181"/>
                          <a:pt x="3670704" y="2029744"/>
                        </a:cubicBezTo>
                        <a:cubicBezTo>
                          <a:pt x="3359920" y="2041307"/>
                          <a:pt x="3226387" y="2020244"/>
                          <a:pt x="3086197" y="2029744"/>
                        </a:cubicBezTo>
                        <a:cubicBezTo>
                          <a:pt x="2946007" y="2039244"/>
                          <a:pt x="2554226" y="1961185"/>
                          <a:pt x="2361409" y="2029744"/>
                        </a:cubicBezTo>
                        <a:cubicBezTo>
                          <a:pt x="2168592" y="2098303"/>
                          <a:pt x="2051949" y="2002314"/>
                          <a:pt x="1847042" y="2029744"/>
                        </a:cubicBezTo>
                        <a:cubicBezTo>
                          <a:pt x="1642135" y="2057174"/>
                          <a:pt x="1467159" y="2011502"/>
                          <a:pt x="1262535" y="2029744"/>
                        </a:cubicBezTo>
                        <a:cubicBezTo>
                          <a:pt x="1057911" y="2047986"/>
                          <a:pt x="846338" y="2020174"/>
                          <a:pt x="607887" y="2029744"/>
                        </a:cubicBezTo>
                        <a:cubicBezTo>
                          <a:pt x="369436" y="2039314"/>
                          <a:pt x="127909" y="1991432"/>
                          <a:pt x="0" y="2029744"/>
                        </a:cubicBezTo>
                        <a:cubicBezTo>
                          <a:pt x="-45281" y="1828484"/>
                          <a:pt x="5212" y="1625128"/>
                          <a:pt x="0" y="1481713"/>
                        </a:cubicBezTo>
                        <a:cubicBezTo>
                          <a:pt x="-5212" y="1338298"/>
                          <a:pt x="31230" y="1134371"/>
                          <a:pt x="0" y="933682"/>
                        </a:cubicBezTo>
                        <a:cubicBezTo>
                          <a:pt x="-31230" y="732993"/>
                          <a:pt x="14773" y="639592"/>
                          <a:pt x="0" y="446544"/>
                        </a:cubicBezTo>
                        <a:cubicBezTo>
                          <a:pt x="-14773" y="253496"/>
                          <a:pt x="45670" y="111939"/>
                          <a:pt x="0" y="0"/>
                        </a:cubicBezTo>
                        <a:close/>
                      </a:path>
                      <a:path w="7014085" h="2029744" stroke="0" extrusionOk="0">
                        <a:moveTo>
                          <a:pt x="0" y="0"/>
                        </a:moveTo>
                        <a:cubicBezTo>
                          <a:pt x="158793" y="-38174"/>
                          <a:pt x="354992" y="23131"/>
                          <a:pt x="514366" y="0"/>
                        </a:cubicBezTo>
                        <a:cubicBezTo>
                          <a:pt x="673740" y="-23131"/>
                          <a:pt x="915183" y="38586"/>
                          <a:pt x="1098873" y="0"/>
                        </a:cubicBezTo>
                        <a:cubicBezTo>
                          <a:pt x="1282563" y="-38586"/>
                          <a:pt x="1500616" y="57464"/>
                          <a:pt x="1613240" y="0"/>
                        </a:cubicBezTo>
                        <a:cubicBezTo>
                          <a:pt x="1725864" y="-57464"/>
                          <a:pt x="1942447" y="78449"/>
                          <a:pt x="2267887" y="0"/>
                        </a:cubicBezTo>
                        <a:cubicBezTo>
                          <a:pt x="2593327" y="-78449"/>
                          <a:pt x="2545436" y="13412"/>
                          <a:pt x="2641972" y="0"/>
                        </a:cubicBezTo>
                        <a:cubicBezTo>
                          <a:pt x="2738508" y="-13412"/>
                          <a:pt x="3135432" y="38879"/>
                          <a:pt x="3366761" y="0"/>
                        </a:cubicBezTo>
                        <a:cubicBezTo>
                          <a:pt x="3598090" y="-38879"/>
                          <a:pt x="3665675" y="22328"/>
                          <a:pt x="3810986" y="0"/>
                        </a:cubicBezTo>
                        <a:cubicBezTo>
                          <a:pt x="3956298" y="-22328"/>
                          <a:pt x="4094946" y="11180"/>
                          <a:pt x="4185071" y="0"/>
                        </a:cubicBezTo>
                        <a:cubicBezTo>
                          <a:pt x="4275196" y="-11180"/>
                          <a:pt x="4417708" y="22024"/>
                          <a:pt x="4559155" y="0"/>
                        </a:cubicBezTo>
                        <a:cubicBezTo>
                          <a:pt x="4700602" y="-22024"/>
                          <a:pt x="5081613" y="54814"/>
                          <a:pt x="5213803" y="0"/>
                        </a:cubicBezTo>
                        <a:cubicBezTo>
                          <a:pt x="5345993" y="-54814"/>
                          <a:pt x="5613745" y="5176"/>
                          <a:pt x="5868451" y="0"/>
                        </a:cubicBezTo>
                        <a:cubicBezTo>
                          <a:pt x="6123157" y="-5176"/>
                          <a:pt x="6274618" y="41738"/>
                          <a:pt x="6452958" y="0"/>
                        </a:cubicBezTo>
                        <a:cubicBezTo>
                          <a:pt x="6631298" y="-41738"/>
                          <a:pt x="6841500" y="47332"/>
                          <a:pt x="7014085" y="0"/>
                        </a:cubicBezTo>
                        <a:cubicBezTo>
                          <a:pt x="7031867" y="129073"/>
                          <a:pt x="6967280" y="274415"/>
                          <a:pt x="7014085" y="466841"/>
                        </a:cubicBezTo>
                        <a:cubicBezTo>
                          <a:pt x="7060890" y="659267"/>
                          <a:pt x="7010367" y="761340"/>
                          <a:pt x="7014085" y="933682"/>
                        </a:cubicBezTo>
                        <a:cubicBezTo>
                          <a:pt x="7017803" y="1106024"/>
                          <a:pt x="6998754" y="1228269"/>
                          <a:pt x="7014085" y="1380226"/>
                        </a:cubicBezTo>
                        <a:cubicBezTo>
                          <a:pt x="7029416" y="1532183"/>
                          <a:pt x="6983059" y="1784472"/>
                          <a:pt x="7014085" y="2029744"/>
                        </a:cubicBezTo>
                        <a:cubicBezTo>
                          <a:pt x="6704640" y="2084261"/>
                          <a:pt x="6555500" y="2019015"/>
                          <a:pt x="6359437" y="2029744"/>
                        </a:cubicBezTo>
                        <a:cubicBezTo>
                          <a:pt x="6163374" y="2040473"/>
                          <a:pt x="5856292" y="2023619"/>
                          <a:pt x="5634648" y="2029744"/>
                        </a:cubicBezTo>
                        <a:cubicBezTo>
                          <a:pt x="5413004" y="2035869"/>
                          <a:pt x="5245229" y="1961002"/>
                          <a:pt x="4909860" y="2029744"/>
                        </a:cubicBezTo>
                        <a:cubicBezTo>
                          <a:pt x="4574491" y="2098486"/>
                          <a:pt x="4512588" y="1994043"/>
                          <a:pt x="4395493" y="2029744"/>
                        </a:cubicBezTo>
                        <a:cubicBezTo>
                          <a:pt x="4278398" y="2065445"/>
                          <a:pt x="3874855" y="2025997"/>
                          <a:pt x="3740845" y="2029744"/>
                        </a:cubicBezTo>
                        <a:cubicBezTo>
                          <a:pt x="3606835" y="2033491"/>
                          <a:pt x="3337059" y="2022572"/>
                          <a:pt x="3086197" y="2029744"/>
                        </a:cubicBezTo>
                        <a:cubicBezTo>
                          <a:pt x="2835335" y="2036916"/>
                          <a:pt x="2768483" y="1977793"/>
                          <a:pt x="2501690" y="2029744"/>
                        </a:cubicBezTo>
                        <a:cubicBezTo>
                          <a:pt x="2234897" y="2081695"/>
                          <a:pt x="2111876" y="2002083"/>
                          <a:pt x="1987324" y="2029744"/>
                        </a:cubicBezTo>
                        <a:cubicBezTo>
                          <a:pt x="1862772" y="2057405"/>
                          <a:pt x="1748316" y="2020733"/>
                          <a:pt x="1543099" y="2029744"/>
                        </a:cubicBezTo>
                        <a:cubicBezTo>
                          <a:pt x="1337883" y="2038755"/>
                          <a:pt x="1277169" y="2000520"/>
                          <a:pt x="1169014" y="2029744"/>
                        </a:cubicBezTo>
                        <a:cubicBezTo>
                          <a:pt x="1060859" y="2058968"/>
                          <a:pt x="472032" y="2008236"/>
                          <a:pt x="0" y="2029744"/>
                        </a:cubicBezTo>
                        <a:cubicBezTo>
                          <a:pt x="-50663" y="1818887"/>
                          <a:pt x="35378" y="1802440"/>
                          <a:pt x="0" y="1583200"/>
                        </a:cubicBezTo>
                        <a:cubicBezTo>
                          <a:pt x="-35378" y="1363960"/>
                          <a:pt x="48303" y="1235505"/>
                          <a:pt x="0" y="1075764"/>
                        </a:cubicBezTo>
                        <a:cubicBezTo>
                          <a:pt x="-48303" y="916023"/>
                          <a:pt x="10717" y="780571"/>
                          <a:pt x="0" y="568328"/>
                        </a:cubicBezTo>
                        <a:cubicBezTo>
                          <a:pt x="-10717" y="356085"/>
                          <a:pt x="49503" y="19168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0" i="1" cap="none"/>
              <a:t>Business inputs such as stakeholder needs, feature requests, constraints, and interview notes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0" i="1" cap="none"/>
              <a:t>Domain documents, workflow descriptions, and business rules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0" i="1" cap="none"/>
              <a:t>Prepared case scenarios for testing the component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0" i="1" cap="none"/>
              <a:t>Public or authorized materials used as requirement and domain references</a:t>
            </a:r>
            <a:endParaRPr lang="en-GB" sz="2000" b="0" i="1" cap="none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ECB8C4-13F4-1687-26BA-507A45881B1B}"/>
              </a:ext>
            </a:extLst>
          </p:cNvPr>
          <p:cNvSpPr txBox="1"/>
          <p:nvPr/>
        </p:nvSpPr>
        <p:spPr>
          <a:xfrm>
            <a:off x="1180854" y="183482"/>
            <a:ext cx="8686800" cy="95410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GB" sz="2800" i="1"/>
              <a:t>Requirements Bot, Domain Agents &amp; Orchestrator : Business Needs-to-SRS Generation</a:t>
            </a:r>
            <a:endParaRPr lang="en-GB" sz="2800" i="1">
              <a:solidFill>
                <a:srgbClr val="002060"/>
              </a:solidFill>
            </a:endParaRPr>
          </a:p>
        </p:txBody>
      </p:sp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D3CE7C60-DC3D-5815-1BD3-0C9ACE80658E}"/>
              </a:ext>
            </a:extLst>
          </p:cNvPr>
          <p:cNvCxnSpPr>
            <a:cxnSpLocks/>
          </p:cNvCxnSpPr>
          <p:nvPr/>
        </p:nvCxnSpPr>
        <p:spPr>
          <a:xfrm>
            <a:off x="3705534" y="1970861"/>
            <a:ext cx="1147916" cy="428210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7000972-C263-7C21-9EFC-E42CF29DFE47}"/>
              </a:ext>
            </a:extLst>
          </p:cNvPr>
          <p:cNvSpPr txBox="1"/>
          <p:nvPr/>
        </p:nvSpPr>
        <p:spPr>
          <a:xfrm rot="10800000" flipV="1">
            <a:off x="8828662" y="4190115"/>
            <a:ext cx="3038873" cy="919401"/>
          </a:xfrm>
          <a:custGeom>
            <a:avLst/>
            <a:gdLst>
              <a:gd name="csX0" fmla="*/ 0 w 3038873"/>
              <a:gd name="csY0" fmla="*/ 153237 h 919401"/>
              <a:gd name="csX1" fmla="*/ 153237 w 3038873"/>
              <a:gd name="csY1" fmla="*/ 0 h 919401"/>
              <a:gd name="csX2" fmla="*/ 836337 w 3038873"/>
              <a:gd name="csY2" fmla="*/ 0 h 919401"/>
              <a:gd name="csX3" fmla="*/ 1437465 w 3038873"/>
              <a:gd name="csY3" fmla="*/ 0 h 919401"/>
              <a:gd name="csX4" fmla="*/ 2175212 w 3038873"/>
              <a:gd name="csY4" fmla="*/ 0 h 919401"/>
              <a:gd name="csX5" fmla="*/ 2885636 w 3038873"/>
              <a:gd name="csY5" fmla="*/ 0 h 919401"/>
              <a:gd name="csX6" fmla="*/ 3038873 w 3038873"/>
              <a:gd name="csY6" fmla="*/ 153237 h 919401"/>
              <a:gd name="csX7" fmla="*/ 3038873 w 3038873"/>
              <a:gd name="csY7" fmla="*/ 766164 h 919401"/>
              <a:gd name="csX8" fmla="*/ 2885636 w 3038873"/>
              <a:gd name="csY8" fmla="*/ 919401 h 919401"/>
              <a:gd name="csX9" fmla="*/ 2147888 w 3038873"/>
              <a:gd name="csY9" fmla="*/ 919401 h 919401"/>
              <a:gd name="csX10" fmla="*/ 1492113 w 3038873"/>
              <a:gd name="csY10" fmla="*/ 919401 h 919401"/>
              <a:gd name="csX11" fmla="*/ 836337 w 3038873"/>
              <a:gd name="csY11" fmla="*/ 919401 h 919401"/>
              <a:gd name="csX12" fmla="*/ 153237 w 3038873"/>
              <a:gd name="csY12" fmla="*/ 919401 h 919401"/>
              <a:gd name="csX13" fmla="*/ 0 w 3038873"/>
              <a:gd name="csY13" fmla="*/ 766164 h 919401"/>
              <a:gd name="csX14" fmla="*/ 0 w 3038873"/>
              <a:gd name="csY14" fmla="*/ 153237 h 9194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038873" h="919401" extrusionOk="0">
                <a:moveTo>
                  <a:pt x="0" y="153237"/>
                </a:moveTo>
                <a:cubicBezTo>
                  <a:pt x="13219" y="69036"/>
                  <a:pt x="78263" y="12055"/>
                  <a:pt x="153237" y="0"/>
                </a:cubicBezTo>
                <a:cubicBezTo>
                  <a:pt x="462903" y="20231"/>
                  <a:pt x="619276" y="3055"/>
                  <a:pt x="836337" y="0"/>
                </a:cubicBezTo>
                <a:cubicBezTo>
                  <a:pt x="1053398" y="-3055"/>
                  <a:pt x="1298674" y="-27483"/>
                  <a:pt x="1437465" y="0"/>
                </a:cubicBezTo>
                <a:cubicBezTo>
                  <a:pt x="1576256" y="27483"/>
                  <a:pt x="1869831" y="8102"/>
                  <a:pt x="2175212" y="0"/>
                </a:cubicBezTo>
                <a:cubicBezTo>
                  <a:pt x="2480593" y="-8102"/>
                  <a:pt x="2672688" y="4550"/>
                  <a:pt x="2885636" y="0"/>
                </a:cubicBezTo>
                <a:cubicBezTo>
                  <a:pt x="2966187" y="-2322"/>
                  <a:pt x="3039081" y="64223"/>
                  <a:pt x="3038873" y="153237"/>
                </a:cubicBezTo>
                <a:cubicBezTo>
                  <a:pt x="3025661" y="398653"/>
                  <a:pt x="3058907" y="488253"/>
                  <a:pt x="3038873" y="766164"/>
                </a:cubicBezTo>
                <a:cubicBezTo>
                  <a:pt x="3051369" y="836756"/>
                  <a:pt x="2955532" y="926892"/>
                  <a:pt x="2885636" y="919401"/>
                </a:cubicBezTo>
                <a:cubicBezTo>
                  <a:pt x="2603608" y="949621"/>
                  <a:pt x="2456758" y="933251"/>
                  <a:pt x="2147888" y="919401"/>
                </a:cubicBezTo>
                <a:cubicBezTo>
                  <a:pt x="1839018" y="905551"/>
                  <a:pt x="1818488" y="903307"/>
                  <a:pt x="1492113" y="919401"/>
                </a:cubicBezTo>
                <a:cubicBezTo>
                  <a:pt x="1165739" y="935495"/>
                  <a:pt x="1044041" y="930357"/>
                  <a:pt x="836337" y="919401"/>
                </a:cubicBezTo>
                <a:cubicBezTo>
                  <a:pt x="628633" y="908445"/>
                  <a:pt x="421865" y="922269"/>
                  <a:pt x="153237" y="919401"/>
                </a:cubicBezTo>
                <a:cubicBezTo>
                  <a:pt x="76396" y="924949"/>
                  <a:pt x="7212" y="856333"/>
                  <a:pt x="0" y="766164"/>
                </a:cubicBezTo>
                <a:cubicBezTo>
                  <a:pt x="-9205" y="567123"/>
                  <a:pt x="-13992" y="382483"/>
                  <a:pt x="0" y="153237"/>
                </a:cubicBezTo>
                <a:close/>
              </a:path>
            </a:pathLst>
          </a:custGeom>
          <a:noFill/>
          <a:ln w="28575">
            <a:solidFill>
              <a:schemeClr val="bg1">
                <a:lumMod val="75000"/>
              </a:schemeClr>
            </a:solidFill>
            <a:prstDash val="lgDash"/>
            <a:extLst>
              <a:ext uri="{C807C97D-BFC1-408E-A445-0C87EB9F89A2}">
                <ask:lineSketchStyleProps xmlns:ask="http://schemas.microsoft.com/office/drawing/2018/sketchyshapes" sd="2081917180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algn="ctr"/>
            <a:r>
              <a:rPr lang="en-GB" sz="2400" b="1" i="1"/>
              <a:t>Security and Ethical Clearance</a:t>
            </a:r>
            <a:endParaRPr lang="en-GB" sz="2400" b="1" i="1">
              <a:latin typeface="Cooper Black" panose="0208090404030B020404" pitchFamily="18" charset="0"/>
            </a:endParaRPr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1C83AE0B-3AE1-9F15-A8B8-4516E3CB318A}"/>
              </a:ext>
            </a:extLst>
          </p:cNvPr>
          <p:cNvSpPr txBox="1">
            <a:spLocks/>
          </p:cNvSpPr>
          <p:nvPr/>
        </p:nvSpPr>
        <p:spPr>
          <a:xfrm>
            <a:off x="555832" y="4089937"/>
            <a:ext cx="7447319" cy="2029744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7447319"/>
                      <a:gd name="csY0" fmla="*/ 0 h 2029744"/>
                      <a:gd name="csX1" fmla="*/ 647344 w 7447319"/>
                      <a:gd name="csY1" fmla="*/ 0 h 2029744"/>
                      <a:gd name="csX2" fmla="*/ 1220215 w 7447319"/>
                      <a:gd name="csY2" fmla="*/ 0 h 2029744"/>
                      <a:gd name="csX3" fmla="*/ 1644139 w 7447319"/>
                      <a:gd name="csY3" fmla="*/ 0 h 2029744"/>
                      <a:gd name="csX4" fmla="*/ 2365956 w 7447319"/>
                      <a:gd name="csY4" fmla="*/ 0 h 2029744"/>
                      <a:gd name="csX5" fmla="*/ 2938827 w 7447319"/>
                      <a:gd name="csY5" fmla="*/ 0 h 2029744"/>
                      <a:gd name="csX6" fmla="*/ 3288278 w 7447319"/>
                      <a:gd name="csY6" fmla="*/ 0 h 2029744"/>
                      <a:gd name="csX7" fmla="*/ 3786675 w 7447319"/>
                      <a:gd name="csY7" fmla="*/ 0 h 2029744"/>
                      <a:gd name="csX8" fmla="*/ 4359546 w 7447319"/>
                      <a:gd name="csY8" fmla="*/ 0 h 2029744"/>
                      <a:gd name="csX9" fmla="*/ 4708997 w 7447319"/>
                      <a:gd name="csY9" fmla="*/ 0 h 2029744"/>
                      <a:gd name="csX10" fmla="*/ 5281868 w 7447319"/>
                      <a:gd name="csY10" fmla="*/ 0 h 2029744"/>
                      <a:gd name="csX11" fmla="*/ 5780265 w 7447319"/>
                      <a:gd name="csY11" fmla="*/ 0 h 2029744"/>
                      <a:gd name="csX12" fmla="*/ 6353136 w 7447319"/>
                      <a:gd name="csY12" fmla="*/ 0 h 2029744"/>
                      <a:gd name="csX13" fmla="*/ 6702587 w 7447319"/>
                      <a:gd name="csY13" fmla="*/ 0 h 2029744"/>
                      <a:gd name="csX14" fmla="*/ 7447319 w 7447319"/>
                      <a:gd name="csY14" fmla="*/ 0 h 2029744"/>
                      <a:gd name="csX15" fmla="*/ 7447319 w 7447319"/>
                      <a:gd name="csY15" fmla="*/ 466841 h 2029744"/>
                      <a:gd name="csX16" fmla="*/ 7447319 w 7447319"/>
                      <a:gd name="csY16" fmla="*/ 933682 h 2029744"/>
                      <a:gd name="csX17" fmla="*/ 7447319 w 7447319"/>
                      <a:gd name="csY17" fmla="*/ 1461416 h 2029744"/>
                      <a:gd name="csX18" fmla="*/ 7447319 w 7447319"/>
                      <a:gd name="csY18" fmla="*/ 2029744 h 2029744"/>
                      <a:gd name="csX19" fmla="*/ 6948921 w 7447319"/>
                      <a:gd name="csY19" fmla="*/ 2029744 h 2029744"/>
                      <a:gd name="csX20" fmla="*/ 6376051 w 7447319"/>
                      <a:gd name="csY20" fmla="*/ 2029744 h 2029744"/>
                      <a:gd name="csX21" fmla="*/ 5654234 w 7447319"/>
                      <a:gd name="csY21" fmla="*/ 2029744 h 2029744"/>
                      <a:gd name="csX22" fmla="*/ 5155836 w 7447319"/>
                      <a:gd name="csY22" fmla="*/ 2029744 h 2029744"/>
                      <a:gd name="csX23" fmla="*/ 4582966 w 7447319"/>
                      <a:gd name="csY23" fmla="*/ 2029744 h 2029744"/>
                      <a:gd name="csX24" fmla="*/ 3935622 w 7447319"/>
                      <a:gd name="csY24" fmla="*/ 2029744 h 2029744"/>
                      <a:gd name="csX25" fmla="*/ 3437224 w 7447319"/>
                      <a:gd name="csY25" fmla="*/ 2029744 h 2029744"/>
                      <a:gd name="csX26" fmla="*/ 2715407 w 7447319"/>
                      <a:gd name="csY26" fmla="*/ 2029744 h 2029744"/>
                      <a:gd name="csX27" fmla="*/ 2217010 w 7447319"/>
                      <a:gd name="csY27" fmla="*/ 2029744 h 2029744"/>
                      <a:gd name="csX28" fmla="*/ 1793085 w 7447319"/>
                      <a:gd name="csY28" fmla="*/ 2029744 h 2029744"/>
                      <a:gd name="csX29" fmla="*/ 1294688 w 7447319"/>
                      <a:gd name="csY29" fmla="*/ 2029744 h 2029744"/>
                      <a:gd name="csX30" fmla="*/ 870763 w 7447319"/>
                      <a:gd name="csY30" fmla="*/ 2029744 h 2029744"/>
                      <a:gd name="csX31" fmla="*/ 521312 w 7447319"/>
                      <a:gd name="csY31" fmla="*/ 2029744 h 2029744"/>
                      <a:gd name="csX32" fmla="*/ 0 w 7447319"/>
                      <a:gd name="csY32" fmla="*/ 2029744 h 2029744"/>
                      <a:gd name="csX33" fmla="*/ 0 w 7447319"/>
                      <a:gd name="csY33" fmla="*/ 1481713 h 2029744"/>
                      <a:gd name="csX34" fmla="*/ 0 w 7447319"/>
                      <a:gd name="csY34" fmla="*/ 1035169 h 2029744"/>
                      <a:gd name="csX35" fmla="*/ 0 w 7447319"/>
                      <a:gd name="csY35" fmla="*/ 487139 h 2029744"/>
                      <a:gd name="csX36" fmla="*/ 0 w 7447319"/>
                      <a:gd name="csY36" fmla="*/ 0 h 202974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</a:cxnLst>
                    <a:rect l="l" t="t" r="r" b="b"/>
                    <a:pathLst>
                      <a:path w="7447319" h="2029744" fill="none" extrusionOk="0">
                        <a:moveTo>
                          <a:pt x="0" y="0"/>
                        </a:moveTo>
                        <a:cubicBezTo>
                          <a:pt x="291336" y="-6632"/>
                          <a:pt x="475550" y="20952"/>
                          <a:pt x="647344" y="0"/>
                        </a:cubicBezTo>
                        <a:cubicBezTo>
                          <a:pt x="819138" y="-20952"/>
                          <a:pt x="1038207" y="2685"/>
                          <a:pt x="1220215" y="0"/>
                        </a:cubicBezTo>
                        <a:cubicBezTo>
                          <a:pt x="1402223" y="-2685"/>
                          <a:pt x="1498546" y="50065"/>
                          <a:pt x="1644139" y="0"/>
                        </a:cubicBezTo>
                        <a:cubicBezTo>
                          <a:pt x="1789732" y="-50065"/>
                          <a:pt x="2152084" y="62341"/>
                          <a:pt x="2365956" y="0"/>
                        </a:cubicBezTo>
                        <a:cubicBezTo>
                          <a:pt x="2579828" y="-62341"/>
                          <a:pt x="2762891" y="50679"/>
                          <a:pt x="2938827" y="0"/>
                        </a:cubicBezTo>
                        <a:cubicBezTo>
                          <a:pt x="3114763" y="-50679"/>
                          <a:pt x="3178555" y="34150"/>
                          <a:pt x="3288278" y="0"/>
                        </a:cubicBezTo>
                        <a:cubicBezTo>
                          <a:pt x="3398001" y="-34150"/>
                          <a:pt x="3563134" y="17278"/>
                          <a:pt x="3786675" y="0"/>
                        </a:cubicBezTo>
                        <a:cubicBezTo>
                          <a:pt x="4010216" y="-17278"/>
                          <a:pt x="4159797" y="39465"/>
                          <a:pt x="4359546" y="0"/>
                        </a:cubicBezTo>
                        <a:cubicBezTo>
                          <a:pt x="4559295" y="-39465"/>
                          <a:pt x="4582402" y="20532"/>
                          <a:pt x="4708997" y="0"/>
                        </a:cubicBezTo>
                        <a:cubicBezTo>
                          <a:pt x="4835592" y="-20532"/>
                          <a:pt x="5008297" y="3756"/>
                          <a:pt x="5281868" y="0"/>
                        </a:cubicBezTo>
                        <a:cubicBezTo>
                          <a:pt x="5555439" y="-3756"/>
                          <a:pt x="5637263" y="9838"/>
                          <a:pt x="5780265" y="0"/>
                        </a:cubicBezTo>
                        <a:cubicBezTo>
                          <a:pt x="5923267" y="-9838"/>
                          <a:pt x="6173688" y="40140"/>
                          <a:pt x="6353136" y="0"/>
                        </a:cubicBezTo>
                        <a:cubicBezTo>
                          <a:pt x="6532584" y="-40140"/>
                          <a:pt x="6618125" y="28519"/>
                          <a:pt x="6702587" y="0"/>
                        </a:cubicBezTo>
                        <a:cubicBezTo>
                          <a:pt x="6787049" y="-28519"/>
                          <a:pt x="7241974" y="43564"/>
                          <a:pt x="7447319" y="0"/>
                        </a:cubicBezTo>
                        <a:cubicBezTo>
                          <a:pt x="7454168" y="161071"/>
                          <a:pt x="7420983" y="362412"/>
                          <a:pt x="7447319" y="466841"/>
                        </a:cubicBezTo>
                        <a:cubicBezTo>
                          <a:pt x="7473655" y="571270"/>
                          <a:pt x="7441667" y="801998"/>
                          <a:pt x="7447319" y="933682"/>
                        </a:cubicBezTo>
                        <a:cubicBezTo>
                          <a:pt x="7452971" y="1065366"/>
                          <a:pt x="7438926" y="1326116"/>
                          <a:pt x="7447319" y="1461416"/>
                        </a:cubicBezTo>
                        <a:cubicBezTo>
                          <a:pt x="7455712" y="1596716"/>
                          <a:pt x="7381999" y="1881868"/>
                          <a:pt x="7447319" y="2029744"/>
                        </a:cubicBezTo>
                        <a:cubicBezTo>
                          <a:pt x="7298372" y="2044628"/>
                          <a:pt x="7115617" y="1970723"/>
                          <a:pt x="6948921" y="2029744"/>
                        </a:cubicBezTo>
                        <a:cubicBezTo>
                          <a:pt x="6782225" y="2088765"/>
                          <a:pt x="6640228" y="1975501"/>
                          <a:pt x="6376051" y="2029744"/>
                        </a:cubicBezTo>
                        <a:cubicBezTo>
                          <a:pt x="6111874" y="2083987"/>
                          <a:pt x="5804986" y="1997547"/>
                          <a:pt x="5654234" y="2029744"/>
                        </a:cubicBezTo>
                        <a:cubicBezTo>
                          <a:pt x="5503482" y="2061941"/>
                          <a:pt x="5257467" y="1971595"/>
                          <a:pt x="5155836" y="2029744"/>
                        </a:cubicBezTo>
                        <a:cubicBezTo>
                          <a:pt x="5054205" y="2087893"/>
                          <a:pt x="4729144" y="1994010"/>
                          <a:pt x="4582966" y="2029744"/>
                        </a:cubicBezTo>
                        <a:cubicBezTo>
                          <a:pt x="4436788" y="2065478"/>
                          <a:pt x="4086667" y="2026771"/>
                          <a:pt x="3935622" y="2029744"/>
                        </a:cubicBezTo>
                        <a:cubicBezTo>
                          <a:pt x="3784577" y="2032717"/>
                          <a:pt x="3654943" y="2019274"/>
                          <a:pt x="3437224" y="2029744"/>
                        </a:cubicBezTo>
                        <a:cubicBezTo>
                          <a:pt x="3219505" y="2040214"/>
                          <a:pt x="2979572" y="1961918"/>
                          <a:pt x="2715407" y="2029744"/>
                        </a:cubicBezTo>
                        <a:cubicBezTo>
                          <a:pt x="2451242" y="2097570"/>
                          <a:pt x="2346283" y="1971246"/>
                          <a:pt x="2217010" y="2029744"/>
                        </a:cubicBezTo>
                        <a:cubicBezTo>
                          <a:pt x="2087737" y="2088242"/>
                          <a:pt x="1948211" y="2026157"/>
                          <a:pt x="1793085" y="2029744"/>
                        </a:cubicBezTo>
                        <a:cubicBezTo>
                          <a:pt x="1637959" y="2033331"/>
                          <a:pt x="1419756" y="1992340"/>
                          <a:pt x="1294688" y="2029744"/>
                        </a:cubicBezTo>
                        <a:cubicBezTo>
                          <a:pt x="1169620" y="2067148"/>
                          <a:pt x="1060861" y="1987200"/>
                          <a:pt x="870763" y="2029744"/>
                        </a:cubicBezTo>
                        <a:cubicBezTo>
                          <a:pt x="680666" y="2072288"/>
                          <a:pt x="670418" y="2028087"/>
                          <a:pt x="521312" y="2029744"/>
                        </a:cubicBezTo>
                        <a:cubicBezTo>
                          <a:pt x="372206" y="2031401"/>
                          <a:pt x="126904" y="2004615"/>
                          <a:pt x="0" y="2029744"/>
                        </a:cubicBezTo>
                        <a:cubicBezTo>
                          <a:pt x="-3260" y="1777037"/>
                          <a:pt x="48746" y="1663831"/>
                          <a:pt x="0" y="1481713"/>
                        </a:cubicBezTo>
                        <a:cubicBezTo>
                          <a:pt x="-48746" y="1299595"/>
                          <a:pt x="40021" y="1245140"/>
                          <a:pt x="0" y="1035169"/>
                        </a:cubicBezTo>
                        <a:cubicBezTo>
                          <a:pt x="-40021" y="825198"/>
                          <a:pt x="42979" y="701454"/>
                          <a:pt x="0" y="487139"/>
                        </a:cubicBezTo>
                        <a:cubicBezTo>
                          <a:pt x="-42979" y="272824"/>
                          <a:pt x="7808" y="217285"/>
                          <a:pt x="0" y="0"/>
                        </a:cubicBezTo>
                        <a:close/>
                      </a:path>
                      <a:path w="7447319" h="2029744" stroke="0" extrusionOk="0">
                        <a:moveTo>
                          <a:pt x="0" y="0"/>
                        </a:moveTo>
                        <a:cubicBezTo>
                          <a:pt x="121393" y="-14150"/>
                          <a:pt x="278860" y="30382"/>
                          <a:pt x="498398" y="0"/>
                        </a:cubicBezTo>
                        <a:cubicBezTo>
                          <a:pt x="717936" y="-30382"/>
                          <a:pt x="880202" y="7417"/>
                          <a:pt x="1071268" y="0"/>
                        </a:cubicBezTo>
                        <a:cubicBezTo>
                          <a:pt x="1262334" y="-7417"/>
                          <a:pt x="1455135" y="54370"/>
                          <a:pt x="1569666" y="0"/>
                        </a:cubicBezTo>
                        <a:cubicBezTo>
                          <a:pt x="1684197" y="-54370"/>
                          <a:pt x="1937159" y="15375"/>
                          <a:pt x="2217010" y="0"/>
                        </a:cubicBezTo>
                        <a:cubicBezTo>
                          <a:pt x="2496861" y="-15375"/>
                          <a:pt x="2446391" y="4040"/>
                          <a:pt x="2566461" y="0"/>
                        </a:cubicBezTo>
                        <a:cubicBezTo>
                          <a:pt x="2686531" y="-4040"/>
                          <a:pt x="3076175" y="18826"/>
                          <a:pt x="3288278" y="0"/>
                        </a:cubicBezTo>
                        <a:cubicBezTo>
                          <a:pt x="3500381" y="-18826"/>
                          <a:pt x="3530859" y="44171"/>
                          <a:pt x="3712202" y="0"/>
                        </a:cubicBezTo>
                        <a:cubicBezTo>
                          <a:pt x="3893545" y="-44171"/>
                          <a:pt x="3923020" y="30227"/>
                          <a:pt x="4061653" y="0"/>
                        </a:cubicBezTo>
                        <a:cubicBezTo>
                          <a:pt x="4200286" y="-30227"/>
                          <a:pt x="4264111" y="28089"/>
                          <a:pt x="4411104" y="0"/>
                        </a:cubicBezTo>
                        <a:cubicBezTo>
                          <a:pt x="4558097" y="-28089"/>
                          <a:pt x="4783576" y="44921"/>
                          <a:pt x="5058448" y="0"/>
                        </a:cubicBezTo>
                        <a:cubicBezTo>
                          <a:pt x="5333320" y="-44921"/>
                          <a:pt x="5451511" y="62785"/>
                          <a:pt x="5705792" y="0"/>
                        </a:cubicBezTo>
                        <a:cubicBezTo>
                          <a:pt x="5960073" y="-62785"/>
                          <a:pt x="5994977" y="9720"/>
                          <a:pt x="6278663" y="0"/>
                        </a:cubicBezTo>
                        <a:cubicBezTo>
                          <a:pt x="6562349" y="-9720"/>
                          <a:pt x="6549129" y="34675"/>
                          <a:pt x="6702587" y="0"/>
                        </a:cubicBezTo>
                        <a:cubicBezTo>
                          <a:pt x="6856045" y="-34675"/>
                          <a:pt x="7104378" y="59990"/>
                          <a:pt x="7447319" y="0"/>
                        </a:cubicBezTo>
                        <a:cubicBezTo>
                          <a:pt x="7505662" y="107457"/>
                          <a:pt x="7439108" y="372464"/>
                          <a:pt x="7447319" y="527733"/>
                        </a:cubicBezTo>
                        <a:cubicBezTo>
                          <a:pt x="7455530" y="683002"/>
                          <a:pt x="7431988" y="822320"/>
                          <a:pt x="7447319" y="974277"/>
                        </a:cubicBezTo>
                        <a:cubicBezTo>
                          <a:pt x="7462650" y="1126234"/>
                          <a:pt x="7399531" y="1264478"/>
                          <a:pt x="7447319" y="1481713"/>
                        </a:cubicBezTo>
                        <a:cubicBezTo>
                          <a:pt x="7495107" y="1698948"/>
                          <a:pt x="7391779" y="1795206"/>
                          <a:pt x="7447319" y="2029744"/>
                        </a:cubicBezTo>
                        <a:cubicBezTo>
                          <a:pt x="7199117" y="2090990"/>
                          <a:pt x="6943489" y="1974853"/>
                          <a:pt x="6799975" y="2029744"/>
                        </a:cubicBezTo>
                        <a:cubicBezTo>
                          <a:pt x="6656461" y="2084635"/>
                          <a:pt x="6372999" y="1996195"/>
                          <a:pt x="6078158" y="2029744"/>
                        </a:cubicBezTo>
                        <a:cubicBezTo>
                          <a:pt x="5783317" y="2063293"/>
                          <a:pt x="5784470" y="2011599"/>
                          <a:pt x="5579761" y="2029744"/>
                        </a:cubicBezTo>
                        <a:cubicBezTo>
                          <a:pt x="5375052" y="2047889"/>
                          <a:pt x="5229512" y="1969754"/>
                          <a:pt x="4932417" y="2029744"/>
                        </a:cubicBezTo>
                        <a:cubicBezTo>
                          <a:pt x="4635322" y="2089734"/>
                          <a:pt x="4474140" y="1956416"/>
                          <a:pt x="4285073" y="2029744"/>
                        </a:cubicBezTo>
                        <a:cubicBezTo>
                          <a:pt x="4096006" y="2103072"/>
                          <a:pt x="3905349" y="1986544"/>
                          <a:pt x="3712202" y="2029744"/>
                        </a:cubicBezTo>
                        <a:cubicBezTo>
                          <a:pt x="3519055" y="2072944"/>
                          <a:pt x="3392785" y="1988820"/>
                          <a:pt x="3213805" y="2029744"/>
                        </a:cubicBezTo>
                        <a:cubicBezTo>
                          <a:pt x="3034825" y="2070668"/>
                          <a:pt x="2879045" y="2021702"/>
                          <a:pt x="2789880" y="2029744"/>
                        </a:cubicBezTo>
                        <a:cubicBezTo>
                          <a:pt x="2700716" y="2037786"/>
                          <a:pt x="2544472" y="2010460"/>
                          <a:pt x="2440429" y="2029744"/>
                        </a:cubicBezTo>
                        <a:cubicBezTo>
                          <a:pt x="2336386" y="2049028"/>
                          <a:pt x="2075363" y="2008444"/>
                          <a:pt x="1718612" y="2029744"/>
                        </a:cubicBezTo>
                        <a:cubicBezTo>
                          <a:pt x="1361861" y="2051044"/>
                          <a:pt x="1504689" y="1997647"/>
                          <a:pt x="1369161" y="2029744"/>
                        </a:cubicBezTo>
                        <a:cubicBezTo>
                          <a:pt x="1233633" y="2061841"/>
                          <a:pt x="903488" y="1972300"/>
                          <a:pt x="721817" y="2029744"/>
                        </a:cubicBezTo>
                        <a:cubicBezTo>
                          <a:pt x="540146" y="2087188"/>
                          <a:pt x="315203" y="1971954"/>
                          <a:pt x="0" y="2029744"/>
                        </a:cubicBezTo>
                        <a:cubicBezTo>
                          <a:pt x="-45578" y="1861779"/>
                          <a:pt x="52463" y="1715422"/>
                          <a:pt x="0" y="1481713"/>
                        </a:cubicBezTo>
                        <a:cubicBezTo>
                          <a:pt x="-52463" y="1248004"/>
                          <a:pt x="41314" y="1080979"/>
                          <a:pt x="0" y="974277"/>
                        </a:cubicBezTo>
                        <a:cubicBezTo>
                          <a:pt x="-41314" y="867575"/>
                          <a:pt x="25193" y="673804"/>
                          <a:pt x="0" y="487139"/>
                        </a:cubicBezTo>
                        <a:cubicBezTo>
                          <a:pt x="-25193" y="300474"/>
                          <a:pt x="1474" y="20741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0" i="1" cap="none"/>
              <a:t>Use only authorized or publicly available data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0" i="1" cap="none"/>
              <a:t>Avoid unnecessary personal or confidential information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0" i="1" cap="none"/>
              <a:t>Anonymize any real project data before use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0" i="1" cap="none"/>
              <a:t>Protect artifacts using role-based access control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0" i="1" cap="none"/>
              <a:t>Keep approval records, versions, and logs securely stored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0" i="1" cap="none"/>
              <a:t>Keep human review before outputs move to the next SDLC stage</a:t>
            </a:r>
            <a:endParaRPr lang="en-GB" sz="2000" b="0" i="1" cap="none">
              <a:latin typeface="+mn-lt"/>
            </a:endParaRP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9D723E0D-C3DC-E565-2B45-8E043595D1A9}"/>
              </a:ext>
            </a:extLst>
          </p:cNvPr>
          <p:cNvCxnSpPr>
            <a:cxnSpLocks/>
          </p:cNvCxnSpPr>
          <p:nvPr/>
        </p:nvCxnSpPr>
        <p:spPr>
          <a:xfrm rot="10800000" flipV="1">
            <a:off x="7978572" y="4649816"/>
            <a:ext cx="850090" cy="751240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30945473-2274-98EC-C1A9-6EEBDA61C49F}"/>
              </a:ext>
            </a:extLst>
          </p:cNvPr>
          <p:cNvSpPr/>
          <p:nvPr/>
        </p:nvSpPr>
        <p:spPr>
          <a:xfrm>
            <a:off x="2641640" y="6487935"/>
            <a:ext cx="681636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IT22098078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sz="1800" err="1">
                <a:solidFill>
                  <a:schemeClr val="tx1"/>
                </a:solidFill>
              </a:rPr>
              <a:t>Santhuka</a:t>
            </a:r>
            <a:r>
              <a:rPr lang="en-US" sz="1800">
                <a:solidFill>
                  <a:schemeClr val="tx1"/>
                </a:solidFill>
              </a:rPr>
              <a:t> D.N.M.D|   </a:t>
            </a:r>
            <a:r>
              <a:rPr lang="en-US" sz="1800" b="0">
                <a:solidFill>
                  <a:schemeClr val="tx1"/>
                </a:solidFill>
              </a:rPr>
              <a:t>R26-SE-033</a:t>
            </a:r>
          </a:p>
        </p:txBody>
      </p:sp>
    </p:spTree>
    <p:extLst>
      <p:ext uri="{BB962C8B-B14F-4D97-AF65-F5344CB8AC3E}">
        <p14:creationId xmlns:p14="http://schemas.microsoft.com/office/powerpoint/2010/main" val="4279978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790B2-8FE8-DE6D-22DC-5DC3C8D9C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69FFB17-D2C4-9917-1E68-CAF282936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214" y="1135828"/>
            <a:ext cx="7892026" cy="52613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8CC55B-DCCC-6830-6885-AD908F363B47}"/>
              </a:ext>
            </a:extLst>
          </p:cNvPr>
          <p:cNvSpPr txBox="1"/>
          <p:nvPr/>
        </p:nvSpPr>
        <p:spPr>
          <a:xfrm>
            <a:off x="408694" y="239226"/>
            <a:ext cx="11641066" cy="95410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GB" sz="2800" i="1"/>
              <a:t>Requirements Bot, Domain Agents &amp; Orchestrator : Business Needs-to-SRS Generation</a:t>
            </a:r>
            <a:endParaRPr lang="en-GB" sz="2800" i="1">
              <a:solidFill>
                <a:srgbClr val="00206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189178-48CB-6487-032B-FA4B9965616A}"/>
              </a:ext>
            </a:extLst>
          </p:cNvPr>
          <p:cNvSpPr/>
          <p:nvPr/>
        </p:nvSpPr>
        <p:spPr>
          <a:xfrm>
            <a:off x="2641640" y="6487935"/>
            <a:ext cx="681636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IT22098078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sz="1800" err="1">
                <a:solidFill>
                  <a:schemeClr val="tx1"/>
                </a:solidFill>
              </a:rPr>
              <a:t>Santhuka</a:t>
            </a:r>
            <a:r>
              <a:rPr lang="en-US" sz="1800">
                <a:solidFill>
                  <a:schemeClr val="tx1"/>
                </a:solidFill>
              </a:rPr>
              <a:t> D.N.M.D|   </a:t>
            </a:r>
            <a:r>
              <a:rPr lang="en-US" sz="1800" b="0">
                <a:solidFill>
                  <a:schemeClr val="tx1"/>
                </a:solidFill>
              </a:rPr>
              <a:t>R26-SE-033</a:t>
            </a:r>
          </a:p>
        </p:txBody>
      </p:sp>
    </p:spTree>
    <p:extLst>
      <p:ext uri="{BB962C8B-B14F-4D97-AF65-F5344CB8AC3E}">
        <p14:creationId xmlns:p14="http://schemas.microsoft.com/office/powerpoint/2010/main" val="2570977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1FDD1-4E7E-FDE0-810B-8EBE5FEF6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D12738F-3A83-8E35-16A3-D5D1DA6D0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742838"/>
            <a:ext cx="9144000" cy="755426"/>
          </a:xfrm>
        </p:spPr>
        <p:txBody>
          <a:bodyPr/>
          <a:lstStyle/>
          <a:p>
            <a:r>
              <a:rPr lang="en-US"/>
              <a:t>IT22174826 | Sansala T.G.B.D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C69F71A-479C-E2B2-6571-D198DD3DE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1547" y="3485493"/>
            <a:ext cx="10269794" cy="1098082"/>
          </a:xfrm>
          <a:prstGeom prst="roundRect">
            <a:avLst/>
          </a:prstGeom>
          <a:solidFill>
            <a:srgbClr val="EDE2F6"/>
          </a:solidFill>
          <a:ln>
            <a:solidFill>
              <a:srgbClr val="FF66FF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3773247103">
                  <a:custGeom>
                    <a:avLst/>
                    <a:gdLst>
                      <a:gd name="csX0" fmla="*/ 0 w 10269794"/>
                      <a:gd name="csY0" fmla="*/ 0 h 1011510"/>
                      <a:gd name="csX1" fmla="*/ 365148 w 10269794"/>
                      <a:gd name="csY1" fmla="*/ 0 h 1011510"/>
                      <a:gd name="csX2" fmla="*/ 627599 w 10269794"/>
                      <a:gd name="csY2" fmla="*/ 0 h 1011510"/>
                      <a:gd name="csX3" fmla="*/ 1095445 w 10269794"/>
                      <a:gd name="csY3" fmla="*/ 0 h 1011510"/>
                      <a:gd name="csX4" fmla="*/ 1665989 w 10269794"/>
                      <a:gd name="csY4" fmla="*/ 0 h 1011510"/>
                      <a:gd name="csX5" fmla="*/ 2236533 w 10269794"/>
                      <a:gd name="csY5" fmla="*/ 0 h 1011510"/>
                      <a:gd name="csX6" fmla="*/ 2601681 w 10269794"/>
                      <a:gd name="csY6" fmla="*/ 0 h 1011510"/>
                      <a:gd name="csX7" fmla="*/ 3172225 w 10269794"/>
                      <a:gd name="csY7" fmla="*/ 0 h 1011510"/>
                      <a:gd name="csX8" fmla="*/ 3537373 w 10269794"/>
                      <a:gd name="csY8" fmla="*/ 0 h 1011510"/>
                      <a:gd name="csX9" fmla="*/ 4005220 w 10269794"/>
                      <a:gd name="csY9" fmla="*/ 0 h 1011510"/>
                      <a:gd name="csX10" fmla="*/ 4267670 w 10269794"/>
                      <a:gd name="csY10" fmla="*/ 0 h 1011510"/>
                      <a:gd name="csX11" fmla="*/ 5043610 w 10269794"/>
                      <a:gd name="csY11" fmla="*/ 0 h 1011510"/>
                      <a:gd name="csX12" fmla="*/ 5408758 w 10269794"/>
                      <a:gd name="csY12" fmla="*/ 0 h 1011510"/>
                      <a:gd name="csX13" fmla="*/ 6082000 w 10269794"/>
                      <a:gd name="csY13" fmla="*/ 0 h 1011510"/>
                      <a:gd name="csX14" fmla="*/ 6755242 w 10269794"/>
                      <a:gd name="csY14" fmla="*/ 0 h 1011510"/>
                      <a:gd name="csX15" fmla="*/ 7120391 w 10269794"/>
                      <a:gd name="csY15" fmla="*/ 0 h 1011510"/>
                      <a:gd name="csX16" fmla="*/ 7896330 w 10269794"/>
                      <a:gd name="csY16" fmla="*/ 0 h 1011510"/>
                      <a:gd name="csX17" fmla="*/ 8364177 w 10269794"/>
                      <a:gd name="csY17" fmla="*/ 0 h 1011510"/>
                      <a:gd name="csX18" fmla="*/ 8934721 w 10269794"/>
                      <a:gd name="csY18" fmla="*/ 0 h 1011510"/>
                      <a:gd name="csX19" fmla="*/ 9197171 w 10269794"/>
                      <a:gd name="csY19" fmla="*/ 0 h 1011510"/>
                      <a:gd name="csX20" fmla="*/ 10269794 w 10269794"/>
                      <a:gd name="csY20" fmla="*/ 0 h 1011510"/>
                      <a:gd name="csX21" fmla="*/ 10269794 w 10269794"/>
                      <a:gd name="csY21" fmla="*/ 505755 h 1011510"/>
                      <a:gd name="csX22" fmla="*/ 10269794 w 10269794"/>
                      <a:gd name="csY22" fmla="*/ 1011510 h 1011510"/>
                      <a:gd name="csX23" fmla="*/ 10007344 w 10269794"/>
                      <a:gd name="csY23" fmla="*/ 1011510 h 1011510"/>
                      <a:gd name="csX24" fmla="*/ 9436800 w 10269794"/>
                      <a:gd name="csY24" fmla="*/ 1011510 h 1011510"/>
                      <a:gd name="csX25" fmla="*/ 8660860 w 10269794"/>
                      <a:gd name="csY25" fmla="*/ 1011510 h 1011510"/>
                      <a:gd name="csX26" fmla="*/ 8193013 w 10269794"/>
                      <a:gd name="csY26" fmla="*/ 1011510 h 1011510"/>
                      <a:gd name="csX27" fmla="*/ 7725167 w 10269794"/>
                      <a:gd name="csY27" fmla="*/ 1011510 h 1011510"/>
                      <a:gd name="csX28" fmla="*/ 7360019 w 10269794"/>
                      <a:gd name="csY28" fmla="*/ 1011510 h 1011510"/>
                      <a:gd name="csX29" fmla="*/ 6994871 w 10269794"/>
                      <a:gd name="csY29" fmla="*/ 1011510 h 1011510"/>
                      <a:gd name="csX30" fmla="*/ 6424327 w 10269794"/>
                      <a:gd name="csY30" fmla="*/ 1011510 h 1011510"/>
                      <a:gd name="csX31" fmla="*/ 5853783 w 10269794"/>
                      <a:gd name="csY31" fmla="*/ 1011510 h 1011510"/>
                      <a:gd name="csX32" fmla="*/ 5385936 w 10269794"/>
                      <a:gd name="csY32" fmla="*/ 1011510 h 1011510"/>
                      <a:gd name="csX33" fmla="*/ 4918090 w 10269794"/>
                      <a:gd name="csY33" fmla="*/ 1011510 h 1011510"/>
                      <a:gd name="csX34" fmla="*/ 4142150 w 10269794"/>
                      <a:gd name="csY34" fmla="*/ 1011510 h 1011510"/>
                      <a:gd name="csX35" fmla="*/ 3571606 w 10269794"/>
                      <a:gd name="csY35" fmla="*/ 1011510 h 1011510"/>
                      <a:gd name="csX36" fmla="*/ 2795666 w 10269794"/>
                      <a:gd name="csY36" fmla="*/ 1011510 h 1011510"/>
                      <a:gd name="csX37" fmla="*/ 2533216 w 10269794"/>
                      <a:gd name="csY37" fmla="*/ 1011510 h 1011510"/>
                      <a:gd name="csX38" fmla="*/ 1757276 w 10269794"/>
                      <a:gd name="csY38" fmla="*/ 1011510 h 1011510"/>
                      <a:gd name="csX39" fmla="*/ 1392128 w 10269794"/>
                      <a:gd name="csY39" fmla="*/ 1011510 h 1011510"/>
                      <a:gd name="csX40" fmla="*/ 1026979 w 10269794"/>
                      <a:gd name="csY40" fmla="*/ 1011510 h 1011510"/>
                      <a:gd name="csX41" fmla="*/ 764529 w 10269794"/>
                      <a:gd name="csY41" fmla="*/ 1011510 h 1011510"/>
                      <a:gd name="csX42" fmla="*/ 0 w 10269794"/>
                      <a:gd name="csY42" fmla="*/ 1011510 h 1011510"/>
                      <a:gd name="csX43" fmla="*/ 0 w 10269794"/>
                      <a:gd name="csY43" fmla="*/ 485525 h 1011510"/>
                      <a:gd name="csX44" fmla="*/ 0 w 10269794"/>
                      <a:gd name="csY44" fmla="*/ 0 h 101151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</a:cxnLst>
                    <a:rect l="l" t="t" r="r" b="b"/>
                    <a:pathLst>
                      <a:path w="10269794" h="1011510" fill="none" extrusionOk="0">
                        <a:moveTo>
                          <a:pt x="0" y="0"/>
                        </a:moveTo>
                        <a:cubicBezTo>
                          <a:pt x="131608" y="-41804"/>
                          <a:pt x="265182" y="6124"/>
                          <a:pt x="365148" y="0"/>
                        </a:cubicBezTo>
                        <a:cubicBezTo>
                          <a:pt x="465114" y="-6124"/>
                          <a:pt x="501852" y="22112"/>
                          <a:pt x="627599" y="0"/>
                        </a:cubicBezTo>
                        <a:cubicBezTo>
                          <a:pt x="753346" y="-22112"/>
                          <a:pt x="975937" y="7698"/>
                          <a:pt x="1095445" y="0"/>
                        </a:cubicBezTo>
                        <a:cubicBezTo>
                          <a:pt x="1214953" y="-7698"/>
                          <a:pt x="1487249" y="17612"/>
                          <a:pt x="1665989" y="0"/>
                        </a:cubicBezTo>
                        <a:cubicBezTo>
                          <a:pt x="1844729" y="-17612"/>
                          <a:pt x="2072029" y="8146"/>
                          <a:pt x="2236533" y="0"/>
                        </a:cubicBezTo>
                        <a:cubicBezTo>
                          <a:pt x="2401037" y="-8146"/>
                          <a:pt x="2437391" y="23582"/>
                          <a:pt x="2601681" y="0"/>
                        </a:cubicBezTo>
                        <a:cubicBezTo>
                          <a:pt x="2765971" y="-23582"/>
                          <a:pt x="2980202" y="3099"/>
                          <a:pt x="3172225" y="0"/>
                        </a:cubicBezTo>
                        <a:cubicBezTo>
                          <a:pt x="3364248" y="-3099"/>
                          <a:pt x="3390858" y="33357"/>
                          <a:pt x="3537373" y="0"/>
                        </a:cubicBezTo>
                        <a:cubicBezTo>
                          <a:pt x="3683888" y="-33357"/>
                          <a:pt x="3873352" y="14311"/>
                          <a:pt x="4005220" y="0"/>
                        </a:cubicBezTo>
                        <a:cubicBezTo>
                          <a:pt x="4137088" y="-14311"/>
                          <a:pt x="4147010" y="12185"/>
                          <a:pt x="4267670" y="0"/>
                        </a:cubicBezTo>
                        <a:cubicBezTo>
                          <a:pt x="4388330" y="-12185"/>
                          <a:pt x="4783456" y="20272"/>
                          <a:pt x="5043610" y="0"/>
                        </a:cubicBezTo>
                        <a:cubicBezTo>
                          <a:pt x="5303764" y="-20272"/>
                          <a:pt x="5268666" y="18157"/>
                          <a:pt x="5408758" y="0"/>
                        </a:cubicBezTo>
                        <a:cubicBezTo>
                          <a:pt x="5548850" y="-18157"/>
                          <a:pt x="5944368" y="10347"/>
                          <a:pt x="6082000" y="0"/>
                        </a:cubicBezTo>
                        <a:cubicBezTo>
                          <a:pt x="6219632" y="-10347"/>
                          <a:pt x="6492686" y="33727"/>
                          <a:pt x="6755242" y="0"/>
                        </a:cubicBezTo>
                        <a:cubicBezTo>
                          <a:pt x="7017798" y="-33727"/>
                          <a:pt x="6947447" y="42595"/>
                          <a:pt x="7120391" y="0"/>
                        </a:cubicBezTo>
                        <a:cubicBezTo>
                          <a:pt x="7293335" y="-42595"/>
                          <a:pt x="7718096" y="52552"/>
                          <a:pt x="7896330" y="0"/>
                        </a:cubicBezTo>
                        <a:cubicBezTo>
                          <a:pt x="8074564" y="-52552"/>
                          <a:pt x="8166237" y="31796"/>
                          <a:pt x="8364177" y="0"/>
                        </a:cubicBezTo>
                        <a:cubicBezTo>
                          <a:pt x="8562117" y="-31796"/>
                          <a:pt x="8756656" y="57608"/>
                          <a:pt x="8934721" y="0"/>
                        </a:cubicBezTo>
                        <a:cubicBezTo>
                          <a:pt x="9112786" y="-57608"/>
                          <a:pt x="9119986" y="12039"/>
                          <a:pt x="9197171" y="0"/>
                        </a:cubicBezTo>
                        <a:cubicBezTo>
                          <a:pt x="9274356" y="-12039"/>
                          <a:pt x="9995190" y="118709"/>
                          <a:pt x="10269794" y="0"/>
                        </a:cubicBezTo>
                        <a:cubicBezTo>
                          <a:pt x="10278642" y="136816"/>
                          <a:pt x="10261803" y="306280"/>
                          <a:pt x="10269794" y="505755"/>
                        </a:cubicBezTo>
                        <a:cubicBezTo>
                          <a:pt x="10277785" y="705231"/>
                          <a:pt x="10243643" y="867011"/>
                          <a:pt x="10269794" y="1011510"/>
                        </a:cubicBezTo>
                        <a:cubicBezTo>
                          <a:pt x="10156938" y="1024381"/>
                          <a:pt x="10084641" y="1000432"/>
                          <a:pt x="10007344" y="1011510"/>
                        </a:cubicBezTo>
                        <a:cubicBezTo>
                          <a:pt x="9930047" y="1022588"/>
                          <a:pt x="9683117" y="945546"/>
                          <a:pt x="9436800" y="1011510"/>
                        </a:cubicBezTo>
                        <a:cubicBezTo>
                          <a:pt x="9190483" y="1077474"/>
                          <a:pt x="8985656" y="918859"/>
                          <a:pt x="8660860" y="1011510"/>
                        </a:cubicBezTo>
                        <a:cubicBezTo>
                          <a:pt x="8336064" y="1104161"/>
                          <a:pt x="8413213" y="1009100"/>
                          <a:pt x="8193013" y="1011510"/>
                        </a:cubicBezTo>
                        <a:cubicBezTo>
                          <a:pt x="7972813" y="1013920"/>
                          <a:pt x="7845930" y="981765"/>
                          <a:pt x="7725167" y="1011510"/>
                        </a:cubicBezTo>
                        <a:cubicBezTo>
                          <a:pt x="7604404" y="1041255"/>
                          <a:pt x="7489001" y="971798"/>
                          <a:pt x="7360019" y="1011510"/>
                        </a:cubicBezTo>
                        <a:cubicBezTo>
                          <a:pt x="7231037" y="1051222"/>
                          <a:pt x="7173673" y="976829"/>
                          <a:pt x="6994871" y="1011510"/>
                        </a:cubicBezTo>
                        <a:cubicBezTo>
                          <a:pt x="6816069" y="1046191"/>
                          <a:pt x="6606978" y="956710"/>
                          <a:pt x="6424327" y="1011510"/>
                        </a:cubicBezTo>
                        <a:cubicBezTo>
                          <a:pt x="6241676" y="1066310"/>
                          <a:pt x="6011190" y="992441"/>
                          <a:pt x="5853783" y="1011510"/>
                        </a:cubicBezTo>
                        <a:cubicBezTo>
                          <a:pt x="5696376" y="1030579"/>
                          <a:pt x="5502402" y="964840"/>
                          <a:pt x="5385936" y="1011510"/>
                        </a:cubicBezTo>
                        <a:cubicBezTo>
                          <a:pt x="5269470" y="1058180"/>
                          <a:pt x="5029252" y="956215"/>
                          <a:pt x="4918090" y="1011510"/>
                        </a:cubicBezTo>
                        <a:cubicBezTo>
                          <a:pt x="4806928" y="1066805"/>
                          <a:pt x="4491628" y="927911"/>
                          <a:pt x="4142150" y="1011510"/>
                        </a:cubicBezTo>
                        <a:cubicBezTo>
                          <a:pt x="3792672" y="1095109"/>
                          <a:pt x="3690421" y="950134"/>
                          <a:pt x="3571606" y="1011510"/>
                        </a:cubicBezTo>
                        <a:cubicBezTo>
                          <a:pt x="3452791" y="1072886"/>
                          <a:pt x="3137240" y="961029"/>
                          <a:pt x="2795666" y="1011510"/>
                        </a:cubicBezTo>
                        <a:cubicBezTo>
                          <a:pt x="2454092" y="1061991"/>
                          <a:pt x="2592495" y="1005051"/>
                          <a:pt x="2533216" y="1011510"/>
                        </a:cubicBezTo>
                        <a:cubicBezTo>
                          <a:pt x="2473937" y="1017969"/>
                          <a:pt x="2017131" y="974546"/>
                          <a:pt x="1757276" y="1011510"/>
                        </a:cubicBezTo>
                        <a:cubicBezTo>
                          <a:pt x="1497421" y="1048474"/>
                          <a:pt x="1553684" y="1001379"/>
                          <a:pt x="1392128" y="1011510"/>
                        </a:cubicBezTo>
                        <a:cubicBezTo>
                          <a:pt x="1230572" y="1021641"/>
                          <a:pt x="1163332" y="987139"/>
                          <a:pt x="1026979" y="1011510"/>
                        </a:cubicBezTo>
                        <a:cubicBezTo>
                          <a:pt x="890626" y="1035881"/>
                          <a:pt x="876132" y="989788"/>
                          <a:pt x="764529" y="1011510"/>
                        </a:cubicBezTo>
                        <a:cubicBezTo>
                          <a:pt x="652926" y="1033232"/>
                          <a:pt x="341346" y="968628"/>
                          <a:pt x="0" y="1011510"/>
                        </a:cubicBezTo>
                        <a:cubicBezTo>
                          <a:pt x="-41529" y="861196"/>
                          <a:pt x="24163" y="591216"/>
                          <a:pt x="0" y="485525"/>
                        </a:cubicBezTo>
                        <a:cubicBezTo>
                          <a:pt x="-24163" y="379834"/>
                          <a:pt x="30747" y="146294"/>
                          <a:pt x="0" y="0"/>
                        </a:cubicBezTo>
                        <a:close/>
                      </a:path>
                      <a:path w="10269794" h="1011510" stroke="0" extrusionOk="0">
                        <a:moveTo>
                          <a:pt x="0" y="0"/>
                        </a:moveTo>
                        <a:cubicBezTo>
                          <a:pt x="239654" y="-68738"/>
                          <a:pt x="394588" y="860"/>
                          <a:pt x="775940" y="0"/>
                        </a:cubicBezTo>
                        <a:cubicBezTo>
                          <a:pt x="1157292" y="-860"/>
                          <a:pt x="957350" y="7005"/>
                          <a:pt x="1038390" y="0"/>
                        </a:cubicBezTo>
                        <a:cubicBezTo>
                          <a:pt x="1119430" y="-7005"/>
                          <a:pt x="1242110" y="11616"/>
                          <a:pt x="1300841" y="0"/>
                        </a:cubicBezTo>
                        <a:cubicBezTo>
                          <a:pt x="1359572" y="-11616"/>
                          <a:pt x="1733432" y="6184"/>
                          <a:pt x="2076781" y="0"/>
                        </a:cubicBezTo>
                        <a:cubicBezTo>
                          <a:pt x="2420130" y="-6184"/>
                          <a:pt x="2428009" y="21001"/>
                          <a:pt x="2647325" y="0"/>
                        </a:cubicBezTo>
                        <a:cubicBezTo>
                          <a:pt x="2866641" y="-21001"/>
                          <a:pt x="2867510" y="39465"/>
                          <a:pt x="3012473" y="0"/>
                        </a:cubicBezTo>
                        <a:cubicBezTo>
                          <a:pt x="3157436" y="-39465"/>
                          <a:pt x="3484885" y="14902"/>
                          <a:pt x="3685715" y="0"/>
                        </a:cubicBezTo>
                        <a:cubicBezTo>
                          <a:pt x="3886545" y="-14902"/>
                          <a:pt x="4116426" y="56814"/>
                          <a:pt x="4256259" y="0"/>
                        </a:cubicBezTo>
                        <a:cubicBezTo>
                          <a:pt x="4396092" y="-56814"/>
                          <a:pt x="4771651" y="1987"/>
                          <a:pt x="5032199" y="0"/>
                        </a:cubicBezTo>
                        <a:cubicBezTo>
                          <a:pt x="5292747" y="-1987"/>
                          <a:pt x="5486365" y="43199"/>
                          <a:pt x="5705441" y="0"/>
                        </a:cubicBezTo>
                        <a:cubicBezTo>
                          <a:pt x="5924517" y="-43199"/>
                          <a:pt x="6015692" y="18504"/>
                          <a:pt x="6173287" y="0"/>
                        </a:cubicBezTo>
                        <a:cubicBezTo>
                          <a:pt x="6330882" y="-18504"/>
                          <a:pt x="6567170" y="40306"/>
                          <a:pt x="6743831" y="0"/>
                        </a:cubicBezTo>
                        <a:cubicBezTo>
                          <a:pt x="6920492" y="-40306"/>
                          <a:pt x="7299909" y="33668"/>
                          <a:pt x="7519771" y="0"/>
                        </a:cubicBezTo>
                        <a:cubicBezTo>
                          <a:pt x="7739633" y="-33668"/>
                          <a:pt x="7790400" y="8971"/>
                          <a:pt x="7987618" y="0"/>
                        </a:cubicBezTo>
                        <a:cubicBezTo>
                          <a:pt x="8184836" y="-8971"/>
                          <a:pt x="8150283" y="22055"/>
                          <a:pt x="8250068" y="0"/>
                        </a:cubicBezTo>
                        <a:cubicBezTo>
                          <a:pt x="8349853" y="-22055"/>
                          <a:pt x="8581095" y="31396"/>
                          <a:pt x="8717914" y="0"/>
                        </a:cubicBezTo>
                        <a:cubicBezTo>
                          <a:pt x="8854733" y="-31396"/>
                          <a:pt x="9168972" y="22565"/>
                          <a:pt x="9493854" y="0"/>
                        </a:cubicBezTo>
                        <a:cubicBezTo>
                          <a:pt x="9818736" y="-22565"/>
                          <a:pt x="10005746" y="7819"/>
                          <a:pt x="10269794" y="0"/>
                        </a:cubicBezTo>
                        <a:cubicBezTo>
                          <a:pt x="10319449" y="204172"/>
                          <a:pt x="10211857" y="271702"/>
                          <a:pt x="10269794" y="495640"/>
                        </a:cubicBezTo>
                        <a:cubicBezTo>
                          <a:pt x="10327731" y="719578"/>
                          <a:pt x="10264508" y="891364"/>
                          <a:pt x="10269794" y="1011510"/>
                        </a:cubicBezTo>
                        <a:cubicBezTo>
                          <a:pt x="10091933" y="1022887"/>
                          <a:pt x="10070174" y="1010473"/>
                          <a:pt x="9904646" y="1011510"/>
                        </a:cubicBezTo>
                        <a:cubicBezTo>
                          <a:pt x="9739118" y="1012547"/>
                          <a:pt x="9727347" y="994166"/>
                          <a:pt x="9642195" y="1011510"/>
                        </a:cubicBezTo>
                        <a:cubicBezTo>
                          <a:pt x="9557043" y="1028854"/>
                          <a:pt x="9456515" y="981499"/>
                          <a:pt x="9379745" y="1011510"/>
                        </a:cubicBezTo>
                        <a:cubicBezTo>
                          <a:pt x="9302975" y="1041521"/>
                          <a:pt x="9089552" y="975186"/>
                          <a:pt x="8809201" y="1011510"/>
                        </a:cubicBezTo>
                        <a:cubicBezTo>
                          <a:pt x="8528850" y="1047834"/>
                          <a:pt x="8443927" y="978793"/>
                          <a:pt x="8341355" y="1011510"/>
                        </a:cubicBezTo>
                        <a:cubicBezTo>
                          <a:pt x="8238783" y="1044227"/>
                          <a:pt x="8094134" y="976678"/>
                          <a:pt x="7976207" y="1011510"/>
                        </a:cubicBezTo>
                        <a:cubicBezTo>
                          <a:pt x="7858280" y="1046342"/>
                          <a:pt x="7506332" y="941371"/>
                          <a:pt x="7200267" y="1011510"/>
                        </a:cubicBezTo>
                        <a:cubicBezTo>
                          <a:pt x="6894202" y="1081649"/>
                          <a:pt x="6883704" y="975111"/>
                          <a:pt x="6732421" y="1011510"/>
                        </a:cubicBezTo>
                        <a:cubicBezTo>
                          <a:pt x="6581138" y="1047909"/>
                          <a:pt x="6236056" y="946620"/>
                          <a:pt x="6059178" y="1011510"/>
                        </a:cubicBezTo>
                        <a:cubicBezTo>
                          <a:pt x="5882300" y="1076400"/>
                          <a:pt x="5858437" y="981796"/>
                          <a:pt x="5694030" y="1011510"/>
                        </a:cubicBezTo>
                        <a:cubicBezTo>
                          <a:pt x="5529623" y="1041224"/>
                          <a:pt x="5119965" y="936468"/>
                          <a:pt x="4918090" y="1011510"/>
                        </a:cubicBezTo>
                        <a:cubicBezTo>
                          <a:pt x="4716215" y="1086552"/>
                          <a:pt x="4744750" y="995570"/>
                          <a:pt x="4655640" y="1011510"/>
                        </a:cubicBezTo>
                        <a:cubicBezTo>
                          <a:pt x="4566530" y="1027450"/>
                          <a:pt x="4323022" y="963148"/>
                          <a:pt x="4187794" y="1011510"/>
                        </a:cubicBezTo>
                        <a:cubicBezTo>
                          <a:pt x="4052566" y="1059872"/>
                          <a:pt x="3902320" y="977824"/>
                          <a:pt x="3822646" y="1011510"/>
                        </a:cubicBezTo>
                        <a:cubicBezTo>
                          <a:pt x="3742972" y="1045196"/>
                          <a:pt x="3626556" y="992667"/>
                          <a:pt x="3560195" y="1011510"/>
                        </a:cubicBezTo>
                        <a:cubicBezTo>
                          <a:pt x="3493834" y="1030353"/>
                          <a:pt x="3086799" y="934316"/>
                          <a:pt x="2886953" y="1011510"/>
                        </a:cubicBezTo>
                        <a:cubicBezTo>
                          <a:pt x="2687107" y="1088704"/>
                          <a:pt x="2354305" y="985885"/>
                          <a:pt x="2213711" y="1011510"/>
                        </a:cubicBezTo>
                        <a:cubicBezTo>
                          <a:pt x="2073117" y="1037135"/>
                          <a:pt x="1673600" y="976088"/>
                          <a:pt x="1437771" y="1011510"/>
                        </a:cubicBezTo>
                        <a:cubicBezTo>
                          <a:pt x="1201942" y="1046932"/>
                          <a:pt x="1275541" y="1006967"/>
                          <a:pt x="1175321" y="1011510"/>
                        </a:cubicBezTo>
                        <a:cubicBezTo>
                          <a:pt x="1075101" y="1016053"/>
                          <a:pt x="755249" y="987651"/>
                          <a:pt x="604777" y="1011510"/>
                        </a:cubicBezTo>
                        <a:cubicBezTo>
                          <a:pt x="454305" y="1035369"/>
                          <a:pt x="204545" y="955273"/>
                          <a:pt x="0" y="1011510"/>
                        </a:cubicBezTo>
                        <a:cubicBezTo>
                          <a:pt x="-9786" y="852067"/>
                          <a:pt x="47543" y="659959"/>
                          <a:pt x="0" y="505755"/>
                        </a:cubicBezTo>
                        <a:cubicBezTo>
                          <a:pt x="-47543" y="351551"/>
                          <a:pt x="21577" y="22995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>
            <a:noAutofit/>
          </a:bodyPr>
          <a:lstStyle/>
          <a:p>
            <a:r>
              <a:rPr lang="en-GB" sz="3200" b="1" i="1">
                <a:solidFill>
                  <a:schemeClr val="tx1"/>
                </a:solidFill>
              </a:rPr>
              <a:t>Architect Agent &amp; UI/UX Agent : SRS-to-Design Pack Generation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FDAA73-27C9-43ED-FA42-007F9BA4EFAF}"/>
              </a:ext>
            </a:extLst>
          </p:cNvPr>
          <p:cNvSpPr/>
          <p:nvPr/>
        </p:nvSpPr>
        <p:spPr>
          <a:xfrm>
            <a:off x="2937235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IT22174826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sz="1800" b="1">
                <a:solidFill>
                  <a:schemeClr val="tx1"/>
                </a:solidFill>
              </a:rPr>
              <a:t>Sansala T.G.B.D |   R26-SE-033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43E3D6F-52C7-834F-7F3E-B80166643AC4}"/>
              </a:ext>
            </a:extLst>
          </p:cNvPr>
          <p:cNvGrpSpPr/>
          <p:nvPr/>
        </p:nvGrpSpPr>
        <p:grpSpPr>
          <a:xfrm>
            <a:off x="628650" y="2438447"/>
            <a:ext cx="4229475" cy="934060"/>
            <a:chOff x="991455" y="2399073"/>
            <a:chExt cx="4229475" cy="934060"/>
          </a:xfrm>
        </p:grpSpPr>
        <p:sp>
          <p:nvSpPr>
            <p:cNvPr id="3" name="Text Placeholder 5">
              <a:extLst>
                <a:ext uri="{FF2B5EF4-FFF2-40B4-BE49-F238E27FC236}">
                  <a16:creationId xmlns:a16="http://schemas.microsoft.com/office/drawing/2014/main" id="{C0D04BF4-9B27-F921-34A8-7D1AA5AFEC29}"/>
                </a:ext>
              </a:extLst>
            </p:cNvPr>
            <p:cNvSpPr txBox="1">
              <a:spLocks/>
            </p:cNvSpPr>
            <p:nvPr/>
          </p:nvSpPr>
          <p:spPr>
            <a:xfrm>
              <a:off x="991455" y="2399073"/>
              <a:ext cx="3432464" cy="531595"/>
            </a:xfrm>
            <a:custGeom>
              <a:avLst/>
              <a:gdLst>
                <a:gd name="csX0" fmla="*/ 0 w 3432464"/>
                <a:gd name="csY0" fmla="*/ 88601 h 531595"/>
                <a:gd name="csX1" fmla="*/ 88601 w 3432464"/>
                <a:gd name="csY1" fmla="*/ 0 h 531595"/>
                <a:gd name="csX2" fmla="*/ 663697 w 3432464"/>
                <a:gd name="csY2" fmla="*/ 0 h 531595"/>
                <a:gd name="csX3" fmla="*/ 1173688 w 3432464"/>
                <a:gd name="csY3" fmla="*/ 0 h 531595"/>
                <a:gd name="csX4" fmla="*/ 1683679 w 3432464"/>
                <a:gd name="csY4" fmla="*/ 0 h 531595"/>
                <a:gd name="csX5" fmla="*/ 2291328 w 3432464"/>
                <a:gd name="csY5" fmla="*/ 0 h 531595"/>
                <a:gd name="csX6" fmla="*/ 2736214 w 3432464"/>
                <a:gd name="csY6" fmla="*/ 0 h 531595"/>
                <a:gd name="csX7" fmla="*/ 3343863 w 3432464"/>
                <a:gd name="csY7" fmla="*/ 0 h 531595"/>
                <a:gd name="csX8" fmla="*/ 3432464 w 3432464"/>
                <a:gd name="csY8" fmla="*/ 88601 h 531595"/>
                <a:gd name="csX9" fmla="*/ 3432464 w 3432464"/>
                <a:gd name="csY9" fmla="*/ 442994 h 531595"/>
                <a:gd name="csX10" fmla="*/ 3343863 w 3432464"/>
                <a:gd name="csY10" fmla="*/ 531595 h 531595"/>
                <a:gd name="csX11" fmla="*/ 2898977 w 3432464"/>
                <a:gd name="csY11" fmla="*/ 531595 h 531595"/>
                <a:gd name="csX12" fmla="*/ 2356434 w 3432464"/>
                <a:gd name="csY12" fmla="*/ 531595 h 531595"/>
                <a:gd name="csX13" fmla="*/ 1911548 w 3432464"/>
                <a:gd name="csY13" fmla="*/ 531595 h 531595"/>
                <a:gd name="csX14" fmla="*/ 1434109 w 3432464"/>
                <a:gd name="csY14" fmla="*/ 531595 h 531595"/>
                <a:gd name="csX15" fmla="*/ 891566 w 3432464"/>
                <a:gd name="csY15" fmla="*/ 531595 h 531595"/>
                <a:gd name="csX16" fmla="*/ 88601 w 3432464"/>
                <a:gd name="csY16" fmla="*/ 531595 h 531595"/>
                <a:gd name="csX17" fmla="*/ 0 w 3432464"/>
                <a:gd name="csY17" fmla="*/ 442994 h 531595"/>
                <a:gd name="csX18" fmla="*/ 0 w 3432464"/>
                <a:gd name="csY18" fmla="*/ 88601 h 5315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3432464" h="531595" extrusionOk="0">
                  <a:moveTo>
                    <a:pt x="0" y="88601"/>
                  </a:moveTo>
                  <a:cubicBezTo>
                    <a:pt x="-2630" y="38532"/>
                    <a:pt x="29082" y="7734"/>
                    <a:pt x="88601" y="0"/>
                  </a:cubicBezTo>
                  <a:cubicBezTo>
                    <a:pt x="243906" y="-17897"/>
                    <a:pt x="517841" y="51110"/>
                    <a:pt x="663697" y="0"/>
                  </a:cubicBezTo>
                  <a:cubicBezTo>
                    <a:pt x="809553" y="-51110"/>
                    <a:pt x="1059848" y="15169"/>
                    <a:pt x="1173688" y="0"/>
                  </a:cubicBezTo>
                  <a:cubicBezTo>
                    <a:pt x="1287528" y="-15169"/>
                    <a:pt x="1544037" y="33929"/>
                    <a:pt x="1683679" y="0"/>
                  </a:cubicBezTo>
                  <a:cubicBezTo>
                    <a:pt x="1823321" y="-33929"/>
                    <a:pt x="2066972" y="27004"/>
                    <a:pt x="2291328" y="0"/>
                  </a:cubicBezTo>
                  <a:cubicBezTo>
                    <a:pt x="2515684" y="-27004"/>
                    <a:pt x="2541673" y="43770"/>
                    <a:pt x="2736214" y="0"/>
                  </a:cubicBezTo>
                  <a:cubicBezTo>
                    <a:pt x="2930755" y="-43770"/>
                    <a:pt x="3218949" y="53458"/>
                    <a:pt x="3343863" y="0"/>
                  </a:cubicBezTo>
                  <a:cubicBezTo>
                    <a:pt x="3385760" y="-1495"/>
                    <a:pt x="3426939" y="51012"/>
                    <a:pt x="3432464" y="88601"/>
                  </a:cubicBezTo>
                  <a:cubicBezTo>
                    <a:pt x="3467526" y="259757"/>
                    <a:pt x="3430654" y="336716"/>
                    <a:pt x="3432464" y="442994"/>
                  </a:cubicBezTo>
                  <a:cubicBezTo>
                    <a:pt x="3427793" y="479825"/>
                    <a:pt x="3398847" y="521625"/>
                    <a:pt x="3343863" y="531595"/>
                  </a:cubicBezTo>
                  <a:cubicBezTo>
                    <a:pt x="3245053" y="579335"/>
                    <a:pt x="2994540" y="518356"/>
                    <a:pt x="2898977" y="531595"/>
                  </a:cubicBezTo>
                  <a:cubicBezTo>
                    <a:pt x="2803414" y="544834"/>
                    <a:pt x="2562067" y="503755"/>
                    <a:pt x="2356434" y="531595"/>
                  </a:cubicBezTo>
                  <a:cubicBezTo>
                    <a:pt x="2150801" y="559435"/>
                    <a:pt x="2040293" y="510338"/>
                    <a:pt x="1911548" y="531595"/>
                  </a:cubicBezTo>
                  <a:cubicBezTo>
                    <a:pt x="1782803" y="552852"/>
                    <a:pt x="1607050" y="521059"/>
                    <a:pt x="1434109" y="531595"/>
                  </a:cubicBezTo>
                  <a:cubicBezTo>
                    <a:pt x="1261168" y="542131"/>
                    <a:pt x="1076878" y="474303"/>
                    <a:pt x="891566" y="531595"/>
                  </a:cubicBezTo>
                  <a:cubicBezTo>
                    <a:pt x="706254" y="588887"/>
                    <a:pt x="405605" y="501174"/>
                    <a:pt x="88601" y="531595"/>
                  </a:cubicBezTo>
                  <a:cubicBezTo>
                    <a:pt x="30063" y="528705"/>
                    <a:pt x="4592" y="492551"/>
                    <a:pt x="0" y="442994"/>
                  </a:cubicBezTo>
                  <a:cubicBezTo>
                    <a:pt x="-31539" y="308701"/>
                    <a:pt x="18188" y="258827"/>
                    <a:pt x="0" y="88601"/>
                  </a:cubicBezTo>
                  <a:close/>
                </a:path>
              </a:pathLst>
            </a:custGeom>
            <a:noFill/>
            <a:ln w="28575">
              <a:solidFill>
                <a:schemeClr val="bg1">
                  <a:lumMod val="75000"/>
                </a:schemeClr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3773247103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vert="horz" lIns="91440" tIns="45720" rIns="91440" bIns="45720" rtlCol="0" anchor="b">
              <a:normAutofit lnSpcReduction="10000"/>
            </a:bodyPr>
            <a:lstStyle>
              <a:lvl1pPr marL="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spcBef>
                  <a:spcPct val="20000"/>
                </a:spcBef>
                <a:buFont typeface="Wingdings" pitchFamily="2" charset="2"/>
                <a:buNone/>
                <a:defRPr sz="1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spcBef>
                  <a:spcPct val="20000"/>
                </a:spcBef>
                <a:buFont typeface="Wingdings" pitchFamily="2" charset="2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2800" b="1" i="1">
                  <a:solidFill>
                    <a:schemeClr val="tx1"/>
                  </a:solidFill>
                  <a:latin typeface="Cambria"/>
                  <a:ea typeface="Cambria"/>
                </a:rPr>
                <a:t>Title of the scope</a:t>
              </a:r>
              <a:endParaRPr lang="en-US" b="1" i="1">
                <a:solidFill>
                  <a:schemeClr val="tx1"/>
                </a:solidFill>
                <a:latin typeface="Cambria"/>
                <a:ea typeface="Cambria"/>
              </a:endParaRPr>
            </a:p>
          </p:txBody>
        </p:sp>
        <p:cxnSp>
          <p:nvCxnSpPr>
            <p:cNvPr id="7" name="Connector: Curved 6">
              <a:extLst>
                <a:ext uri="{FF2B5EF4-FFF2-40B4-BE49-F238E27FC236}">
                  <a16:creationId xmlns:a16="http://schemas.microsoft.com/office/drawing/2014/main" id="{BE346714-6719-2136-06F5-F8660CF6403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4419305" y="2531509"/>
              <a:ext cx="806241" cy="797008"/>
            </a:xfrm>
            <a:prstGeom prst="curvedConnector3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CEA639E4-60AC-CBB4-A977-E2AEF4CEE6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4043" y="182352"/>
            <a:ext cx="1920240" cy="2383914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</p:pic>
    </p:spTree>
    <p:extLst>
      <p:ext uri="{BB962C8B-B14F-4D97-AF65-F5344CB8AC3E}">
        <p14:creationId xmlns:p14="http://schemas.microsoft.com/office/powerpoint/2010/main" val="2092956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7C819-FDD2-265B-647E-95B0C2D3B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 descr="A collection of circles in various sizes and patterns">
            <a:extLst>
              <a:ext uri="{FF2B5EF4-FFF2-40B4-BE49-F238E27FC236}">
                <a16:creationId xmlns:a16="http://schemas.microsoft.com/office/drawing/2014/main" id="{8DC16C79-FA00-632F-E565-7402959C7B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0" y="-1807773"/>
            <a:ext cx="6881696" cy="688169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F2EDF7F-442D-4267-CBF4-58A57FDD7F7B}"/>
              </a:ext>
            </a:extLst>
          </p:cNvPr>
          <p:cNvSpPr/>
          <p:nvPr/>
        </p:nvSpPr>
        <p:spPr>
          <a:xfrm>
            <a:off x="2937235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IT22174826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sz="1800" b="1">
                <a:solidFill>
                  <a:schemeClr val="tx1"/>
                </a:solidFill>
              </a:rPr>
              <a:t>Sansala T.G.B.D |   R26-SE-033</a:t>
            </a:r>
          </a:p>
        </p:txBody>
      </p:sp>
      <p:pic>
        <p:nvPicPr>
          <p:cNvPr id="9" name="Graphic 8" descr="Open laptop device">
            <a:extLst>
              <a:ext uri="{FF2B5EF4-FFF2-40B4-BE49-F238E27FC236}">
                <a16:creationId xmlns:a16="http://schemas.microsoft.com/office/drawing/2014/main" id="{B5D9AE48-E2F6-433F-0F75-42807C9F60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95562"/>
            <a:ext cx="2286000" cy="1276350"/>
          </a:xfrm>
          <a:prstGeom prst="rect">
            <a:avLst/>
          </a:prstGeom>
        </p:spPr>
      </p:pic>
      <p:sp>
        <p:nvSpPr>
          <p:cNvPr id="10" name="Title 4">
            <a:extLst>
              <a:ext uri="{FF2B5EF4-FFF2-40B4-BE49-F238E27FC236}">
                <a16:creationId xmlns:a16="http://schemas.microsoft.com/office/drawing/2014/main" id="{00D05D2A-31AE-DB1F-9846-08BBE7738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212" y="1529644"/>
            <a:ext cx="9020525" cy="1154561"/>
          </a:xfrm>
          <a:prstGeom prst="roundRect">
            <a:avLst/>
          </a:prstGeom>
          <a:solidFill>
            <a:srgbClr val="EDE2F6"/>
          </a:solidFill>
          <a:ln>
            <a:solidFill>
              <a:srgbClr val="FF66FF"/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9020525"/>
                      <a:gd name="csY0" fmla="*/ 0 h 1154561"/>
                      <a:gd name="csX1" fmla="*/ 744193 w 9020525"/>
                      <a:gd name="csY1" fmla="*/ 0 h 1154561"/>
                      <a:gd name="csX2" fmla="*/ 1037360 w 9020525"/>
                      <a:gd name="csY2" fmla="*/ 0 h 1154561"/>
                      <a:gd name="csX3" fmla="*/ 1510938 w 9020525"/>
                      <a:gd name="csY3" fmla="*/ 0 h 1154561"/>
                      <a:gd name="csX4" fmla="*/ 2074721 w 9020525"/>
                      <a:gd name="csY4" fmla="*/ 0 h 1154561"/>
                      <a:gd name="csX5" fmla="*/ 2367888 w 9020525"/>
                      <a:gd name="csY5" fmla="*/ 0 h 1154561"/>
                      <a:gd name="csX6" fmla="*/ 2931671 w 9020525"/>
                      <a:gd name="csY6" fmla="*/ 0 h 1154561"/>
                      <a:gd name="csX7" fmla="*/ 3405248 w 9020525"/>
                      <a:gd name="csY7" fmla="*/ 0 h 1154561"/>
                      <a:gd name="csX8" fmla="*/ 3969031 w 9020525"/>
                      <a:gd name="csY8" fmla="*/ 0 h 1154561"/>
                      <a:gd name="csX9" fmla="*/ 4262198 w 9020525"/>
                      <a:gd name="csY9" fmla="*/ 0 h 1154561"/>
                      <a:gd name="csX10" fmla="*/ 4735776 w 9020525"/>
                      <a:gd name="csY10" fmla="*/ 0 h 1154561"/>
                      <a:gd name="csX11" fmla="*/ 5119148 w 9020525"/>
                      <a:gd name="csY11" fmla="*/ 0 h 1154561"/>
                      <a:gd name="csX12" fmla="*/ 5502520 w 9020525"/>
                      <a:gd name="csY12" fmla="*/ 0 h 1154561"/>
                      <a:gd name="csX13" fmla="*/ 5885893 w 9020525"/>
                      <a:gd name="csY13" fmla="*/ 0 h 1154561"/>
                      <a:gd name="csX14" fmla="*/ 6359470 w 9020525"/>
                      <a:gd name="csY14" fmla="*/ 0 h 1154561"/>
                      <a:gd name="csX15" fmla="*/ 7013458 w 9020525"/>
                      <a:gd name="csY15" fmla="*/ 0 h 1154561"/>
                      <a:gd name="csX16" fmla="*/ 7487036 w 9020525"/>
                      <a:gd name="csY16" fmla="*/ 0 h 1154561"/>
                      <a:gd name="csX17" fmla="*/ 7780203 w 9020525"/>
                      <a:gd name="csY17" fmla="*/ 0 h 1154561"/>
                      <a:gd name="csX18" fmla="*/ 8524396 w 9020525"/>
                      <a:gd name="csY18" fmla="*/ 0 h 1154561"/>
                      <a:gd name="csX19" fmla="*/ 9020525 w 9020525"/>
                      <a:gd name="csY19" fmla="*/ 0 h 1154561"/>
                      <a:gd name="csX20" fmla="*/ 9020525 w 9020525"/>
                      <a:gd name="csY20" fmla="*/ 588826 h 1154561"/>
                      <a:gd name="csX21" fmla="*/ 9020525 w 9020525"/>
                      <a:gd name="csY21" fmla="*/ 1154561 h 1154561"/>
                      <a:gd name="csX22" fmla="*/ 8637153 w 9020525"/>
                      <a:gd name="csY22" fmla="*/ 1154561 h 1154561"/>
                      <a:gd name="csX23" fmla="*/ 8163575 w 9020525"/>
                      <a:gd name="csY23" fmla="*/ 1154561 h 1154561"/>
                      <a:gd name="csX24" fmla="*/ 7780203 w 9020525"/>
                      <a:gd name="csY24" fmla="*/ 1154561 h 1154561"/>
                      <a:gd name="csX25" fmla="*/ 7306625 w 9020525"/>
                      <a:gd name="csY25" fmla="*/ 1154561 h 1154561"/>
                      <a:gd name="csX26" fmla="*/ 6923253 w 9020525"/>
                      <a:gd name="csY26" fmla="*/ 1154561 h 1154561"/>
                      <a:gd name="csX27" fmla="*/ 6630086 w 9020525"/>
                      <a:gd name="csY27" fmla="*/ 1154561 h 1154561"/>
                      <a:gd name="csX28" fmla="*/ 6246714 w 9020525"/>
                      <a:gd name="csY28" fmla="*/ 1154561 h 1154561"/>
                      <a:gd name="csX29" fmla="*/ 5502520 w 9020525"/>
                      <a:gd name="csY29" fmla="*/ 1154561 h 1154561"/>
                      <a:gd name="csX30" fmla="*/ 5209353 w 9020525"/>
                      <a:gd name="csY30" fmla="*/ 1154561 h 1154561"/>
                      <a:gd name="csX31" fmla="*/ 4465160 w 9020525"/>
                      <a:gd name="csY31" fmla="*/ 1154561 h 1154561"/>
                      <a:gd name="csX32" fmla="*/ 4171993 w 9020525"/>
                      <a:gd name="csY32" fmla="*/ 1154561 h 1154561"/>
                      <a:gd name="csX33" fmla="*/ 3427800 w 9020525"/>
                      <a:gd name="csY33" fmla="*/ 1154561 h 1154561"/>
                      <a:gd name="csX34" fmla="*/ 3134632 w 9020525"/>
                      <a:gd name="csY34" fmla="*/ 1154561 h 1154561"/>
                      <a:gd name="csX35" fmla="*/ 2570850 w 9020525"/>
                      <a:gd name="csY35" fmla="*/ 1154561 h 1154561"/>
                      <a:gd name="csX36" fmla="*/ 2007067 w 9020525"/>
                      <a:gd name="csY36" fmla="*/ 1154561 h 1154561"/>
                      <a:gd name="csX37" fmla="*/ 1623695 w 9020525"/>
                      <a:gd name="csY37" fmla="*/ 1154561 h 1154561"/>
                      <a:gd name="csX38" fmla="*/ 879501 w 9020525"/>
                      <a:gd name="csY38" fmla="*/ 1154561 h 1154561"/>
                      <a:gd name="csX39" fmla="*/ 586334 w 9020525"/>
                      <a:gd name="csY39" fmla="*/ 1154561 h 1154561"/>
                      <a:gd name="csX40" fmla="*/ 0 w 9020525"/>
                      <a:gd name="csY40" fmla="*/ 1154561 h 1154561"/>
                      <a:gd name="csX41" fmla="*/ 0 w 9020525"/>
                      <a:gd name="csY41" fmla="*/ 554189 h 1154561"/>
                      <a:gd name="csX42" fmla="*/ 0 w 9020525"/>
                      <a:gd name="csY42" fmla="*/ 0 h 115456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</a:cxnLst>
                    <a:rect l="l" t="t" r="r" b="b"/>
                    <a:pathLst>
                      <a:path w="9020525" h="1154561" fill="none" extrusionOk="0">
                        <a:moveTo>
                          <a:pt x="0" y="0"/>
                        </a:moveTo>
                        <a:cubicBezTo>
                          <a:pt x="291945" y="-59694"/>
                          <a:pt x="452951" y="39194"/>
                          <a:pt x="744193" y="0"/>
                        </a:cubicBezTo>
                        <a:cubicBezTo>
                          <a:pt x="1035435" y="-39194"/>
                          <a:pt x="909939" y="130"/>
                          <a:pt x="1037360" y="0"/>
                        </a:cubicBezTo>
                        <a:cubicBezTo>
                          <a:pt x="1164781" y="-130"/>
                          <a:pt x="1351105" y="10066"/>
                          <a:pt x="1510938" y="0"/>
                        </a:cubicBezTo>
                        <a:cubicBezTo>
                          <a:pt x="1670771" y="-10066"/>
                          <a:pt x="1860932" y="14701"/>
                          <a:pt x="2074721" y="0"/>
                        </a:cubicBezTo>
                        <a:cubicBezTo>
                          <a:pt x="2288510" y="-14701"/>
                          <a:pt x="2238530" y="25875"/>
                          <a:pt x="2367888" y="0"/>
                        </a:cubicBezTo>
                        <a:cubicBezTo>
                          <a:pt x="2497246" y="-25875"/>
                          <a:pt x="2763580" y="42550"/>
                          <a:pt x="2931671" y="0"/>
                        </a:cubicBezTo>
                        <a:cubicBezTo>
                          <a:pt x="3099762" y="-42550"/>
                          <a:pt x="3239923" y="32949"/>
                          <a:pt x="3405248" y="0"/>
                        </a:cubicBezTo>
                        <a:cubicBezTo>
                          <a:pt x="3570573" y="-32949"/>
                          <a:pt x="3705750" y="8809"/>
                          <a:pt x="3969031" y="0"/>
                        </a:cubicBezTo>
                        <a:cubicBezTo>
                          <a:pt x="4232312" y="-8809"/>
                          <a:pt x="4119888" y="113"/>
                          <a:pt x="4262198" y="0"/>
                        </a:cubicBezTo>
                        <a:cubicBezTo>
                          <a:pt x="4404508" y="-113"/>
                          <a:pt x="4553147" y="26155"/>
                          <a:pt x="4735776" y="0"/>
                        </a:cubicBezTo>
                        <a:cubicBezTo>
                          <a:pt x="4918405" y="-26155"/>
                          <a:pt x="4978749" y="6587"/>
                          <a:pt x="5119148" y="0"/>
                        </a:cubicBezTo>
                        <a:cubicBezTo>
                          <a:pt x="5259547" y="-6587"/>
                          <a:pt x="5327570" y="17409"/>
                          <a:pt x="5502520" y="0"/>
                        </a:cubicBezTo>
                        <a:cubicBezTo>
                          <a:pt x="5677470" y="-17409"/>
                          <a:pt x="5729314" y="42215"/>
                          <a:pt x="5885893" y="0"/>
                        </a:cubicBezTo>
                        <a:cubicBezTo>
                          <a:pt x="6042472" y="-42215"/>
                          <a:pt x="6199408" y="42945"/>
                          <a:pt x="6359470" y="0"/>
                        </a:cubicBezTo>
                        <a:cubicBezTo>
                          <a:pt x="6519532" y="-42945"/>
                          <a:pt x="6761087" y="1591"/>
                          <a:pt x="7013458" y="0"/>
                        </a:cubicBezTo>
                        <a:cubicBezTo>
                          <a:pt x="7265829" y="-1591"/>
                          <a:pt x="7299772" y="21696"/>
                          <a:pt x="7487036" y="0"/>
                        </a:cubicBezTo>
                        <a:cubicBezTo>
                          <a:pt x="7674300" y="-21696"/>
                          <a:pt x="7721077" y="23366"/>
                          <a:pt x="7780203" y="0"/>
                        </a:cubicBezTo>
                        <a:cubicBezTo>
                          <a:pt x="7839329" y="-23366"/>
                          <a:pt x="8349334" y="41186"/>
                          <a:pt x="8524396" y="0"/>
                        </a:cubicBezTo>
                        <a:cubicBezTo>
                          <a:pt x="8699458" y="-41186"/>
                          <a:pt x="8871657" y="26660"/>
                          <a:pt x="9020525" y="0"/>
                        </a:cubicBezTo>
                        <a:cubicBezTo>
                          <a:pt x="9035441" y="127019"/>
                          <a:pt x="8999383" y="375245"/>
                          <a:pt x="9020525" y="588826"/>
                        </a:cubicBezTo>
                        <a:cubicBezTo>
                          <a:pt x="9041667" y="802407"/>
                          <a:pt x="8989110" y="894491"/>
                          <a:pt x="9020525" y="1154561"/>
                        </a:cubicBezTo>
                        <a:cubicBezTo>
                          <a:pt x="8837950" y="1199697"/>
                          <a:pt x="8778259" y="1111773"/>
                          <a:pt x="8637153" y="1154561"/>
                        </a:cubicBezTo>
                        <a:cubicBezTo>
                          <a:pt x="8496047" y="1197349"/>
                          <a:pt x="8317499" y="1112453"/>
                          <a:pt x="8163575" y="1154561"/>
                        </a:cubicBezTo>
                        <a:cubicBezTo>
                          <a:pt x="8009651" y="1196669"/>
                          <a:pt x="7926918" y="1117028"/>
                          <a:pt x="7780203" y="1154561"/>
                        </a:cubicBezTo>
                        <a:cubicBezTo>
                          <a:pt x="7633488" y="1192094"/>
                          <a:pt x="7412589" y="1116239"/>
                          <a:pt x="7306625" y="1154561"/>
                        </a:cubicBezTo>
                        <a:cubicBezTo>
                          <a:pt x="7200661" y="1192883"/>
                          <a:pt x="7112965" y="1132838"/>
                          <a:pt x="6923253" y="1154561"/>
                        </a:cubicBezTo>
                        <a:cubicBezTo>
                          <a:pt x="6733541" y="1176284"/>
                          <a:pt x="6751736" y="1127567"/>
                          <a:pt x="6630086" y="1154561"/>
                        </a:cubicBezTo>
                        <a:cubicBezTo>
                          <a:pt x="6508436" y="1181555"/>
                          <a:pt x="6419210" y="1151006"/>
                          <a:pt x="6246714" y="1154561"/>
                        </a:cubicBezTo>
                        <a:cubicBezTo>
                          <a:pt x="6074218" y="1158116"/>
                          <a:pt x="5764003" y="1081690"/>
                          <a:pt x="5502520" y="1154561"/>
                        </a:cubicBezTo>
                        <a:cubicBezTo>
                          <a:pt x="5241037" y="1227432"/>
                          <a:pt x="5268755" y="1146871"/>
                          <a:pt x="5209353" y="1154561"/>
                        </a:cubicBezTo>
                        <a:cubicBezTo>
                          <a:pt x="5149951" y="1162251"/>
                          <a:pt x="4783165" y="1101478"/>
                          <a:pt x="4465160" y="1154561"/>
                        </a:cubicBezTo>
                        <a:cubicBezTo>
                          <a:pt x="4147155" y="1207644"/>
                          <a:pt x="4287689" y="1135382"/>
                          <a:pt x="4171993" y="1154561"/>
                        </a:cubicBezTo>
                        <a:cubicBezTo>
                          <a:pt x="4056297" y="1173740"/>
                          <a:pt x="3589608" y="1104889"/>
                          <a:pt x="3427800" y="1154561"/>
                        </a:cubicBezTo>
                        <a:cubicBezTo>
                          <a:pt x="3265992" y="1204233"/>
                          <a:pt x="3207011" y="1129997"/>
                          <a:pt x="3134632" y="1154561"/>
                        </a:cubicBezTo>
                        <a:cubicBezTo>
                          <a:pt x="3062253" y="1179125"/>
                          <a:pt x="2754942" y="1118839"/>
                          <a:pt x="2570850" y="1154561"/>
                        </a:cubicBezTo>
                        <a:cubicBezTo>
                          <a:pt x="2386758" y="1190283"/>
                          <a:pt x="2131845" y="1127614"/>
                          <a:pt x="2007067" y="1154561"/>
                        </a:cubicBezTo>
                        <a:cubicBezTo>
                          <a:pt x="1882289" y="1181508"/>
                          <a:pt x="1767094" y="1123903"/>
                          <a:pt x="1623695" y="1154561"/>
                        </a:cubicBezTo>
                        <a:cubicBezTo>
                          <a:pt x="1480296" y="1185219"/>
                          <a:pt x="1167393" y="1082590"/>
                          <a:pt x="879501" y="1154561"/>
                        </a:cubicBezTo>
                        <a:cubicBezTo>
                          <a:pt x="591609" y="1226532"/>
                          <a:pt x="692057" y="1130862"/>
                          <a:pt x="586334" y="1154561"/>
                        </a:cubicBezTo>
                        <a:cubicBezTo>
                          <a:pt x="480611" y="1178260"/>
                          <a:pt x="126882" y="1131269"/>
                          <a:pt x="0" y="1154561"/>
                        </a:cubicBezTo>
                        <a:cubicBezTo>
                          <a:pt x="-3623" y="977174"/>
                          <a:pt x="8338" y="749944"/>
                          <a:pt x="0" y="554189"/>
                        </a:cubicBezTo>
                        <a:cubicBezTo>
                          <a:pt x="-8338" y="358434"/>
                          <a:pt x="9130" y="265640"/>
                          <a:pt x="0" y="0"/>
                        </a:cubicBezTo>
                        <a:close/>
                      </a:path>
                      <a:path w="9020525" h="1154561" stroke="0" extrusionOk="0">
                        <a:moveTo>
                          <a:pt x="0" y="0"/>
                        </a:moveTo>
                        <a:cubicBezTo>
                          <a:pt x="180852" y="-35691"/>
                          <a:pt x="367707" y="49447"/>
                          <a:pt x="473578" y="0"/>
                        </a:cubicBezTo>
                        <a:cubicBezTo>
                          <a:pt x="579449" y="-49447"/>
                          <a:pt x="877763" y="6685"/>
                          <a:pt x="1037360" y="0"/>
                        </a:cubicBezTo>
                        <a:cubicBezTo>
                          <a:pt x="1196957" y="-6685"/>
                          <a:pt x="1415125" y="5447"/>
                          <a:pt x="1510938" y="0"/>
                        </a:cubicBezTo>
                        <a:cubicBezTo>
                          <a:pt x="1606751" y="-5447"/>
                          <a:pt x="1847407" y="33584"/>
                          <a:pt x="2164926" y="0"/>
                        </a:cubicBezTo>
                        <a:cubicBezTo>
                          <a:pt x="2482445" y="-33584"/>
                          <a:pt x="2332698" y="9303"/>
                          <a:pt x="2458093" y="0"/>
                        </a:cubicBezTo>
                        <a:cubicBezTo>
                          <a:pt x="2583488" y="-9303"/>
                          <a:pt x="2847795" y="87301"/>
                          <a:pt x="3202286" y="0"/>
                        </a:cubicBezTo>
                        <a:cubicBezTo>
                          <a:pt x="3556777" y="-87301"/>
                          <a:pt x="3402294" y="45887"/>
                          <a:pt x="3585659" y="0"/>
                        </a:cubicBezTo>
                        <a:cubicBezTo>
                          <a:pt x="3769024" y="-45887"/>
                          <a:pt x="3770567" y="17022"/>
                          <a:pt x="3878826" y="0"/>
                        </a:cubicBezTo>
                        <a:cubicBezTo>
                          <a:pt x="3987085" y="-17022"/>
                          <a:pt x="4093113" y="22735"/>
                          <a:pt x="4171993" y="0"/>
                        </a:cubicBezTo>
                        <a:cubicBezTo>
                          <a:pt x="4250873" y="-22735"/>
                          <a:pt x="4500819" y="45635"/>
                          <a:pt x="4825981" y="0"/>
                        </a:cubicBezTo>
                        <a:cubicBezTo>
                          <a:pt x="5151143" y="-45635"/>
                          <a:pt x="5335792" y="7764"/>
                          <a:pt x="5479969" y="0"/>
                        </a:cubicBezTo>
                        <a:cubicBezTo>
                          <a:pt x="5624146" y="-7764"/>
                          <a:pt x="5831150" y="14636"/>
                          <a:pt x="6043752" y="0"/>
                        </a:cubicBezTo>
                        <a:cubicBezTo>
                          <a:pt x="6256354" y="-14636"/>
                          <a:pt x="6279291" y="17509"/>
                          <a:pt x="6427124" y="0"/>
                        </a:cubicBezTo>
                        <a:cubicBezTo>
                          <a:pt x="6574957" y="-17509"/>
                          <a:pt x="6669696" y="146"/>
                          <a:pt x="6810496" y="0"/>
                        </a:cubicBezTo>
                        <a:cubicBezTo>
                          <a:pt x="6951296" y="-146"/>
                          <a:pt x="7176844" y="7141"/>
                          <a:pt x="7464484" y="0"/>
                        </a:cubicBezTo>
                        <a:cubicBezTo>
                          <a:pt x="7752124" y="-7141"/>
                          <a:pt x="7783200" y="13238"/>
                          <a:pt x="7938062" y="0"/>
                        </a:cubicBezTo>
                        <a:cubicBezTo>
                          <a:pt x="8092924" y="-13238"/>
                          <a:pt x="8221400" y="4006"/>
                          <a:pt x="8321434" y="0"/>
                        </a:cubicBezTo>
                        <a:cubicBezTo>
                          <a:pt x="8421468" y="-4006"/>
                          <a:pt x="8722932" y="32118"/>
                          <a:pt x="9020525" y="0"/>
                        </a:cubicBezTo>
                        <a:cubicBezTo>
                          <a:pt x="9083950" y="257234"/>
                          <a:pt x="9018097" y="328585"/>
                          <a:pt x="9020525" y="542644"/>
                        </a:cubicBezTo>
                        <a:cubicBezTo>
                          <a:pt x="9022953" y="756703"/>
                          <a:pt x="8961553" y="889386"/>
                          <a:pt x="9020525" y="1154561"/>
                        </a:cubicBezTo>
                        <a:cubicBezTo>
                          <a:pt x="8913447" y="1180514"/>
                          <a:pt x="8808622" y="1118751"/>
                          <a:pt x="8637153" y="1154561"/>
                        </a:cubicBezTo>
                        <a:cubicBezTo>
                          <a:pt x="8465684" y="1190371"/>
                          <a:pt x="8307094" y="1148262"/>
                          <a:pt x="7983165" y="1154561"/>
                        </a:cubicBezTo>
                        <a:cubicBezTo>
                          <a:pt x="7659236" y="1160860"/>
                          <a:pt x="7570989" y="1150476"/>
                          <a:pt x="7329177" y="1154561"/>
                        </a:cubicBezTo>
                        <a:cubicBezTo>
                          <a:pt x="7087365" y="1158646"/>
                          <a:pt x="6879338" y="1132271"/>
                          <a:pt x="6765394" y="1154561"/>
                        </a:cubicBezTo>
                        <a:cubicBezTo>
                          <a:pt x="6651450" y="1176851"/>
                          <a:pt x="6392825" y="1134282"/>
                          <a:pt x="6291816" y="1154561"/>
                        </a:cubicBezTo>
                        <a:cubicBezTo>
                          <a:pt x="6190807" y="1174840"/>
                          <a:pt x="6058743" y="1136900"/>
                          <a:pt x="5908444" y="1154561"/>
                        </a:cubicBezTo>
                        <a:cubicBezTo>
                          <a:pt x="5758145" y="1172222"/>
                          <a:pt x="5677705" y="1140525"/>
                          <a:pt x="5615277" y="1154561"/>
                        </a:cubicBezTo>
                        <a:cubicBezTo>
                          <a:pt x="5552849" y="1168597"/>
                          <a:pt x="5101456" y="1102035"/>
                          <a:pt x="4871084" y="1154561"/>
                        </a:cubicBezTo>
                        <a:cubicBezTo>
                          <a:pt x="4640712" y="1207087"/>
                          <a:pt x="4676301" y="1127764"/>
                          <a:pt x="4577916" y="1154561"/>
                        </a:cubicBezTo>
                        <a:cubicBezTo>
                          <a:pt x="4479531" y="1181358"/>
                          <a:pt x="4204187" y="1145699"/>
                          <a:pt x="3923928" y="1154561"/>
                        </a:cubicBezTo>
                        <a:cubicBezTo>
                          <a:pt x="3643669" y="1163423"/>
                          <a:pt x="3474367" y="1149702"/>
                          <a:pt x="3360146" y="1154561"/>
                        </a:cubicBezTo>
                        <a:cubicBezTo>
                          <a:pt x="3245925" y="1159420"/>
                          <a:pt x="2777099" y="1121599"/>
                          <a:pt x="2615952" y="1154561"/>
                        </a:cubicBezTo>
                        <a:cubicBezTo>
                          <a:pt x="2454805" y="1187523"/>
                          <a:pt x="2396207" y="1112278"/>
                          <a:pt x="2232580" y="1154561"/>
                        </a:cubicBezTo>
                        <a:cubicBezTo>
                          <a:pt x="2068953" y="1196844"/>
                          <a:pt x="1990446" y="1108454"/>
                          <a:pt x="1759002" y="1154561"/>
                        </a:cubicBezTo>
                        <a:cubicBezTo>
                          <a:pt x="1527558" y="1200668"/>
                          <a:pt x="1530696" y="1119566"/>
                          <a:pt x="1375630" y="1154561"/>
                        </a:cubicBezTo>
                        <a:cubicBezTo>
                          <a:pt x="1220564" y="1189556"/>
                          <a:pt x="1160130" y="1121101"/>
                          <a:pt x="1082463" y="1154561"/>
                        </a:cubicBezTo>
                        <a:cubicBezTo>
                          <a:pt x="1004796" y="1188021"/>
                          <a:pt x="489401" y="1113018"/>
                          <a:pt x="0" y="1154561"/>
                        </a:cubicBezTo>
                        <a:cubicBezTo>
                          <a:pt x="-40315" y="862899"/>
                          <a:pt x="9553" y="710768"/>
                          <a:pt x="0" y="565735"/>
                        </a:cubicBezTo>
                        <a:cubicBezTo>
                          <a:pt x="-9553" y="420702"/>
                          <a:pt x="16870" y="27926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b="0" i="1" cap="none">
                <a:latin typeface="+mn-lt"/>
                <a:cs typeface="Times New Roman" panose="02020603050405020304" pitchFamily="18" charset="0"/>
              </a:rPr>
              <a:t>Automatically generates A design pack from an approved SRS, where the architect agent produces API contract &amp; UML diagrams, the UI/UX agent produces user flows and wireframes.</a:t>
            </a:r>
            <a:endParaRPr lang="en-GB" sz="2000" b="0" i="1" cap="none">
              <a:solidFill>
                <a:srgbClr val="002060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64656EC2-E09E-733D-48FB-6030CFC22775}"/>
              </a:ext>
            </a:extLst>
          </p:cNvPr>
          <p:cNvSpPr txBox="1">
            <a:spLocks/>
          </p:cNvSpPr>
          <p:nvPr/>
        </p:nvSpPr>
        <p:spPr>
          <a:xfrm>
            <a:off x="457200" y="3421082"/>
            <a:ext cx="9736906" cy="2413948"/>
          </a:xfrm>
          <a:prstGeom prst="roundRect">
            <a:avLst/>
          </a:prstGeom>
          <a:solidFill>
            <a:srgbClr val="EDE2F6"/>
          </a:solidFill>
          <a:ln>
            <a:solidFill>
              <a:srgbClr val="FF66FF"/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9736906"/>
                      <a:gd name="csY0" fmla="*/ 0 h 2297523"/>
                      <a:gd name="csX1" fmla="*/ 670128 w 9736906"/>
                      <a:gd name="csY1" fmla="*/ 0 h 2297523"/>
                      <a:gd name="csX2" fmla="*/ 1145518 w 9736906"/>
                      <a:gd name="csY2" fmla="*/ 0 h 2297523"/>
                      <a:gd name="csX3" fmla="*/ 1523539 w 9736906"/>
                      <a:gd name="csY3" fmla="*/ 0 h 2297523"/>
                      <a:gd name="csX4" fmla="*/ 1901560 w 9736906"/>
                      <a:gd name="csY4" fmla="*/ 0 h 2297523"/>
                      <a:gd name="csX5" fmla="*/ 2279582 w 9736906"/>
                      <a:gd name="csY5" fmla="*/ 0 h 2297523"/>
                      <a:gd name="csX6" fmla="*/ 2754972 w 9736906"/>
                      <a:gd name="csY6" fmla="*/ 0 h 2297523"/>
                      <a:gd name="csX7" fmla="*/ 3425100 w 9736906"/>
                      <a:gd name="csY7" fmla="*/ 0 h 2297523"/>
                      <a:gd name="csX8" fmla="*/ 3900490 w 9736906"/>
                      <a:gd name="csY8" fmla="*/ 0 h 2297523"/>
                      <a:gd name="csX9" fmla="*/ 4181142 w 9736906"/>
                      <a:gd name="csY9" fmla="*/ 0 h 2297523"/>
                      <a:gd name="csX10" fmla="*/ 4948639 w 9736906"/>
                      <a:gd name="csY10" fmla="*/ 0 h 2297523"/>
                      <a:gd name="csX11" fmla="*/ 5716137 w 9736906"/>
                      <a:gd name="csY11" fmla="*/ 0 h 2297523"/>
                      <a:gd name="csX12" fmla="*/ 6386265 w 9736906"/>
                      <a:gd name="csY12" fmla="*/ 0 h 2297523"/>
                      <a:gd name="csX13" fmla="*/ 6861655 w 9736906"/>
                      <a:gd name="csY13" fmla="*/ 0 h 2297523"/>
                      <a:gd name="csX14" fmla="*/ 7434414 w 9736906"/>
                      <a:gd name="csY14" fmla="*/ 0 h 2297523"/>
                      <a:gd name="csX15" fmla="*/ 7715066 w 9736906"/>
                      <a:gd name="csY15" fmla="*/ 0 h 2297523"/>
                      <a:gd name="csX16" fmla="*/ 8093087 w 9736906"/>
                      <a:gd name="csY16" fmla="*/ 0 h 2297523"/>
                      <a:gd name="csX17" fmla="*/ 8860584 w 9736906"/>
                      <a:gd name="csY17" fmla="*/ 0 h 2297523"/>
                      <a:gd name="csX18" fmla="*/ 9736906 w 9736906"/>
                      <a:gd name="csY18" fmla="*/ 0 h 2297523"/>
                      <a:gd name="csX19" fmla="*/ 9736906 w 9736906"/>
                      <a:gd name="csY19" fmla="*/ 597356 h 2297523"/>
                      <a:gd name="csX20" fmla="*/ 9736906 w 9736906"/>
                      <a:gd name="csY20" fmla="*/ 1148762 h 2297523"/>
                      <a:gd name="csX21" fmla="*/ 9736906 w 9736906"/>
                      <a:gd name="csY21" fmla="*/ 1654217 h 2297523"/>
                      <a:gd name="csX22" fmla="*/ 9736906 w 9736906"/>
                      <a:gd name="csY22" fmla="*/ 2297523 h 2297523"/>
                      <a:gd name="csX23" fmla="*/ 9261516 w 9736906"/>
                      <a:gd name="csY23" fmla="*/ 2297523 h 2297523"/>
                      <a:gd name="csX24" fmla="*/ 8980864 w 9736906"/>
                      <a:gd name="csY24" fmla="*/ 2297523 h 2297523"/>
                      <a:gd name="csX25" fmla="*/ 8213367 w 9736906"/>
                      <a:gd name="csY25" fmla="*/ 2297523 h 2297523"/>
                      <a:gd name="csX26" fmla="*/ 7932715 w 9736906"/>
                      <a:gd name="csY26" fmla="*/ 2297523 h 2297523"/>
                      <a:gd name="csX27" fmla="*/ 7359955 w 9736906"/>
                      <a:gd name="csY27" fmla="*/ 2297523 h 2297523"/>
                      <a:gd name="csX28" fmla="*/ 6787196 w 9736906"/>
                      <a:gd name="csY28" fmla="*/ 2297523 h 2297523"/>
                      <a:gd name="csX29" fmla="*/ 6409175 w 9736906"/>
                      <a:gd name="csY29" fmla="*/ 2297523 h 2297523"/>
                      <a:gd name="csX30" fmla="*/ 5641678 w 9736906"/>
                      <a:gd name="csY30" fmla="*/ 2297523 h 2297523"/>
                      <a:gd name="csX31" fmla="*/ 5361026 w 9736906"/>
                      <a:gd name="csY31" fmla="*/ 2297523 h 2297523"/>
                      <a:gd name="csX32" fmla="*/ 4983005 w 9736906"/>
                      <a:gd name="csY32" fmla="*/ 2297523 h 2297523"/>
                      <a:gd name="csX33" fmla="*/ 4215508 w 9736906"/>
                      <a:gd name="csY33" fmla="*/ 2297523 h 2297523"/>
                      <a:gd name="csX34" fmla="*/ 3837486 w 9736906"/>
                      <a:gd name="csY34" fmla="*/ 2297523 h 2297523"/>
                      <a:gd name="csX35" fmla="*/ 3264727 w 9736906"/>
                      <a:gd name="csY35" fmla="*/ 2297523 h 2297523"/>
                      <a:gd name="csX36" fmla="*/ 2594599 w 9736906"/>
                      <a:gd name="csY36" fmla="*/ 2297523 h 2297523"/>
                      <a:gd name="csX37" fmla="*/ 2119209 w 9736906"/>
                      <a:gd name="csY37" fmla="*/ 2297523 h 2297523"/>
                      <a:gd name="csX38" fmla="*/ 1449081 w 9736906"/>
                      <a:gd name="csY38" fmla="*/ 2297523 h 2297523"/>
                      <a:gd name="csX39" fmla="*/ 1168429 w 9736906"/>
                      <a:gd name="csY39" fmla="*/ 2297523 h 2297523"/>
                      <a:gd name="csX40" fmla="*/ 595670 w 9736906"/>
                      <a:gd name="csY40" fmla="*/ 2297523 h 2297523"/>
                      <a:gd name="csX41" fmla="*/ 0 w 9736906"/>
                      <a:gd name="csY41" fmla="*/ 2297523 h 2297523"/>
                      <a:gd name="csX42" fmla="*/ 0 w 9736906"/>
                      <a:gd name="csY42" fmla="*/ 1792068 h 2297523"/>
                      <a:gd name="csX43" fmla="*/ 0 w 9736906"/>
                      <a:gd name="csY43" fmla="*/ 1171737 h 2297523"/>
                      <a:gd name="csX44" fmla="*/ 0 w 9736906"/>
                      <a:gd name="csY44" fmla="*/ 597356 h 2297523"/>
                      <a:gd name="csX45" fmla="*/ 0 w 9736906"/>
                      <a:gd name="csY45" fmla="*/ 0 h 229752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</a:cxnLst>
                    <a:rect l="l" t="t" r="r" b="b"/>
                    <a:pathLst>
                      <a:path w="9736906" h="2297523" fill="none" extrusionOk="0">
                        <a:moveTo>
                          <a:pt x="0" y="0"/>
                        </a:moveTo>
                        <a:cubicBezTo>
                          <a:pt x="172845" y="-32528"/>
                          <a:pt x="527885" y="56336"/>
                          <a:pt x="670128" y="0"/>
                        </a:cubicBezTo>
                        <a:cubicBezTo>
                          <a:pt x="812371" y="-56336"/>
                          <a:pt x="919560" y="51686"/>
                          <a:pt x="1145518" y="0"/>
                        </a:cubicBezTo>
                        <a:cubicBezTo>
                          <a:pt x="1371476" y="-51686"/>
                          <a:pt x="1394759" y="39452"/>
                          <a:pt x="1523539" y="0"/>
                        </a:cubicBezTo>
                        <a:cubicBezTo>
                          <a:pt x="1652319" y="-39452"/>
                          <a:pt x="1747535" y="8061"/>
                          <a:pt x="1901560" y="0"/>
                        </a:cubicBezTo>
                        <a:cubicBezTo>
                          <a:pt x="2055585" y="-8061"/>
                          <a:pt x="2155245" y="24755"/>
                          <a:pt x="2279582" y="0"/>
                        </a:cubicBezTo>
                        <a:cubicBezTo>
                          <a:pt x="2403919" y="-24755"/>
                          <a:pt x="2525732" y="29865"/>
                          <a:pt x="2754972" y="0"/>
                        </a:cubicBezTo>
                        <a:cubicBezTo>
                          <a:pt x="2984212" y="-29865"/>
                          <a:pt x="3221194" y="80336"/>
                          <a:pt x="3425100" y="0"/>
                        </a:cubicBezTo>
                        <a:cubicBezTo>
                          <a:pt x="3629006" y="-80336"/>
                          <a:pt x="3683338" y="12578"/>
                          <a:pt x="3900490" y="0"/>
                        </a:cubicBezTo>
                        <a:cubicBezTo>
                          <a:pt x="4117642" y="-12578"/>
                          <a:pt x="4063415" y="27659"/>
                          <a:pt x="4181142" y="0"/>
                        </a:cubicBezTo>
                        <a:cubicBezTo>
                          <a:pt x="4298869" y="-27659"/>
                          <a:pt x="4648690" y="5768"/>
                          <a:pt x="4948639" y="0"/>
                        </a:cubicBezTo>
                        <a:cubicBezTo>
                          <a:pt x="5248588" y="-5768"/>
                          <a:pt x="5356934" y="67641"/>
                          <a:pt x="5716137" y="0"/>
                        </a:cubicBezTo>
                        <a:cubicBezTo>
                          <a:pt x="6075340" y="-67641"/>
                          <a:pt x="6246771" y="52830"/>
                          <a:pt x="6386265" y="0"/>
                        </a:cubicBezTo>
                        <a:cubicBezTo>
                          <a:pt x="6525759" y="-52830"/>
                          <a:pt x="6644390" y="36757"/>
                          <a:pt x="6861655" y="0"/>
                        </a:cubicBezTo>
                        <a:cubicBezTo>
                          <a:pt x="7078920" y="-36757"/>
                          <a:pt x="7262390" y="26894"/>
                          <a:pt x="7434414" y="0"/>
                        </a:cubicBezTo>
                        <a:cubicBezTo>
                          <a:pt x="7606438" y="-26894"/>
                          <a:pt x="7600675" y="16517"/>
                          <a:pt x="7715066" y="0"/>
                        </a:cubicBezTo>
                        <a:cubicBezTo>
                          <a:pt x="7829457" y="-16517"/>
                          <a:pt x="7990638" y="40777"/>
                          <a:pt x="8093087" y="0"/>
                        </a:cubicBezTo>
                        <a:cubicBezTo>
                          <a:pt x="8195536" y="-40777"/>
                          <a:pt x="8522714" y="39351"/>
                          <a:pt x="8860584" y="0"/>
                        </a:cubicBezTo>
                        <a:cubicBezTo>
                          <a:pt x="9198454" y="-39351"/>
                          <a:pt x="9486729" y="59896"/>
                          <a:pt x="9736906" y="0"/>
                        </a:cubicBezTo>
                        <a:cubicBezTo>
                          <a:pt x="9751911" y="153992"/>
                          <a:pt x="9676262" y="447078"/>
                          <a:pt x="9736906" y="597356"/>
                        </a:cubicBezTo>
                        <a:cubicBezTo>
                          <a:pt x="9797550" y="747634"/>
                          <a:pt x="9698098" y="997532"/>
                          <a:pt x="9736906" y="1148762"/>
                        </a:cubicBezTo>
                        <a:cubicBezTo>
                          <a:pt x="9775714" y="1299992"/>
                          <a:pt x="9684674" y="1422017"/>
                          <a:pt x="9736906" y="1654217"/>
                        </a:cubicBezTo>
                        <a:cubicBezTo>
                          <a:pt x="9789138" y="1886417"/>
                          <a:pt x="9679985" y="2013736"/>
                          <a:pt x="9736906" y="2297523"/>
                        </a:cubicBezTo>
                        <a:cubicBezTo>
                          <a:pt x="9614494" y="2345408"/>
                          <a:pt x="9461249" y="2274142"/>
                          <a:pt x="9261516" y="2297523"/>
                        </a:cubicBezTo>
                        <a:cubicBezTo>
                          <a:pt x="9061783" y="2320904"/>
                          <a:pt x="9073569" y="2276465"/>
                          <a:pt x="8980864" y="2297523"/>
                        </a:cubicBezTo>
                        <a:cubicBezTo>
                          <a:pt x="8888159" y="2318581"/>
                          <a:pt x="8507022" y="2276905"/>
                          <a:pt x="8213367" y="2297523"/>
                        </a:cubicBezTo>
                        <a:cubicBezTo>
                          <a:pt x="7919712" y="2318141"/>
                          <a:pt x="8067364" y="2295613"/>
                          <a:pt x="7932715" y="2297523"/>
                        </a:cubicBezTo>
                        <a:cubicBezTo>
                          <a:pt x="7798066" y="2299433"/>
                          <a:pt x="7517350" y="2278199"/>
                          <a:pt x="7359955" y="2297523"/>
                        </a:cubicBezTo>
                        <a:cubicBezTo>
                          <a:pt x="7202560" y="2316847"/>
                          <a:pt x="7053378" y="2272348"/>
                          <a:pt x="6787196" y="2297523"/>
                        </a:cubicBezTo>
                        <a:cubicBezTo>
                          <a:pt x="6521014" y="2322698"/>
                          <a:pt x="6560883" y="2283430"/>
                          <a:pt x="6409175" y="2297523"/>
                        </a:cubicBezTo>
                        <a:cubicBezTo>
                          <a:pt x="6257467" y="2311616"/>
                          <a:pt x="5871214" y="2214640"/>
                          <a:pt x="5641678" y="2297523"/>
                        </a:cubicBezTo>
                        <a:cubicBezTo>
                          <a:pt x="5412142" y="2380406"/>
                          <a:pt x="5417831" y="2271636"/>
                          <a:pt x="5361026" y="2297523"/>
                        </a:cubicBezTo>
                        <a:cubicBezTo>
                          <a:pt x="5304221" y="2323410"/>
                          <a:pt x="5087714" y="2260586"/>
                          <a:pt x="4983005" y="2297523"/>
                        </a:cubicBezTo>
                        <a:cubicBezTo>
                          <a:pt x="4878296" y="2334460"/>
                          <a:pt x="4386886" y="2233570"/>
                          <a:pt x="4215508" y="2297523"/>
                        </a:cubicBezTo>
                        <a:cubicBezTo>
                          <a:pt x="4044130" y="2361476"/>
                          <a:pt x="4023220" y="2291154"/>
                          <a:pt x="3837486" y="2297523"/>
                        </a:cubicBezTo>
                        <a:cubicBezTo>
                          <a:pt x="3651752" y="2303892"/>
                          <a:pt x="3448315" y="2264577"/>
                          <a:pt x="3264727" y="2297523"/>
                        </a:cubicBezTo>
                        <a:cubicBezTo>
                          <a:pt x="3081139" y="2330469"/>
                          <a:pt x="2855815" y="2288390"/>
                          <a:pt x="2594599" y="2297523"/>
                        </a:cubicBezTo>
                        <a:cubicBezTo>
                          <a:pt x="2333383" y="2306656"/>
                          <a:pt x="2303241" y="2269356"/>
                          <a:pt x="2119209" y="2297523"/>
                        </a:cubicBezTo>
                        <a:cubicBezTo>
                          <a:pt x="1935177" y="2325690"/>
                          <a:pt x="1733703" y="2271428"/>
                          <a:pt x="1449081" y="2297523"/>
                        </a:cubicBezTo>
                        <a:cubicBezTo>
                          <a:pt x="1164459" y="2323618"/>
                          <a:pt x="1296730" y="2287025"/>
                          <a:pt x="1168429" y="2297523"/>
                        </a:cubicBezTo>
                        <a:cubicBezTo>
                          <a:pt x="1040128" y="2308021"/>
                          <a:pt x="814832" y="2229240"/>
                          <a:pt x="595670" y="2297523"/>
                        </a:cubicBezTo>
                        <a:cubicBezTo>
                          <a:pt x="376508" y="2365806"/>
                          <a:pt x="183631" y="2227909"/>
                          <a:pt x="0" y="2297523"/>
                        </a:cubicBezTo>
                        <a:cubicBezTo>
                          <a:pt x="-58493" y="2140370"/>
                          <a:pt x="21528" y="1981169"/>
                          <a:pt x="0" y="1792068"/>
                        </a:cubicBezTo>
                        <a:cubicBezTo>
                          <a:pt x="-21528" y="1602967"/>
                          <a:pt x="14124" y="1383878"/>
                          <a:pt x="0" y="1171737"/>
                        </a:cubicBezTo>
                        <a:cubicBezTo>
                          <a:pt x="-14124" y="959596"/>
                          <a:pt x="54367" y="792001"/>
                          <a:pt x="0" y="597356"/>
                        </a:cubicBezTo>
                        <a:cubicBezTo>
                          <a:pt x="-54367" y="402711"/>
                          <a:pt x="7659" y="120760"/>
                          <a:pt x="0" y="0"/>
                        </a:cubicBezTo>
                        <a:close/>
                      </a:path>
                      <a:path w="9736906" h="2297523" stroke="0" extrusionOk="0">
                        <a:moveTo>
                          <a:pt x="0" y="0"/>
                        </a:moveTo>
                        <a:cubicBezTo>
                          <a:pt x="199068" y="-9039"/>
                          <a:pt x="272949" y="11998"/>
                          <a:pt x="475390" y="0"/>
                        </a:cubicBezTo>
                        <a:cubicBezTo>
                          <a:pt x="677831" y="-11998"/>
                          <a:pt x="862931" y="48523"/>
                          <a:pt x="1048149" y="0"/>
                        </a:cubicBezTo>
                        <a:cubicBezTo>
                          <a:pt x="1233367" y="-48523"/>
                          <a:pt x="1412374" y="4861"/>
                          <a:pt x="1523539" y="0"/>
                        </a:cubicBezTo>
                        <a:cubicBezTo>
                          <a:pt x="1634704" y="-4861"/>
                          <a:pt x="1941622" y="51841"/>
                          <a:pt x="2193668" y="0"/>
                        </a:cubicBezTo>
                        <a:cubicBezTo>
                          <a:pt x="2445714" y="-51841"/>
                          <a:pt x="2398277" y="24851"/>
                          <a:pt x="2474320" y="0"/>
                        </a:cubicBezTo>
                        <a:cubicBezTo>
                          <a:pt x="2550363" y="-24851"/>
                          <a:pt x="3028334" y="87351"/>
                          <a:pt x="3241817" y="0"/>
                        </a:cubicBezTo>
                        <a:cubicBezTo>
                          <a:pt x="3455300" y="-87351"/>
                          <a:pt x="3537188" y="24507"/>
                          <a:pt x="3619838" y="0"/>
                        </a:cubicBezTo>
                        <a:cubicBezTo>
                          <a:pt x="3702488" y="-24507"/>
                          <a:pt x="3796955" y="13880"/>
                          <a:pt x="3900490" y="0"/>
                        </a:cubicBezTo>
                        <a:cubicBezTo>
                          <a:pt x="4004025" y="-13880"/>
                          <a:pt x="4123885" y="21645"/>
                          <a:pt x="4181142" y="0"/>
                        </a:cubicBezTo>
                        <a:cubicBezTo>
                          <a:pt x="4238399" y="-21645"/>
                          <a:pt x="4575498" y="37721"/>
                          <a:pt x="4851270" y="0"/>
                        </a:cubicBezTo>
                        <a:cubicBezTo>
                          <a:pt x="5127042" y="-37721"/>
                          <a:pt x="5218498" y="3872"/>
                          <a:pt x="5521398" y="0"/>
                        </a:cubicBezTo>
                        <a:cubicBezTo>
                          <a:pt x="5824298" y="-3872"/>
                          <a:pt x="5896637" y="67329"/>
                          <a:pt x="6094158" y="0"/>
                        </a:cubicBezTo>
                        <a:cubicBezTo>
                          <a:pt x="6291679" y="-67329"/>
                          <a:pt x="6336900" y="43054"/>
                          <a:pt x="6472179" y="0"/>
                        </a:cubicBezTo>
                        <a:cubicBezTo>
                          <a:pt x="6607458" y="-43054"/>
                          <a:pt x="6685463" y="37487"/>
                          <a:pt x="6850200" y="0"/>
                        </a:cubicBezTo>
                        <a:cubicBezTo>
                          <a:pt x="7014937" y="-37487"/>
                          <a:pt x="7191716" y="71501"/>
                          <a:pt x="7520328" y="0"/>
                        </a:cubicBezTo>
                        <a:cubicBezTo>
                          <a:pt x="7848940" y="-71501"/>
                          <a:pt x="7885287" y="17585"/>
                          <a:pt x="7995718" y="0"/>
                        </a:cubicBezTo>
                        <a:cubicBezTo>
                          <a:pt x="8106149" y="-17585"/>
                          <a:pt x="8294817" y="38620"/>
                          <a:pt x="8373739" y="0"/>
                        </a:cubicBezTo>
                        <a:cubicBezTo>
                          <a:pt x="8452661" y="-38620"/>
                          <a:pt x="8570769" y="7939"/>
                          <a:pt x="8751760" y="0"/>
                        </a:cubicBezTo>
                        <a:cubicBezTo>
                          <a:pt x="8932751" y="-7939"/>
                          <a:pt x="8932687" y="6647"/>
                          <a:pt x="9032412" y="0"/>
                        </a:cubicBezTo>
                        <a:cubicBezTo>
                          <a:pt x="9132137" y="-6647"/>
                          <a:pt x="9384748" y="46017"/>
                          <a:pt x="9736906" y="0"/>
                        </a:cubicBezTo>
                        <a:cubicBezTo>
                          <a:pt x="9754476" y="126258"/>
                          <a:pt x="9713819" y="311180"/>
                          <a:pt x="9736906" y="505455"/>
                        </a:cubicBezTo>
                        <a:cubicBezTo>
                          <a:pt x="9759993" y="699730"/>
                          <a:pt x="9719491" y="790268"/>
                          <a:pt x="9736906" y="1056861"/>
                        </a:cubicBezTo>
                        <a:cubicBezTo>
                          <a:pt x="9754321" y="1323454"/>
                          <a:pt x="9696028" y="1327212"/>
                          <a:pt x="9736906" y="1585291"/>
                        </a:cubicBezTo>
                        <a:cubicBezTo>
                          <a:pt x="9777784" y="1843370"/>
                          <a:pt x="9735579" y="2139229"/>
                          <a:pt x="9736906" y="2297523"/>
                        </a:cubicBezTo>
                        <a:cubicBezTo>
                          <a:pt x="9650232" y="2305179"/>
                          <a:pt x="9521627" y="2293991"/>
                          <a:pt x="9456254" y="2297523"/>
                        </a:cubicBezTo>
                        <a:cubicBezTo>
                          <a:pt x="9390881" y="2301055"/>
                          <a:pt x="9170089" y="2292737"/>
                          <a:pt x="9078233" y="2297523"/>
                        </a:cubicBezTo>
                        <a:cubicBezTo>
                          <a:pt x="8986377" y="2302309"/>
                          <a:pt x="8883950" y="2277082"/>
                          <a:pt x="8797581" y="2297523"/>
                        </a:cubicBezTo>
                        <a:cubicBezTo>
                          <a:pt x="8711212" y="2317964"/>
                          <a:pt x="8395646" y="2294178"/>
                          <a:pt x="8030084" y="2297523"/>
                        </a:cubicBezTo>
                        <a:cubicBezTo>
                          <a:pt x="7664522" y="2300868"/>
                          <a:pt x="7858848" y="2264605"/>
                          <a:pt x="7749432" y="2297523"/>
                        </a:cubicBezTo>
                        <a:cubicBezTo>
                          <a:pt x="7640016" y="2330441"/>
                          <a:pt x="7272273" y="2272197"/>
                          <a:pt x="7079303" y="2297523"/>
                        </a:cubicBezTo>
                        <a:cubicBezTo>
                          <a:pt x="6886333" y="2322849"/>
                          <a:pt x="6778917" y="2268880"/>
                          <a:pt x="6506544" y="2297523"/>
                        </a:cubicBezTo>
                        <a:cubicBezTo>
                          <a:pt x="6234171" y="2326166"/>
                          <a:pt x="5900613" y="2256037"/>
                          <a:pt x="5739047" y="2297523"/>
                        </a:cubicBezTo>
                        <a:cubicBezTo>
                          <a:pt x="5577481" y="2339009"/>
                          <a:pt x="5549766" y="2260078"/>
                          <a:pt x="5361026" y="2297523"/>
                        </a:cubicBezTo>
                        <a:cubicBezTo>
                          <a:pt x="5172286" y="2334968"/>
                          <a:pt x="5049044" y="2286859"/>
                          <a:pt x="4885636" y="2297523"/>
                        </a:cubicBezTo>
                        <a:cubicBezTo>
                          <a:pt x="4722228" y="2308187"/>
                          <a:pt x="4692741" y="2254893"/>
                          <a:pt x="4507615" y="2297523"/>
                        </a:cubicBezTo>
                        <a:cubicBezTo>
                          <a:pt x="4322489" y="2340153"/>
                          <a:pt x="4332793" y="2265313"/>
                          <a:pt x="4226963" y="2297523"/>
                        </a:cubicBezTo>
                        <a:cubicBezTo>
                          <a:pt x="4121133" y="2329733"/>
                          <a:pt x="3700502" y="2206692"/>
                          <a:pt x="3459465" y="2297523"/>
                        </a:cubicBezTo>
                        <a:cubicBezTo>
                          <a:pt x="3218428" y="2388354"/>
                          <a:pt x="3039236" y="2223788"/>
                          <a:pt x="2789337" y="2297523"/>
                        </a:cubicBezTo>
                        <a:cubicBezTo>
                          <a:pt x="2539438" y="2371258"/>
                          <a:pt x="2404458" y="2279537"/>
                          <a:pt x="2021840" y="2297523"/>
                        </a:cubicBezTo>
                        <a:cubicBezTo>
                          <a:pt x="1639222" y="2315509"/>
                          <a:pt x="1731139" y="2282744"/>
                          <a:pt x="1643819" y="2297523"/>
                        </a:cubicBezTo>
                        <a:cubicBezTo>
                          <a:pt x="1556499" y="2312302"/>
                          <a:pt x="1423743" y="2284394"/>
                          <a:pt x="1363167" y="2297523"/>
                        </a:cubicBezTo>
                        <a:cubicBezTo>
                          <a:pt x="1302591" y="2310652"/>
                          <a:pt x="924509" y="2296039"/>
                          <a:pt x="693039" y="2297523"/>
                        </a:cubicBezTo>
                        <a:cubicBezTo>
                          <a:pt x="461569" y="2299007"/>
                          <a:pt x="164138" y="2278729"/>
                          <a:pt x="0" y="2297523"/>
                        </a:cubicBezTo>
                        <a:cubicBezTo>
                          <a:pt x="-70807" y="2119162"/>
                          <a:pt x="68048" y="1978536"/>
                          <a:pt x="0" y="1700167"/>
                        </a:cubicBezTo>
                        <a:cubicBezTo>
                          <a:pt x="-68048" y="1421798"/>
                          <a:pt x="57175" y="1285935"/>
                          <a:pt x="0" y="1171737"/>
                        </a:cubicBezTo>
                        <a:cubicBezTo>
                          <a:pt x="-57175" y="1057539"/>
                          <a:pt x="48337" y="827068"/>
                          <a:pt x="0" y="666282"/>
                        </a:cubicBezTo>
                        <a:cubicBezTo>
                          <a:pt x="-48337" y="505497"/>
                          <a:pt x="34478" y="13360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i="1">
                <a:latin typeface="+mn-lt"/>
                <a:cs typeface="Times New Roman" panose="02020603050405020304" pitchFamily="18" charset="0"/>
              </a:rPr>
              <a:t>Problem</a:t>
            </a:r>
            <a:r>
              <a:rPr lang="en-GB" sz="2000" i="1"/>
              <a:t>:</a:t>
            </a:r>
            <a:r>
              <a:rPr lang="en-GB" sz="2000" b="0" i="1"/>
              <a:t> </a:t>
            </a:r>
            <a:r>
              <a:rPr lang="en-GB" sz="2000" b="0" i="1" cap="none">
                <a:latin typeface="+mn-lt"/>
                <a:cs typeface="Times New Roman" panose="02020603050405020304" pitchFamily="18" charset="0"/>
              </a:rPr>
              <a:t>Converting An Approved SRS Into Complete Design Artifacts Is Often Slow &amp; Inconsistent, And Existing Tools Still Struggle To Reliably Generate A Full Implementation-ready Design Set</a:t>
            </a:r>
            <a:endParaRPr lang="en-GB" sz="2000" b="0" i="1">
              <a:latin typeface="+mn-lt"/>
              <a:cs typeface="Times New Roman" panose="02020603050405020304" pitchFamily="18" charset="0"/>
            </a:endParaRPr>
          </a:p>
          <a:p>
            <a:endParaRPr lang="en-GB" sz="2000" b="0" i="1">
              <a:latin typeface="Aptos" panose="020B00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i="1">
                <a:latin typeface="+mn-lt"/>
              </a:rPr>
              <a:t> </a:t>
            </a:r>
            <a:r>
              <a:rPr lang="en-GB" sz="2000" i="1">
                <a:latin typeface="+mn-lt"/>
                <a:cs typeface="Times New Roman" panose="02020603050405020304" pitchFamily="18" charset="0"/>
              </a:rPr>
              <a:t>solution  </a:t>
            </a:r>
            <a:r>
              <a:rPr lang="en-GB" sz="20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sz="2000" b="0" i="1"/>
              <a:t> </a:t>
            </a:r>
            <a:r>
              <a:rPr lang="en-GB" sz="2000" b="0" i="1" cap="none">
                <a:latin typeface="+mn-lt"/>
                <a:cs typeface="Times New Roman" panose="02020603050405020304" pitchFamily="18" charset="0"/>
              </a:rPr>
              <a:t>Automatically Generate A Design Pack From Approved SRS </a:t>
            </a:r>
          </a:p>
          <a:p>
            <a:r>
              <a:rPr lang="en-GB" sz="2000" b="0" i="1" cap="none">
                <a:latin typeface="+mn-lt"/>
                <a:cs typeface="Times New Roman" panose="02020603050405020304" pitchFamily="18" charset="0"/>
              </a:rPr>
              <a:t>      Architect Agent  - </a:t>
            </a:r>
            <a:r>
              <a:rPr lang="en-GB" sz="2000" b="0" i="1" cap="none" err="1">
                <a:latin typeface="+mn-lt"/>
                <a:cs typeface="Times New Roman" panose="02020603050405020304" pitchFamily="18" charset="0"/>
              </a:rPr>
              <a:t>OpenApi</a:t>
            </a:r>
            <a:r>
              <a:rPr lang="en-GB" sz="2000" b="0" i="1" cap="none">
                <a:latin typeface="+mn-lt"/>
                <a:cs typeface="Times New Roman" panose="02020603050405020304" pitchFamily="18" charset="0"/>
              </a:rPr>
              <a:t>/Swagger API Contract &amp; UML Diagrams, </a:t>
            </a:r>
          </a:p>
          <a:p>
            <a:r>
              <a:rPr lang="en-GB" sz="2000" b="0" i="1" cap="none">
                <a:latin typeface="+mn-lt"/>
                <a:cs typeface="Times New Roman" panose="02020603050405020304" pitchFamily="18" charset="0"/>
              </a:rPr>
              <a:t>      UI/UX Agent  -  User Flows And Wireframes</a:t>
            </a:r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31FFAA22-2859-AA7D-6A64-CC2C500E2AC0}"/>
              </a:ext>
            </a:extLst>
          </p:cNvPr>
          <p:cNvSpPr txBox="1">
            <a:spLocks/>
          </p:cNvSpPr>
          <p:nvPr/>
        </p:nvSpPr>
        <p:spPr>
          <a:xfrm>
            <a:off x="517967" y="1610704"/>
            <a:ext cx="1341120" cy="446722"/>
          </a:xfrm>
          <a:custGeom>
            <a:avLst/>
            <a:gdLst>
              <a:gd name="csX0" fmla="*/ 0 w 1341120"/>
              <a:gd name="csY0" fmla="*/ 0 h 446722"/>
              <a:gd name="csX1" fmla="*/ 433629 w 1341120"/>
              <a:gd name="csY1" fmla="*/ 0 h 446722"/>
              <a:gd name="csX2" fmla="*/ 880669 w 1341120"/>
              <a:gd name="csY2" fmla="*/ 0 h 446722"/>
              <a:gd name="csX3" fmla="*/ 1341120 w 1341120"/>
              <a:gd name="csY3" fmla="*/ 0 h 446722"/>
              <a:gd name="csX4" fmla="*/ 1341120 w 1341120"/>
              <a:gd name="csY4" fmla="*/ 446722 h 446722"/>
              <a:gd name="csX5" fmla="*/ 907491 w 1341120"/>
              <a:gd name="csY5" fmla="*/ 446722 h 446722"/>
              <a:gd name="csX6" fmla="*/ 460451 w 1341120"/>
              <a:gd name="csY6" fmla="*/ 446722 h 446722"/>
              <a:gd name="csX7" fmla="*/ 0 w 1341120"/>
              <a:gd name="csY7" fmla="*/ 446722 h 446722"/>
              <a:gd name="csX8" fmla="*/ 0 w 1341120"/>
              <a:gd name="csY8" fmla="*/ 0 h 446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41120" h="446722" extrusionOk="0">
                <a:moveTo>
                  <a:pt x="0" y="0"/>
                </a:moveTo>
                <a:cubicBezTo>
                  <a:pt x="169073" y="-27213"/>
                  <a:pt x="295000" y="32152"/>
                  <a:pt x="433629" y="0"/>
                </a:cubicBezTo>
                <a:cubicBezTo>
                  <a:pt x="572258" y="-32152"/>
                  <a:pt x="720722" y="31966"/>
                  <a:pt x="880669" y="0"/>
                </a:cubicBezTo>
                <a:cubicBezTo>
                  <a:pt x="1040616" y="-31966"/>
                  <a:pt x="1126210" y="4428"/>
                  <a:pt x="1341120" y="0"/>
                </a:cubicBezTo>
                <a:cubicBezTo>
                  <a:pt x="1351755" y="157424"/>
                  <a:pt x="1338150" y="343044"/>
                  <a:pt x="1341120" y="446722"/>
                </a:cubicBezTo>
                <a:cubicBezTo>
                  <a:pt x="1252644" y="452524"/>
                  <a:pt x="1049813" y="433516"/>
                  <a:pt x="907491" y="446722"/>
                </a:cubicBezTo>
                <a:cubicBezTo>
                  <a:pt x="765169" y="459928"/>
                  <a:pt x="665434" y="418367"/>
                  <a:pt x="460451" y="446722"/>
                </a:cubicBezTo>
                <a:cubicBezTo>
                  <a:pt x="255468" y="475077"/>
                  <a:pt x="148779" y="418363"/>
                  <a:pt x="0" y="446722"/>
                </a:cubicBezTo>
                <a:cubicBezTo>
                  <a:pt x="-16383" y="319723"/>
                  <a:pt x="15535" y="155379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42635973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algn="just"/>
            <a:r>
              <a:rPr lang="en-GB" sz="2000">
                <a:latin typeface="+mn-lt"/>
              </a:rPr>
              <a:t>Novelty</a:t>
            </a:r>
            <a:endParaRPr lang="en-US" sz="2400">
              <a:latin typeface="+mn-lt"/>
            </a:endParaRPr>
          </a:p>
        </p:txBody>
      </p:sp>
      <p:pic>
        <p:nvPicPr>
          <p:cNvPr id="16" name="Graphic 15" descr="An open laptop">
            <a:extLst>
              <a:ext uri="{FF2B5EF4-FFF2-40B4-BE49-F238E27FC236}">
                <a16:creationId xmlns:a16="http://schemas.microsoft.com/office/drawing/2014/main" id="{77F066BA-44E4-BAC2-69CC-4482C5A942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58200" y="4347948"/>
            <a:ext cx="4007730" cy="2085172"/>
          </a:xfrm>
          <a:prstGeom prst="rect">
            <a:avLst/>
          </a:prstGeom>
        </p:spPr>
      </p:pic>
      <p:sp>
        <p:nvSpPr>
          <p:cNvPr id="17" name="Title 4">
            <a:extLst>
              <a:ext uri="{FF2B5EF4-FFF2-40B4-BE49-F238E27FC236}">
                <a16:creationId xmlns:a16="http://schemas.microsoft.com/office/drawing/2014/main" id="{1493FFEE-1D71-688A-DE30-A29CC99CFB9B}"/>
              </a:ext>
            </a:extLst>
          </p:cNvPr>
          <p:cNvSpPr txBox="1">
            <a:spLocks/>
          </p:cNvSpPr>
          <p:nvPr/>
        </p:nvSpPr>
        <p:spPr>
          <a:xfrm rot="20725720">
            <a:off x="10491817" y="4904394"/>
            <a:ext cx="1676400" cy="731520"/>
          </a:xfrm>
          <a:custGeom>
            <a:avLst/>
            <a:gdLst>
              <a:gd name="csX0" fmla="*/ 0 w 1676400"/>
              <a:gd name="csY0" fmla="*/ 0 h 731520"/>
              <a:gd name="csX1" fmla="*/ 542036 w 1676400"/>
              <a:gd name="csY1" fmla="*/ 0 h 731520"/>
              <a:gd name="csX2" fmla="*/ 1100836 w 1676400"/>
              <a:gd name="csY2" fmla="*/ 0 h 731520"/>
              <a:gd name="csX3" fmla="*/ 1676400 w 1676400"/>
              <a:gd name="csY3" fmla="*/ 0 h 731520"/>
              <a:gd name="csX4" fmla="*/ 1676400 w 1676400"/>
              <a:gd name="csY4" fmla="*/ 373075 h 731520"/>
              <a:gd name="csX5" fmla="*/ 1676400 w 1676400"/>
              <a:gd name="csY5" fmla="*/ 731520 h 731520"/>
              <a:gd name="csX6" fmla="*/ 1117600 w 1676400"/>
              <a:gd name="csY6" fmla="*/ 731520 h 731520"/>
              <a:gd name="csX7" fmla="*/ 525272 w 1676400"/>
              <a:gd name="csY7" fmla="*/ 731520 h 731520"/>
              <a:gd name="csX8" fmla="*/ 0 w 1676400"/>
              <a:gd name="csY8" fmla="*/ 731520 h 731520"/>
              <a:gd name="csX9" fmla="*/ 0 w 1676400"/>
              <a:gd name="csY9" fmla="*/ 358445 h 731520"/>
              <a:gd name="csX10" fmla="*/ 0 w 1676400"/>
              <a:gd name="csY10" fmla="*/ 0 h 7315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676400" h="731520" extrusionOk="0">
                <a:moveTo>
                  <a:pt x="0" y="0"/>
                </a:moveTo>
                <a:cubicBezTo>
                  <a:pt x="161724" y="-38671"/>
                  <a:pt x="382819" y="59096"/>
                  <a:pt x="542036" y="0"/>
                </a:cubicBezTo>
                <a:cubicBezTo>
                  <a:pt x="701253" y="-59096"/>
                  <a:pt x="954755" y="18555"/>
                  <a:pt x="1100836" y="0"/>
                </a:cubicBezTo>
                <a:cubicBezTo>
                  <a:pt x="1246917" y="-18555"/>
                  <a:pt x="1440625" y="3132"/>
                  <a:pt x="1676400" y="0"/>
                </a:cubicBezTo>
                <a:cubicBezTo>
                  <a:pt x="1711388" y="182007"/>
                  <a:pt x="1674322" y="275434"/>
                  <a:pt x="1676400" y="373075"/>
                </a:cubicBezTo>
                <a:cubicBezTo>
                  <a:pt x="1678478" y="470717"/>
                  <a:pt x="1636194" y="600110"/>
                  <a:pt x="1676400" y="731520"/>
                </a:cubicBezTo>
                <a:cubicBezTo>
                  <a:pt x="1437949" y="755901"/>
                  <a:pt x="1338875" y="689754"/>
                  <a:pt x="1117600" y="731520"/>
                </a:cubicBezTo>
                <a:cubicBezTo>
                  <a:pt x="896325" y="773286"/>
                  <a:pt x="657676" y="711132"/>
                  <a:pt x="525272" y="731520"/>
                </a:cubicBezTo>
                <a:cubicBezTo>
                  <a:pt x="392868" y="751908"/>
                  <a:pt x="227904" y="718850"/>
                  <a:pt x="0" y="731520"/>
                </a:cubicBezTo>
                <a:cubicBezTo>
                  <a:pt x="-9911" y="585080"/>
                  <a:pt x="23756" y="481360"/>
                  <a:pt x="0" y="358445"/>
                </a:cubicBezTo>
                <a:cubicBezTo>
                  <a:pt x="-23756" y="235531"/>
                  <a:pt x="1575" y="75799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42635973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algn="just"/>
            <a:r>
              <a:rPr lang="en-GB" sz="2000">
                <a:latin typeface="+mn-lt"/>
              </a:rPr>
              <a:t>Problem Definition</a:t>
            </a:r>
            <a:endParaRPr lang="en-US" sz="2400">
              <a:latin typeface="+mn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06CA4F-313F-D0CB-DDA6-5F69BD4A0CF4}"/>
              </a:ext>
            </a:extLst>
          </p:cNvPr>
          <p:cNvSpPr txBox="1"/>
          <p:nvPr/>
        </p:nvSpPr>
        <p:spPr>
          <a:xfrm>
            <a:off x="609600" y="269547"/>
            <a:ext cx="10218576" cy="523220"/>
          </a:xfrm>
          <a:prstGeom prst="rect">
            <a:avLst/>
          </a:prstGeom>
          <a:noFill/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>
                <a:solidFill>
                  <a:srgbClr val="002060"/>
                </a:solidFill>
              </a:rPr>
              <a:t>Architect Agent &amp; UI/UX Agent : SRS-to-Design Pack Generation</a:t>
            </a:r>
          </a:p>
        </p:txBody>
      </p:sp>
    </p:spTree>
    <p:extLst>
      <p:ext uri="{BB962C8B-B14F-4D97-AF65-F5344CB8AC3E}">
        <p14:creationId xmlns:p14="http://schemas.microsoft.com/office/powerpoint/2010/main" val="8863416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9AF4D-F6B7-7930-4DF2-E4165BC0A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 descr="A square made of dots">
            <a:extLst>
              <a:ext uri="{FF2B5EF4-FFF2-40B4-BE49-F238E27FC236}">
                <a16:creationId xmlns:a16="http://schemas.microsoft.com/office/drawing/2014/main" id="{E87D9A86-8E12-5483-3FE4-FEEBDD92FD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0" y="-752103"/>
            <a:ext cx="4572000" cy="4572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6B155D6-884B-0A61-C44B-3BAE316DC7CE}"/>
              </a:ext>
            </a:extLst>
          </p:cNvPr>
          <p:cNvSpPr/>
          <p:nvPr/>
        </p:nvSpPr>
        <p:spPr>
          <a:xfrm>
            <a:off x="2937235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IT22174826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sz="1800" b="1">
                <a:solidFill>
                  <a:schemeClr val="tx1"/>
                </a:solidFill>
              </a:rPr>
              <a:t>Sansala T.G.B.D |   R26-SE-033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EA331FA-B455-8DFF-1926-3AB21AA22294}"/>
              </a:ext>
            </a:extLst>
          </p:cNvPr>
          <p:cNvGrpSpPr/>
          <p:nvPr/>
        </p:nvGrpSpPr>
        <p:grpSpPr>
          <a:xfrm>
            <a:off x="9963457" y="3596995"/>
            <a:ext cx="2188580" cy="2743200"/>
            <a:chOff x="228600" y="1752600"/>
            <a:chExt cx="3485516" cy="4399806"/>
          </a:xfrm>
        </p:grpSpPr>
        <p:pic>
          <p:nvPicPr>
            <p:cNvPr id="10" name="Graphic 9" descr="A phone facing sideways">
              <a:extLst>
                <a:ext uri="{FF2B5EF4-FFF2-40B4-BE49-F238E27FC236}">
                  <a16:creationId xmlns:a16="http://schemas.microsoft.com/office/drawing/2014/main" id="{E63FAE0C-56FD-573D-A0D9-02427E6F6B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8600" y="1752600"/>
              <a:ext cx="3276600" cy="439980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E30E5157-F0CF-1684-AC7E-9769CD92B503}"/>
                </a:ext>
              </a:extLst>
            </p:cNvPr>
            <p:cNvSpPr txBox="1">
              <a:spLocks/>
            </p:cNvSpPr>
            <p:nvPr/>
          </p:nvSpPr>
          <p:spPr>
            <a:xfrm>
              <a:off x="469712" y="3341419"/>
              <a:ext cx="3244404" cy="1255321"/>
            </a:xfrm>
            <a:custGeom>
              <a:avLst/>
              <a:gdLst>
                <a:gd name="csX0" fmla="*/ 0 w 3244404"/>
                <a:gd name="csY0" fmla="*/ 0 h 1255321"/>
                <a:gd name="csX1" fmla="*/ 508290 w 3244404"/>
                <a:gd name="csY1" fmla="*/ 0 h 1255321"/>
                <a:gd name="csX2" fmla="*/ 1049024 w 3244404"/>
                <a:gd name="csY2" fmla="*/ 0 h 1255321"/>
                <a:gd name="csX3" fmla="*/ 1557314 w 3244404"/>
                <a:gd name="csY3" fmla="*/ 0 h 1255321"/>
                <a:gd name="csX4" fmla="*/ 2130492 w 3244404"/>
                <a:gd name="csY4" fmla="*/ 0 h 1255321"/>
                <a:gd name="csX5" fmla="*/ 2573894 w 3244404"/>
                <a:gd name="csY5" fmla="*/ 0 h 1255321"/>
                <a:gd name="csX6" fmla="*/ 3244404 w 3244404"/>
                <a:gd name="csY6" fmla="*/ 0 h 1255321"/>
                <a:gd name="csX7" fmla="*/ 3244404 w 3244404"/>
                <a:gd name="csY7" fmla="*/ 393334 h 1255321"/>
                <a:gd name="csX8" fmla="*/ 3244404 w 3244404"/>
                <a:gd name="csY8" fmla="*/ 786668 h 1255321"/>
                <a:gd name="csX9" fmla="*/ 3244404 w 3244404"/>
                <a:gd name="csY9" fmla="*/ 1255321 h 1255321"/>
                <a:gd name="csX10" fmla="*/ 2671226 w 3244404"/>
                <a:gd name="csY10" fmla="*/ 1255321 h 1255321"/>
                <a:gd name="csX11" fmla="*/ 2130492 w 3244404"/>
                <a:gd name="csY11" fmla="*/ 1255321 h 1255321"/>
                <a:gd name="csX12" fmla="*/ 1687090 w 3244404"/>
                <a:gd name="csY12" fmla="*/ 1255321 h 1255321"/>
                <a:gd name="csX13" fmla="*/ 1211244 w 3244404"/>
                <a:gd name="csY13" fmla="*/ 1255321 h 1255321"/>
                <a:gd name="csX14" fmla="*/ 735398 w 3244404"/>
                <a:gd name="csY14" fmla="*/ 1255321 h 1255321"/>
                <a:gd name="csX15" fmla="*/ 0 w 3244404"/>
                <a:gd name="csY15" fmla="*/ 1255321 h 1255321"/>
                <a:gd name="csX16" fmla="*/ 0 w 3244404"/>
                <a:gd name="csY16" fmla="*/ 811774 h 1255321"/>
                <a:gd name="csX17" fmla="*/ 0 w 3244404"/>
                <a:gd name="csY17" fmla="*/ 430994 h 1255321"/>
                <a:gd name="csX18" fmla="*/ 0 w 3244404"/>
                <a:gd name="csY18" fmla="*/ 0 h 12553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3244404" h="1255321" extrusionOk="0">
                  <a:moveTo>
                    <a:pt x="0" y="0"/>
                  </a:moveTo>
                  <a:cubicBezTo>
                    <a:pt x="211262" y="-24789"/>
                    <a:pt x="254973" y="12240"/>
                    <a:pt x="508290" y="0"/>
                  </a:cubicBezTo>
                  <a:cubicBezTo>
                    <a:pt x="761607" y="-12240"/>
                    <a:pt x="818552" y="9072"/>
                    <a:pt x="1049024" y="0"/>
                  </a:cubicBezTo>
                  <a:cubicBezTo>
                    <a:pt x="1279496" y="-9072"/>
                    <a:pt x="1433227" y="33512"/>
                    <a:pt x="1557314" y="0"/>
                  </a:cubicBezTo>
                  <a:cubicBezTo>
                    <a:pt x="1681401" y="-33512"/>
                    <a:pt x="1962058" y="12214"/>
                    <a:pt x="2130492" y="0"/>
                  </a:cubicBezTo>
                  <a:cubicBezTo>
                    <a:pt x="2298926" y="-12214"/>
                    <a:pt x="2481543" y="47507"/>
                    <a:pt x="2573894" y="0"/>
                  </a:cubicBezTo>
                  <a:cubicBezTo>
                    <a:pt x="2666245" y="-47507"/>
                    <a:pt x="2944670" y="25421"/>
                    <a:pt x="3244404" y="0"/>
                  </a:cubicBezTo>
                  <a:cubicBezTo>
                    <a:pt x="3285367" y="126464"/>
                    <a:pt x="3217806" y="268159"/>
                    <a:pt x="3244404" y="393334"/>
                  </a:cubicBezTo>
                  <a:cubicBezTo>
                    <a:pt x="3271002" y="518509"/>
                    <a:pt x="3238112" y="623785"/>
                    <a:pt x="3244404" y="786668"/>
                  </a:cubicBezTo>
                  <a:cubicBezTo>
                    <a:pt x="3250696" y="949551"/>
                    <a:pt x="3190388" y="1106553"/>
                    <a:pt x="3244404" y="1255321"/>
                  </a:cubicBezTo>
                  <a:cubicBezTo>
                    <a:pt x="3115500" y="1277697"/>
                    <a:pt x="2807029" y="1233687"/>
                    <a:pt x="2671226" y="1255321"/>
                  </a:cubicBezTo>
                  <a:cubicBezTo>
                    <a:pt x="2535423" y="1276955"/>
                    <a:pt x="2372411" y="1210912"/>
                    <a:pt x="2130492" y="1255321"/>
                  </a:cubicBezTo>
                  <a:cubicBezTo>
                    <a:pt x="1888573" y="1299730"/>
                    <a:pt x="1899186" y="1221251"/>
                    <a:pt x="1687090" y="1255321"/>
                  </a:cubicBezTo>
                  <a:cubicBezTo>
                    <a:pt x="1474994" y="1289391"/>
                    <a:pt x="1438528" y="1200553"/>
                    <a:pt x="1211244" y="1255321"/>
                  </a:cubicBezTo>
                  <a:cubicBezTo>
                    <a:pt x="983960" y="1310089"/>
                    <a:pt x="952734" y="1217774"/>
                    <a:pt x="735398" y="1255321"/>
                  </a:cubicBezTo>
                  <a:cubicBezTo>
                    <a:pt x="518062" y="1292868"/>
                    <a:pt x="360605" y="1185794"/>
                    <a:pt x="0" y="1255321"/>
                  </a:cubicBezTo>
                  <a:cubicBezTo>
                    <a:pt x="-52172" y="1109170"/>
                    <a:pt x="16451" y="965359"/>
                    <a:pt x="0" y="811774"/>
                  </a:cubicBezTo>
                  <a:cubicBezTo>
                    <a:pt x="-16451" y="658189"/>
                    <a:pt x="32043" y="537346"/>
                    <a:pt x="0" y="430994"/>
                  </a:cubicBezTo>
                  <a:cubicBezTo>
                    <a:pt x="-32043" y="324642"/>
                    <a:pt x="44088" y="113496"/>
                    <a:pt x="0" y="0"/>
                  </a:cubicBezTo>
                  <a:close/>
                </a:path>
              </a:pathLst>
            </a:custGeom>
            <a:noFill/>
            <a:ln>
              <a:noFill/>
              <a:extLst>
                <a:ext uri="{C807C97D-BFC1-408E-A445-0C87EB9F89A2}">
                  <ask:lineSketchStyleProps xmlns:ask="http://schemas.microsoft.com/office/drawing/2018/sketchyshapes" sd="426359736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4000" b="1" kern="1200" cap="all">
                  <a:solidFill>
                    <a:schemeClr val="tx1"/>
                  </a:solidFill>
                  <a:latin typeface="Adobe Devanagari" pitchFamily="18" charset="0"/>
                  <a:ea typeface="+mj-ea"/>
                  <a:cs typeface="Adobe Devanagari" pitchFamily="18" charset="0"/>
                </a:defRPr>
              </a:lvl1pPr>
            </a:lstStyle>
            <a:p>
              <a:pPr algn="ctr"/>
              <a:r>
                <a:rPr lang="en-GB" sz="2000"/>
                <a:t>SUB </a:t>
              </a:r>
            </a:p>
            <a:p>
              <a:pPr algn="ctr"/>
              <a:r>
                <a:rPr lang="en-GB" sz="2000"/>
                <a:t>OBJECTIVEs</a:t>
              </a:r>
              <a:endParaRPr lang="en-US" sz="2000">
                <a:latin typeface="Aptos" panose="020B0004020202020204" pitchFamily="34" charset="0"/>
              </a:endParaRPr>
            </a:p>
          </p:txBody>
        </p:sp>
      </p:grpSp>
      <p:sp>
        <p:nvSpPr>
          <p:cNvPr id="12" name="Title 4">
            <a:extLst>
              <a:ext uri="{FF2B5EF4-FFF2-40B4-BE49-F238E27FC236}">
                <a16:creationId xmlns:a16="http://schemas.microsoft.com/office/drawing/2014/main" id="{FC3D4D15-94FD-7B13-BC80-17A3F712B6DB}"/>
              </a:ext>
            </a:extLst>
          </p:cNvPr>
          <p:cNvSpPr txBox="1">
            <a:spLocks/>
          </p:cNvSpPr>
          <p:nvPr/>
        </p:nvSpPr>
        <p:spPr>
          <a:xfrm>
            <a:off x="2657669" y="3111281"/>
            <a:ext cx="6955420" cy="2971800"/>
          </a:xfrm>
          <a:prstGeom prst="roundRect">
            <a:avLst/>
          </a:prstGeom>
          <a:solidFill>
            <a:srgbClr val="EDE2F6"/>
          </a:solidFill>
          <a:ln>
            <a:solidFill>
              <a:srgbClr val="FF66FF"/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6955420"/>
                      <a:gd name="csY0" fmla="*/ 495310 h 2971800"/>
                      <a:gd name="csX1" fmla="*/ 495310 w 6955420"/>
                      <a:gd name="csY1" fmla="*/ 0 h 2971800"/>
                      <a:gd name="csX2" fmla="*/ 1091790 w 6955420"/>
                      <a:gd name="csY2" fmla="*/ 0 h 2971800"/>
                      <a:gd name="csX3" fmla="*/ 1509326 w 6955420"/>
                      <a:gd name="csY3" fmla="*/ 0 h 2971800"/>
                      <a:gd name="csX4" fmla="*/ 2225102 w 6955420"/>
                      <a:gd name="csY4" fmla="*/ 0 h 2971800"/>
                      <a:gd name="csX5" fmla="*/ 2881230 w 6955420"/>
                      <a:gd name="csY5" fmla="*/ 0 h 2971800"/>
                      <a:gd name="csX6" fmla="*/ 3597006 w 6955420"/>
                      <a:gd name="csY6" fmla="*/ 0 h 2971800"/>
                      <a:gd name="csX7" fmla="*/ 4074190 w 6955420"/>
                      <a:gd name="csY7" fmla="*/ 0 h 2971800"/>
                      <a:gd name="csX8" fmla="*/ 4491726 w 6955420"/>
                      <a:gd name="csY8" fmla="*/ 0 h 2971800"/>
                      <a:gd name="csX9" fmla="*/ 5147854 w 6955420"/>
                      <a:gd name="csY9" fmla="*/ 0 h 2971800"/>
                      <a:gd name="csX10" fmla="*/ 5803982 w 6955420"/>
                      <a:gd name="csY10" fmla="*/ 0 h 2971800"/>
                      <a:gd name="csX11" fmla="*/ 6460110 w 6955420"/>
                      <a:gd name="csY11" fmla="*/ 0 h 2971800"/>
                      <a:gd name="csX12" fmla="*/ 6955420 w 6955420"/>
                      <a:gd name="csY12" fmla="*/ 495310 h 2971800"/>
                      <a:gd name="csX13" fmla="*/ 6955420 w 6955420"/>
                      <a:gd name="csY13" fmla="*/ 990605 h 2971800"/>
                      <a:gd name="csX14" fmla="*/ 6955420 w 6955420"/>
                      <a:gd name="csY14" fmla="*/ 1466088 h 2971800"/>
                      <a:gd name="csX15" fmla="*/ 6955420 w 6955420"/>
                      <a:gd name="csY15" fmla="*/ 1921760 h 2971800"/>
                      <a:gd name="csX16" fmla="*/ 6955420 w 6955420"/>
                      <a:gd name="csY16" fmla="*/ 2476490 h 2971800"/>
                      <a:gd name="csX17" fmla="*/ 6460110 w 6955420"/>
                      <a:gd name="csY17" fmla="*/ 2971800 h 2971800"/>
                      <a:gd name="csX18" fmla="*/ 5982926 w 6955420"/>
                      <a:gd name="csY18" fmla="*/ 2971800 h 2971800"/>
                      <a:gd name="csX19" fmla="*/ 5326798 w 6955420"/>
                      <a:gd name="csY19" fmla="*/ 2971800 h 2971800"/>
                      <a:gd name="csX20" fmla="*/ 4670670 w 6955420"/>
                      <a:gd name="csY20" fmla="*/ 2971800 h 2971800"/>
                      <a:gd name="csX21" fmla="*/ 4133838 w 6955420"/>
                      <a:gd name="csY21" fmla="*/ 2971800 h 2971800"/>
                      <a:gd name="csX22" fmla="*/ 3716302 w 6955420"/>
                      <a:gd name="csY22" fmla="*/ 2971800 h 2971800"/>
                      <a:gd name="csX23" fmla="*/ 3298766 w 6955420"/>
                      <a:gd name="csY23" fmla="*/ 2971800 h 2971800"/>
                      <a:gd name="csX24" fmla="*/ 2881230 w 6955420"/>
                      <a:gd name="csY24" fmla="*/ 2971800 h 2971800"/>
                      <a:gd name="csX25" fmla="*/ 2463694 w 6955420"/>
                      <a:gd name="csY25" fmla="*/ 2971800 h 2971800"/>
                      <a:gd name="csX26" fmla="*/ 1986510 w 6955420"/>
                      <a:gd name="csY26" fmla="*/ 2971800 h 2971800"/>
                      <a:gd name="csX27" fmla="*/ 1270734 w 6955420"/>
                      <a:gd name="csY27" fmla="*/ 2971800 h 2971800"/>
                      <a:gd name="csX28" fmla="*/ 495310 w 6955420"/>
                      <a:gd name="csY28" fmla="*/ 2971800 h 2971800"/>
                      <a:gd name="csX29" fmla="*/ 0 w 6955420"/>
                      <a:gd name="csY29" fmla="*/ 2476490 h 2971800"/>
                      <a:gd name="csX30" fmla="*/ 0 w 6955420"/>
                      <a:gd name="csY30" fmla="*/ 1941571 h 2971800"/>
                      <a:gd name="csX31" fmla="*/ 0 w 6955420"/>
                      <a:gd name="csY31" fmla="*/ 1426465 h 2971800"/>
                      <a:gd name="csX32" fmla="*/ 0 w 6955420"/>
                      <a:gd name="csY32" fmla="*/ 931170 h 2971800"/>
                      <a:gd name="csX33" fmla="*/ 0 w 6955420"/>
                      <a:gd name="csY33" fmla="*/ 495310 h 29718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</a:cxnLst>
                    <a:rect l="l" t="t" r="r" b="b"/>
                    <a:pathLst>
                      <a:path w="6955420" h="2971800" fill="none" extrusionOk="0">
                        <a:moveTo>
                          <a:pt x="0" y="495310"/>
                        </a:moveTo>
                        <a:cubicBezTo>
                          <a:pt x="25744" y="253738"/>
                          <a:pt x="300640" y="-8547"/>
                          <a:pt x="495310" y="0"/>
                        </a:cubicBezTo>
                        <a:cubicBezTo>
                          <a:pt x="692965" y="-53371"/>
                          <a:pt x="860220" y="21421"/>
                          <a:pt x="1091790" y="0"/>
                        </a:cubicBezTo>
                        <a:cubicBezTo>
                          <a:pt x="1323360" y="-21421"/>
                          <a:pt x="1411030" y="46848"/>
                          <a:pt x="1509326" y="0"/>
                        </a:cubicBezTo>
                        <a:cubicBezTo>
                          <a:pt x="1607622" y="-46848"/>
                          <a:pt x="2039102" y="68499"/>
                          <a:pt x="2225102" y="0"/>
                        </a:cubicBezTo>
                        <a:cubicBezTo>
                          <a:pt x="2411102" y="-68499"/>
                          <a:pt x="2683047" y="30345"/>
                          <a:pt x="2881230" y="0"/>
                        </a:cubicBezTo>
                        <a:cubicBezTo>
                          <a:pt x="3079413" y="-30345"/>
                          <a:pt x="3400095" y="66190"/>
                          <a:pt x="3597006" y="0"/>
                        </a:cubicBezTo>
                        <a:cubicBezTo>
                          <a:pt x="3793917" y="-66190"/>
                          <a:pt x="3863732" y="49311"/>
                          <a:pt x="4074190" y="0"/>
                        </a:cubicBezTo>
                        <a:cubicBezTo>
                          <a:pt x="4284648" y="-49311"/>
                          <a:pt x="4384941" y="44910"/>
                          <a:pt x="4491726" y="0"/>
                        </a:cubicBezTo>
                        <a:cubicBezTo>
                          <a:pt x="4598511" y="-44910"/>
                          <a:pt x="4839723" y="67899"/>
                          <a:pt x="5147854" y="0"/>
                        </a:cubicBezTo>
                        <a:cubicBezTo>
                          <a:pt x="5455985" y="-67899"/>
                          <a:pt x="5583524" y="36641"/>
                          <a:pt x="5803982" y="0"/>
                        </a:cubicBezTo>
                        <a:cubicBezTo>
                          <a:pt x="6024440" y="-36641"/>
                          <a:pt x="6167738" y="37620"/>
                          <a:pt x="6460110" y="0"/>
                        </a:cubicBezTo>
                        <a:cubicBezTo>
                          <a:pt x="6752450" y="-1828"/>
                          <a:pt x="6967732" y="206610"/>
                          <a:pt x="6955420" y="495310"/>
                        </a:cubicBezTo>
                        <a:cubicBezTo>
                          <a:pt x="6994549" y="719694"/>
                          <a:pt x="6913075" y="878677"/>
                          <a:pt x="6955420" y="990605"/>
                        </a:cubicBezTo>
                        <a:cubicBezTo>
                          <a:pt x="6997765" y="1102534"/>
                          <a:pt x="6945433" y="1262335"/>
                          <a:pt x="6955420" y="1466088"/>
                        </a:cubicBezTo>
                        <a:cubicBezTo>
                          <a:pt x="6965407" y="1669841"/>
                          <a:pt x="6907902" y="1752299"/>
                          <a:pt x="6955420" y="1921760"/>
                        </a:cubicBezTo>
                        <a:cubicBezTo>
                          <a:pt x="7002938" y="2091221"/>
                          <a:pt x="6950089" y="2343509"/>
                          <a:pt x="6955420" y="2476490"/>
                        </a:cubicBezTo>
                        <a:cubicBezTo>
                          <a:pt x="6978763" y="2706437"/>
                          <a:pt x="6712953" y="2917827"/>
                          <a:pt x="6460110" y="2971800"/>
                        </a:cubicBezTo>
                        <a:cubicBezTo>
                          <a:pt x="6314975" y="2972531"/>
                          <a:pt x="6126473" y="2934877"/>
                          <a:pt x="5982926" y="2971800"/>
                        </a:cubicBezTo>
                        <a:cubicBezTo>
                          <a:pt x="5839379" y="3008723"/>
                          <a:pt x="5628239" y="2910209"/>
                          <a:pt x="5326798" y="2971800"/>
                        </a:cubicBezTo>
                        <a:cubicBezTo>
                          <a:pt x="5025357" y="3033391"/>
                          <a:pt x="4921786" y="2950992"/>
                          <a:pt x="4670670" y="2971800"/>
                        </a:cubicBezTo>
                        <a:cubicBezTo>
                          <a:pt x="4419554" y="2992608"/>
                          <a:pt x="4264811" y="2950118"/>
                          <a:pt x="4133838" y="2971800"/>
                        </a:cubicBezTo>
                        <a:cubicBezTo>
                          <a:pt x="4002865" y="2993482"/>
                          <a:pt x="3902823" y="2944635"/>
                          <a:pt x="3716302" y="2971800"/>
                        </a:cubicBezTo>
                        <a:cubicBezTo>
                          <a:pt x="3529781" y="2998965"/>
                          <a:pt x="3437776" y="2953473"/>
                          <a:pt x="3298766" y="2971800"/>
                        </a:cubicBezTo>
                        <a:cubicBezTo>
                          <a:pt x="3159756" y="2990127"/>
                          <a:pt x="3080749" y="2942550"/>
                          <a:pt x="2881230" y="2971800"/>
                        </a:cubicBezTo>
                        <a:cubicBezTo>
                          <a:pt x="2681711" y="3001050"/>
                          <a:pt x="2561639" y="2926214"/>
                          <a:pt x="2463694" y="2971800"/>
                        </a:cubicBezTo>
                        <a:cubicBezTo>
                          <a:pt x="2365749" y="3017386"/>
                          <a:pt x="2141170" y="2932250"/>
                          <a:pt x="1986510" y="2971800"/>
                        </a:cubicBezTo>
                        <a:cubicBezTo>
                          <a:pt x="1831850" y="3011350"/>
                          <a:pt x="1521626" y="2960071"/>
                          <a:pt x="1270734" y="2971800"/>
                        </a:cubicBezTo>
                        <a:cubicBezTo>
                          <a:pt x="1019842" y="2983529"/>
                          <a:pt x="863972" y="2945389"/>
                          <a:pt x="495310" y="2971800"/>
                        </a:cubicBezTo>
                        <a:cubicBezTo>
                          <a:pt x="198250" y="2944844"/>
                          <a:pt x="2809" y="2818009"/>
                          <a:pt x="0" y="2476490"/>
                        </a:cubicBezTo>
                        <a:cubicBezTo>
                          <a:pt x="-19520" y="2268445"/>
                          <a:pt x="28319" y="2152678"/>
                          <a:pt x="0" y="1941571"/>
                        </a:cubicBezTo>
                        <a:cubicBezTo>
                          <a:pt x="-28319" y="1730464"/>
                          <a:pt x="33309" y="1547576"/>
                          <a:pt x="0" y="1426465"/>
                        </a:cubicBezTo>
                        <a:cubicBezTo>
                          <a:pt x="-33309" y="1305354"/>
                          <a:pt x="6923" y="1115974"/>
                          <a:pt x="0" y="931170"/>
                        </a:cubicBezTo>
                        <a:cubicBezTo>
                          <a:pt x="-6923" y="746366"/>
                          <a:pt x="34355" y="692745"/>
                          <a:pt x="0" y="495310"/>
                        </a:cubicBezTo>
                        <a:close/>
                      </a:path>
                      <a:path w="6955420" h="2971800" stroke="0" extrusionOk="0">
                        <a:moveTo>
                          <a:pt x="0" y="495310"/>
                        </a:moveTo>
                        <a:cubicBezTo>
                          <a:pt x="35893" y="190999"/>
                          <a:pt x="237142" y="45111"/>
                          <a:pt x="495310" y="0"/>
                        </a:cubicBezTo>
                        <a:cubicBezTo>
                          <a:pt x="644292" y="-54430"/>
                          <a:pt x="929637" y="6662"/>
                          <a:pt x="1211086" y="0"/>
                        </a:cubicBezTo>
                        <a:cubicBezTo>
                          <a:pt x="1492535" y="-6662"/>
                          <a:pt x="1688363" y="35455"/>
                          <a:pt x="1867214" y="0"/>
                        </a:cubicBezTo>
                        <a:cubicBezTo>
                          <a:pt x="2046065" y="-35455"/>
                          <a:pt x="2374213" y="61731"/>
                          <a:pt x="2523342" y="0"/>
                        </a:cubicBezTo>
                        <a:cubicBezTo>
                          <a:pt x="2672471" y="-61731"/>
                          <a:pt x="2819030" y="25062"/>
                          <a:pt x="3060174" y="0"/>
                        </a:cubicBezTo>
                        <a:cubicBezTo>
                          <a:pt x="3301318" y="-25062"/>
                          <a:pt x="3343027" y="41579"/>
                          <a:pt x="3537358" y="0"/>
                        </a:cubicBezTo>
                        <a:cubicBezTo>
                          <a:pt x="3731689" y="-41579"/>
                          <a:pt x="3860862" y="58460"/>
                          <a:pt x="4133838" y="0"/>
                        </a:cubicBezTo>
                        <a:cubicBezTo>
                          <a:pt x="4406814" y="-58460"/>
                          <a:pt x="4543543" y="37543"/>
                          <a:pt x="4849614" y="0"/>
                        </a:cubicBezTo>
                        <a:cubicBezTo>
                          <a:pt x="5155685" y="-37543"/>
                          <a:pt x="5326405" y="40584"/>
                          <a:pt x="5565390" y="0"/>
                        </a:cubicBezTo>
                        <a:cubicBezTo>
                          <a:pt x="5804375" y="-40584"/>
                          <a:pt x="6090852" y="85607"/>
                          <a:pt x="6460110" y="0"/>
                        </a:cubicBezTo>
                        <a:cubicBezTo>
                          <a:pt x="6757795" y="33059"/>
                          <a:pt x="6983085" y="156992"/>
                          <a:pt x="6955420" y="495310"/>
                        </a:cubicBezTo>
                        <a:cubicBezTo>
                          <a:pt x="6971684" y="740020"/>
                          <a:pt x="6935910" y="824364"/>
                          <a:pt x="6955420" y="1030229"/>
                        </a:cubicBezTo>
                        <a:cubicBezTo>
                          <a:pt x="6974930" y="1236094"/>
                          <a:pt x="6913839" y="1299010"/>
                          <a:pt x="6955420" y="1485900"/>
                        </a:cubicBezTo>
                        <a:cubicBezTo>
                          <a:pt x="6997001" y="1672790"/>
                          <a:pt x="6953830" y="1764580"/>
                          <a:pt x="6955420" y="1941571"/>
                        </a:cubicBezTo>
                        <a:cubicBezTo>
                          <a:pt x="6957010" y="2118562"/>
                          <a:pt x="6921495" y="2323547"/>
                          <a:pt x="6955420" y="2476490"/>
                        </a:cubicBezTo>
                        <a:cubicBezTo>
                          <a:pt x="6963406" y="2767783"/>
                          <a:pt x="6802842" y="2959789"/>
                          <a:pt x="6460110" y="2971800"/>
                        </a:cubicBezTo>
                        <a:cubicBezTo>
                          <a:pt x="6314078" y="3047047"/>
                          <a:pt x="6094473" y="2943610"/>
                          <a:pt x="5803982" y="2971800"/>
                        </a:cubicBezTo>
                        <a:cubicBezTo>
                          <a:pt x="5513491" y="2999990"/>
                          <a:pt x="5417395" y="2952385"/>
                          <a:pt x="5088206" y="2971800"/>
                        </a:cubicBezTo>
                        <a:cubicBezTo>
                          <a:pt x="4759017" y="2991215"/>
                          <a:pt x="4571851" y="2928542"/>
                          <a:pt x="4372430" y="2971800"/>
                        </a:cubicBezTo>
                        <a:cubicBezTo>
                          <a:pt x="4173009" y="3015058"/>
                          <a:pt x="4101554" y="2969206"/>
                          <a:pt x="3835598" y="2971800"/>
                        </a:cubicBezTo>
                        <a:cubicBezTo>
                          <a:pt x="3569642" y="2974394"/>
                          <a:pt x="3396669" y="2932062"/>
                          <a:pt x="3179470" y="2971800"/>
                        </a:cubicBezTo>
                        <a:cubicBezTo>
                          <a:pt x="2962271" y="3011538"/>
                          <a:pt x="2666770" y="2943145"/>
                          <a:pt x="2523342" y="2971800"/>
                        </a:cubicBezTo>
                        <a:cubicBezTo>
                          <a:pt x="2379914" y="3000455"/>
                          <a:pt x="2117855" y="2933577"/>
                          <a:pt x="1926862" y="2971800"/>
                        </a:cubicBezTo>
                        <a:cubicBezTo>
                          <a:pt x="1735869" y="3010023"/>
                          <a:pt x="1556804" y="2965842"/>
                          <a:pt x="1390030" y="2971800"/>
                        </a:cubicBezTo>
                        <a:cubicBezTo>
                          <a:pt x="1223256" y="2977758"/>
                          <a:pt x="862559" y="2905221"/>
                          <a:pt x="495310" y="2971800"/>
                        </a:cubicBezTo>
                        <a:cubicBezTo>
                          <a:pt x="275735" y="2996282"/>
                          <a:pt x="29791" y="2801142"/>
                          <a:pt x="0" y="2476490"/>
                        </a:cubicBezTo>
                        <a:cubicBezTo>
                          <a:pt x="-7915" y="2335247"/>
                          <a:pt x="18563" y="2168027"/>
                          <a:pt x="0" y="1981195"/>
                        </a:cubicBezTo>
                        <a:cubicBezTo>
                          <a:pt x="-18563" y="1794364"/>
                          <a:pt x="27826" y="1620312"/>
                          <a:pt x="0" y="1466088"/>
                        </a:cubicBezTo>
                        <a:cubicBezTo>
                          <a:pt x="-27826" y="1311864"/>
                          <a:pt x="30808" y="1184940"/>
                          <a:pt x="0" y="970793"/>
                        </a:cubicBezTo>
                        <a:cubicBezTo>
                          <a:pt x="-30808" y="756647"/>
                          <a:pt x="41563" y="610167"/>
                          <a:pt x="0" y="4953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b="0" cap="none">
                <a:latin typeface="+mn-lt"/>
              </a:rPr>
              <a:t>Implement </a:t>
            </a:r>
            <a:r>
              <a:rPr lang="en-GB" sz="2000" cap="none">
                <a:latin typeface="+mn-lt"/>
              </a:rPr>
              <a:t>Architect Agent </a:t>
            </a:r>
            <a:r>
              <a:rPr lang="en-GB" sz="2000" b="0" cap="none">
                <a:latin typeface="+mn-lt"/>
              </a:rPr>
              <a:t>generates OpenApi/swagger API contract</a:t>
            </a:r>
          </a:p>
          <a:p>
            <a:endParaRPr lang="en-GB" sz="2000" b="0" cap="none">
              <a:latin typeface="+mn-lt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b="0" cap="none">
                <a:latin typeface="+mn-lt"/>
              </a:rPr>
              <a:t>Implement </a:t>
            </a:r>
            <a:r>
              <a:rPr lang="en-GB" sz="2000" cap="none">
                <a:latin typeface="+mn-lt"/>
              </a:rPr>
              <a:t>Architect Agent </a:t>
            </a:r>
            <a:r>
              <a:rPr lang="en-GB" sz="2000" b="0" cap="none">
                <a:latin typeface="+mn-lt"/>
              </a:rPr>
              <a:t>generate UML diagrams (use case, class, sequence, object) from the approved SRS. </a:t>
            </a:r>
          </a:p>
          <a:p>
            <a:endParaRPr lang="en-GB" sz="2000" b="0" cap="none">
              <a:latin typeface="+mn-lt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b="0" cap="none">
                <a:latin typeface="+mn-lt"/>
              </a:rPr>
              <a:t>Implement </a:t>
            </a:r>
            <a:r>
              <a:rPr lang="en-GB" sz="2000" cap="none">
                <a:latin typeface="+mn-lt"/>
              </a:rPr>
              <a:t>UI/UX Agent </a:t>
            </a:r>
            <a:r>
              <a:rPr lang="en-GB" sz="2000" b="0" cap="none">
                <a:latin typeface="+mn-lt"/>
              </a:rPr>
              <a:t>user flows and low-fidelity wireframes</a:t>
            </a:r>
          </a:p>
        </p:txBody>
      </p:sp>
      <p:pic>
        <p:nvPicPr>
          <p:cNvPr id="13" name="Graphic 12" descr="A phone facing sideways">
            <a:extLst>
              <a:ext uri="{FF2B5EF4-FFF2-40B4-BE49-F238E27FC236}">
                <a16:creationId xmlns:a16="http://schemas.microsoft.com/office/drawing/2014/main" id="{456567E2-4C93-7971-6EC4-F695CE2699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9901" y="1143000"/>
            <a:ext cx="2057400" cy="2762669"/>
          </a:xfrm>
          <a:prstGeom prst="rect">
            <a:avLst/>
          </a:prstGeom>
        </p:spPr>
      </p:pic>
      <p:sp>
        <p:nvSpPr>
          <p:cNvPr id="16" name="Title 4">
            <a:extLst>
              <a:ext uri="{FF2B5EF4-FFF2-40B4-BE49-F238E27FC236}">
                <a16:creationId xmlns:a16="http://schemas.microsoft.com/office/drawing/2014/main" id="{3BB92299-BACC-EC69-03F8-9FC44CFE9B58}"/>
              </a:ext>
            </a:extLst>
          </p:cNvPr>
          <p:cNvSpPr txBox="1">
            <a:spLocks/>
          </p:cNvSpPr>
          <p:nvPr/>
        </p:nvSpPr>
        <p:spPr>
          <a:xfrm>
            <a:off x="762000" y="1981200"/>
            <a:ext cx="1392901" cy="731520"/>
          </a:xfrm>
          <a:custGeom>
            <a:avLst/>
            <a:gdLst>
              <a:gd name="csX0" fmla="*/ 0 w 1392901"/>
              <a:gd name="csY0" fmla="*/ 0 h 731520"/>
              <a:gd name="csX1" fmla="*/ 450371 w 1392901"/>
              <a:gd name="csY1" fmla="*/ 0 h 731520"/>
              <a:gd name="csX2" fmla="*/ 914672 w 1392901"/>
              <a:gd name="csY2" fmla="*/ 0 h 731520"/>
              <a:gd name="csX3" fmla="*/ 1392901 w 1392901"/>
              <a:gd name="csY3" fmla="*/ 0 h 731520"/>
              <a:gd name="csX4" fmla="*/ 1392901 w 1392901"/>
              <a:gd name="csY4" fmla="*/ 373075 h 731520"/>
              <a:gd name="csX5" fmla="*/ 1392901 w 1392901"/>
              <a:gd name="csY5" fmla="*/ 731520 h 731520"/>
              <a:gd name="csX6" fmla="*/ 928601 w 1392901"/>
              <a:gd name="csY6" fmla="*/ 731520 h 731520"/>
              <a:gd name="csX7" fmla="*/ 436442 w 1392901"/>
              <a:gd name="csY7" fmla="*/ 731520 h 731520"/>
              <a:gd name="csX8" fmla="*/ 0 w 1392901"/>
              <a:gd name="csY8" fmla="*/ 731520 h 731520"/>
              <a:gd name="csX9" fmla="*/ 0 w 1392901"/>
              <a:gd name="csY9" fmla="*/ 358445 h 731520"/>
              <a:gd name="csX10" fmla="*/ 0 w 1392901"/>
              <a:gd name="csY10" fmla="*/ 0 h 7315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392901" h="731520" extrusionOk="0">
                <a:moveTo>
                  <a:pt x="0" y="0"/>
                </a:moveTo>
                <a:cubicBezTo>
                  <a:pt x="134919" y="-38450"/>
                  <a:pt x="265879" y="17204"/>
                  <a:pt x="450371" y="0"/>
                </a:cubicBezTo>
                <a:cubicBezTo>
                  <a:pt x="634863" y="-17204"/>
                  <a:pt x="753966" y="44490"/>
                  <a:pt x="914672" y="0"/>
                </a:cubicBezTo>
                <a:cubicBezTo>
                  <a:pt x="1075378" y="-44490"/>
                  <a:pt x="1194879" y="43661"/>
                  <a:pt x="1392901" y="0"/>
                </a:cubicBezTo>
                <a:cubicBezTo>
                  <a:pt x="1427889" y="182007"/>
                  <a:pt x="1390823" y="275434"/>
                  <a:pt x="1392901" y="373075"/>
                </a:cubicBezTo>
                <a:cubicBezTo>
                  <a:pt x="1394979" y="470717"/>
                  <a:pt x="1352695" y="600110"/>
                  <a:pt x="1392901" y="731520"/>
                </a:cubicBezTo>
                <a:cubicBezTo>
                  <a:pt x="1200447" y="753897"/>
                  <a:pt x="1049479" y="697866"/>
                  <a:pt x="928601" y="731520"/>
                </a:cubicBezTo>
                <a:cubicBezTo>
                  <a:pt x="807723" y="765174"/>
                  <a:pt x="554035" y="730352"/>
                  <a:pt x="436442" y="731520"/>
                </a:cubicBezTo>
                <a:cubicBezTo>
                  <a:pt x="318849" y="732688"/>
                  <a:pt x="189994" y="727987"/>
                  <a:pt x="0" y="731520"/>
                </a:cubicBezTo>
                <a:cubicBezTo>
                  <a:pt x="-9911" y="585080"/>
                  <a:pt x="23756" y="481360"/>
                  <a:pt x="0" y="358445"/>
                </a:cubicBezTo>
                <a:cubicBezTo>
                  <a:pt x="-23756" y="235531"/>
                  <a:pt x="1575" y="75799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42635973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algn="just"/>
            <a:r>
              <a:rPr lang="en-GB" sz="2000"/>
              <a:t>Research Objective</a:t>
            </a:r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CADC9E96-6959-8F37-E5CC-62A022F8F030}"/>
              </a:ext>
            </a:extLst>
          </p:cNvPr>
          <p:cNvSpPr txBox="1">
            <a:spLocks/>
          </p:cNvSpPr>
          <p:nvPr/>
        </p:nvSpPr>
        <p:spPr>
          <a:xfrm>
            <a:off x="2667000" y="1350930"/>
            <a:ext cx="8839200" cy="914400"/>
          </a:xfrm>
          <a:prstGeom prst="roundRect">
            <a:avLst/>
          </a:prstGeom>
          <a:solidFill>
            <a:srgbClr val="EDE2F6"/>
          </a:solidFill>
          <a:ln>
            <a:solidFill>
              <a:srgbClr val="FF66FF"/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8839200"/>
                      <a:gd name="csY0" fmla="*/ 0 h 914400"/>
                      <a:gd name="csX1" fmla="*/ 677672 w 8839200"/>
                      <a:gd name="csY1" fmla="*/ 0 h 914400"/>
                      <a:gd name="csX2" fmla="*/ 1266952 w 8839200"/>
                      <a:gd name="csY2" fmla="*/ 0 h 914400"/>
                      <a:gd name="csX3" fmla="*/ 1679448 w 8839200"/>
                      <a:gd name="csY3" fmla="*/ 0 h 914400"/>
                      <a:gd name="csX4" fmla="*/ 2445512 w 8839200"/>
                      <a:gd name="csY4" fmla="*/ 0 h 914400"/>
                      <a:gd name="csX5" fmla="*/ 3034792 w 8839200"/>
                      <a:gd name="csY5" fmla="*/ 0 h 914400"/>
                      <a:gd name="csX6" fmla="*/ 3358896 w 8839200"/>
                      <a:gd name="csY6" fmla="*/ 0 h 914400"/>
                      <a:gd name="csX7" fmla="*/ 3859784 w 8839200"/>
                      <a:gd name="csY7" fmla="*/ 0 h 914400"/>
                      <a:gd name="csX8" fmla="*/ 4449064 w 8839200"/>
                      <a:gd name="csY8" fmla="*/ 0 h 914400"/>
                      <a:gd name="csX9" fmla="*/ 4773168 w 8839200"/>
                      <a:gd name="csY9" fmla="*/ 0 h 914400"/>
                      <a:gd name="csX10" fmla="*/ 5362448 w 8839200"/>
                      <a:gd name="csY10" fmla="*/ 0 h 914400"/>
                      <a:gd name="csX11" fmla="*/ 5863336 w 8839200"/>
                      <a:gd name="csY11" fmla="*/ 0 h 914400"/>
                      <a:gd name="csX12" fmla="*/ 6452616 w 8839200"/>
                      <a:gd name="csY12" fmla="*/ 0 h 914400"/>
                      <a:gd name="csX13" fmla="*/ 6776720 w 8839200"/>
                      <a:gd name="csY13" fmla="*/ 0 h 914400"/>
                      <a:gd name="csX14" fmla="*/ 7277608 w 8839200"/>
                      <a:gd name="csY14" fmla="*/ 0 h 914400"/>
                      <a:gd name="csX15" fmla="*/ 7690104 w 8839200"/>
                      <a:gd name="csY15" fmla="*/ 0 h 914400"/>
                      <a:gd name="csX16" fmla="*/ 8102600 w 8839200"/>
                      <a:gd name="csY16" fmla="*/ 0 h 914400"/>
                      <a:gd name="csX17" fmla="*/ 8839200 w 8839200"/>
                      <a:gd name="csY17" fmla="*/ 0 h 914400"/>
                      <a:gd name="csX18" fmla="*/ 8839200 w 8839200"/>
                      <a:gd name="csY18" fmla="*/ 448056 h 914400"/>
                      <a:gd name="csX19" fmla="*/ 8839200 w 8839200"/>
                      <a:gd name="csY19" fmla="*/ 914400 h 914400"/>
                      <a:gd name="csX20" fmla="*/ 8515096 w 8839200"/>
                      <a:gd name="csY20" fmla="*/ 914400 h 914400"/>
                      <a:gd name="csX21" fmla="*/ 7749032 w 8839200"/>
                      <a:gd name="csY21" fmla="*/ 914400 h 914400"/>
                      <a:gd name="csX22" fmla="*/ 7248144 w 8839200"/>
                      <a:gd name="csY22" fmla="*/ 914400 h 914400"/>
                      <a:gd name="csX23" fmla="*/ 6658864 w 8839200"/>
                      <a:gd name="csY23" fmla="*/ 914400 h 914400"/>
                      <a:gd name="csX24" fmla="*/ 5981192 w 8839200"/>
                      <a:gd name="csY24" fmla="*/ 914400 h 914400"/>
                      <a:gd name="csX25" fmla="*/ 5480304 w 8839200"/>
                      <a:gd name="csY25" fmla="*/ 914400 h 914400"/>
                      <a:gd name="csX26" fmla="*/ 4714240 w 8839200"/>
                      <a:gd name="csY26" fmla="*/ 914400 h 914400"/>
                      <a:gd name="csX27" fmla="*/ 4213352 w 8839200"/>
                      <a:gd name="csY27" fmla="*/ 914400 h 914400"/>
                      <a:gd name="csX28" fmla="*/ 3800856 w 8839200"/>
                      <a:gd name="csY28" fmla="*/ 914400 h 914400"/>
                      <a:gd name="csX29" fmla="*/ 3299968 w 8839200"/>
                      <a:gd name="csY29" fmla="*/ 914400 h 914400"/>
                      <a:gd name="csX30" fmla="*/ 2887472 w 8839200"/>
                      <a:gd name="csY30" fmla="*/ 914400 h 914400"/>
                      <a:gd name="csX31" fmla="*/ 2563368 w 8839200"/>
                      <a:gd name="csY31" fmla="*/ 914400 h 914400"/>
                      <a:gd name="csX32" fmla="*/ 2150872 w 8839200"/>
                      <a:gd name="csY32" fmla="*/ 914400 h 914400"/>
                      <a:gd name="csX33" fmla="*/ 1384808 w 8839200"/>
                      <a:gd name="csY33" fmla="*/ 914400 h 914400"/>
                      <a:gd name="csX34" fmla="*/ 1060704 w 8839200"/>
                      <a:gd name="csY34" fmla="*/ 914400 h 914400"/>
                      <a:gd name="csX35" fmla="*/ 0 w 8839200"/>
                      <a:gd name="csY35" fmla="*/ 914400 h 914400"/>
                      <a:gd name="csX36" fmla="*/ 0 w 8839200"/>
                      <a:gd name="csY36" fmla="*/ 484632 h 914400"/>
                      <a:gd name="csX37" fmla="*/ 0 w 8839200"/>
                      <a:gd name="csY37" fmla="*/ 0 h 9144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</a:cxnLst>
                    <a:rect l="l" t="t" r="r" b="b"/>
                    <a:pathLst>
                      <a:path w="8839200" h="914400" fill="none" extrusionOk="0">
                        <a:moveTo>
                          <a:pt x="0" y="0"/>
                        </a:moveTo>
                        <a:cubicBezTo>
                          <a:pt x="154300" y="-22241"/>
                          <a:pt x="405195" y="39853"/>
                          <a:pt x="677672" y="0"/>
                        </a:cubicBezTo>
                        <a:cubicBezTo>
                          <a:pt x="950149" y="-39853"/>
                          <a:pt x="1003698" y="64624"/>
                          <a:pt x="1266952" y="0"/>
                        </a:cubicBezTo>
                        <a:cubicBezTo>
                          <a:pt x="1530206" y="-64624"/>
                          <a:pt x="1567699" y="9534"/>
                          <a:pt x="1679448" y="0"/>
                        </a:cubicBezTo>
                        <a:cubicBezTo>
                          <a:pt x="1791197" y="-9534"/>
                          <a:pt x="2215852" y="38279"/>
                          <a:pt x="2445512" y="0"/>
                        </a:cubicBezTo>
                        <a:cubicBezTo>
                          <a:pt x="2675172" y="-38279"/>
                          <a:pt x="2864929" y="27348"/>
                          <a:pt x="3034792" y="0"/>
                        </a:cubicBezTo>
                        <a:cubicBezTo>
                          <a:pt x="3204655" y="-27348"/>
                          <a:pt x="3232473" y="16217"/>
                          <a:pt x="3358896" y="0"/>
                        </a:cubicBezTo>
                        <a:cubicBezTo>
                          <a:pt x="3485319" y="-16217"/>
                          <a:pt x="3719346" y="31223"/>
                          <a:pt x="3859784" y="0"/>
                        </a:cubicBezTo>
                        <a:cubicBezTo>
                          <a:pt x="4000222" y="-31223"/>
                          <a:pt x="4207187" y="66715"/>
                          <a:pt x="4449064" y="0"/>
                        </a:cubicBezTo>
                        <a:cubicBezTo>
                          <a:pt x="4690941" y="-66715"/>
                          <a:pt x="4627888" y="6996"/>
                          <a:pt x="4773168" y="0"/>
                        </a:cubicBezTo>
                        <a:cubicBezTo>
                          <a:pt x="4918448" y="-6996"/>
                          <a:pt x="5131980" y="33386"/>
                          <a:pt x="5362448" y="0"/>
                        </a:cubicBezTo>
                        <a:cubicBezTo>
                          <a:pt x="5592916" y="-33386"/>
                          <a:pt x="5627176" y="42641"/>
                          <a:pt x="5863336" y="0"/>
                        </a:cubicBezTo>
                        <a:cubicBezTo>
                          <a:pt x="6099496" y="-42641"/>
                          <a:pt x="6177256" y="23725"/>
                          <a:pt x="6452616" y="0"/>
                        </a:cubicBezTo>
                        <a:cubicBezTo>
                          <a:pt x="6727976" y="-23725"/>
                          <a:pt x="6622412" y="18137"/>
                          <a:pt x="6776720" y="0"/>
                        </a:cubicBezTo>
                        <a:cubicBezTo>
                          <a:pt x="6931028" y="-18137"/>
                          <a:pt x="7101182" y="20285"/>
                          <a:pt x="7277608" y="0"/>
                        </a:cubicBezTo>
                        <a:cubicBezTo>
                          <a:pt x="7454034" y="-20285"/>
                          <a:pt x="7522210" y="30895"/>
                          <a:pt x="7690104" y="0"/>
                        </a:cubicBezTo>
                        <a:cubicBezTo>
                          <a:pt x="7857998" y="-30895"/>
                          <a:pt x="8011243" y="27687"/>
                          <a:pt x="8102600" y="0"/>
                        </a:cubicBezTo>
                        <a:cubicBezTo>
                          <a:pt x="8193957" y="-27687"/>
                          <a:pt x="8520881" y="3388"/>
                          <a:pt x="8839200" y="0"/>
                        </a:cubicBezTo>
                        <a:cubicBezTo>
                          <a:pt x="8852075" y="151463"/>
                          <a:pt x="8798303" y="354590"/>
                          <a:pt x="8839200" y="448056"/>
                        </a:cubicBezTo>
                        <a:cubicBezTo>
                          <a:pt x="8880097" y="541522"/>
                          <a:pt x="8823315" y="707348"/>
                          <a:pt x="8839200" y="914400"/>
                        </a:cubicBezTo>
                        <a:cubicBezTo>
                          <a:pt x="8740837" y="915729"/>
                          <a:pt x="8580980" y="913648"/>
                          <a:pt x="8515096" y="914400"/>
                        </a:cubicBezTo>
                        <a:cubicBezTo>
                          <a:pt x="8449212" y="915152"/>
                          <a:pt x="8101449" y="877677"/>
                          <a:pt x="7749032" y="914400"/>
                        </a:cubicBezTo>
                        <a:cubicBezTo>
                          <a:pt x="7396615" y="951123"/>
                          <a:pt x="7350492" y="902405"/>
                          <a:pt x="7248144" y="914400"/>
                        </a:cubicBezTo>
                        <a:cubicBezTo>
                          <a:pt x="7145796" y="926395"/>
                          <a:pt x="6930042" y="887303"/>
                          <a:pt x="6658864" y="914400"/>
                        </a:cubicBezTo>
                        <a:cubicBezTo>
                          <a:pt x="6387686" y="941497"/>
                          <a:pt x="6241884" y="893990"/>
                          <a:pt x="5981192" y="914400"/>
                        </a:cubicBezTo>
                        <a:cubicBezTo>
                          <a:pt x="5720500" y="934810"/>
                          <a:pt x="5705681" y="875982"/>
                          <a:pt x="5480304" y="914400"/>
                        </a:cubicBezTo>
                        <a:cubicBezTo>
                          <a:pt x="5254927" y="952818"/>
                          <a:pt x="5013042" y="909115"/>
                          <a:pt x="4714240" y="914400"/>
                        </a:cubicBezTo>
                        <a:cubicBezTo>
                          <a:pt x="4415438" y="919685"/>
                          <a:pt x="4385178" y="861863"/>
                          <a:pt x="4213352" y="914400"/>
                        </a:cubicBezTo>
                        <a:cubicBezTo>
                          <a:pt x="4041526" y="966937"/>
                          <a:pt x="3915031" y="907569"/>
                          <a:pt x="3800856" y="914400"/>
                        </a:cubicBezTo>
                        <a:cubicBezTo>
                          <a:pt x="3686681" y="921231"/>
                          <a:pt x="3507646" y="866612"/>
                          <a:pt x="3299968" y="914400"/>
                        </a:cubicBezTo>
                        <a:cubicBezTo>
                          <a:pt x="3092290" y="962188"/>
                          <a:pt x="3072974" y="896479"/>
                          <a:pt x="2887472" y="914400"/>
                        </a:cubicBezTo>
                        <a:cubicBezTo>
                          <a:pt x="2701970" y="932321"/>
                          <a:pt x="2720534" y="891875"/>
                          <a:pt x="2563368" y="914400"/>
                        </a:cubicBezTo>
                        <a:cubicBezTo>
                          <a:pt x="2406202" y="936925"/>
                          <a:pt x="2243496" y="870766"/>
                          <a:pt x="2150872" y="914400"/>
                        </a:cubicBezTo>
                        <a:cubicBezTo>
                          <a:pt x="2058248" y="958034"/>
                          <a:pt x="1542721" y="827060"/>
                          <a:pt x="1384808" y="914400"/>
                        </a:cubicBezTo>
                        <a:cubicBezTo>
                          <a:pt x="1226895" y="1001740"/>
                          <a:pt x="1199685" y="904211"/>
                          <a:pt x="1060704" y="914400"/>
                        </a:cubicBezTo>
                        <a:cubicBezTo>
                          <a:pt x="921723" y="924589"/>
                          <a:pt x="423923" y="818032"/>
                          <a:pt x="0" y="914400"/>
                        </a:cubicBezTo>
                        <a:cubicBezTo>
                          <a:pt x="-31018" y="755692"/>
                          <a:pt x="45481" y="636744"/>
                          <a:pt x="0" y="484632"/>
                        </a:cubicBezTo>
                        <a:cubicBezTo>
                          <a:pt x="-45481" y="332520"/>
                          <a:pt x="14361" y="123955"/>
                          <a:pt x="0" y="0"/>
                        </a:cubicBezTo>
                        <a:close/>
                      </a:path>
                      <a:path w="8839200" h="914400" stroke="0" extrusionOk="0">
                        <a:moveTo>
                          <a:pt x="0" y="0"/>
                        </a:moveTo>
                        <a:cubicBezTo>
                          <a:pt x="107958" y="-43853"/>
                          <a:pt x="252392" y="37760"/>
                          <a:pt x="500888" y="0"/>
                        </a:cubicBezTo>
                        <a:cubicBezTo>
                          <a:pt x="749384" y="-37760"/>
                          <a:pt x="850155" y="22213"/>
                          <a:pt x="1090168" y="0"/>
                        </a:cubicBezTo>
                        <a:cubicBezTo>
                          <a:pt x="1330181" y="-22213"/>
                          <a:pt x="1360453" y="2523"/>
                          <a:pt x="1591056" y="0"/>
                        </a:cubicBezTo>
                        <a:cubicBezTo>
                          <a:pt x="1821659" y="-2523"/>
                          <a:pt x="2098971" y="3953"/>
                          <a:pt x="2268728" y="0"/>
                        </a:cubicBezTo>
                        <a:cubicBezTo>
                          <a:pt x="2438485" y="-3953"/>
                          <a:pt x="2469614" y="12414"/>
                          <a:pt x="2592832" y="0"/>
                        </a:cubicBezTo>
                        <a:cubicBezTo>
                          <a:pt x="2716050" y="-12414"/>
                          <a:pt x="3024412" y="17085"/>
                          <a:pt x="3358896" y="0"/>
                        </a:cubicBezTo>
                        <a:cubicBezTo>
                          <a:pt x="3693380" y="-17085"/>
                          <a:pt x="3684331" y="43228"/>
                          <a:pt x="3771392" y="0"/>
                        </a:cubicBezTo>
                        <a:cubicBezTo>
                          <a:pt x="3858453" y="-43228"/>
                          <a:pt x="3964933" y="12398"/>
                          <a:pt x="4095496" y="0"/>
                        </a:cubicBezTo>
                        <a:cubicBezTo>
                          <a:pt x="4226059" y="-12398"/>
                          <a:pt x="4284261" y="36374"/>
                          <a:pt x="4419600" y="0"/>
                        </a:cubicBezTo>
                        <a:cubicBezTo>
                          <a:pt x="4554939" y="-36374"/>
                          <a:pt x="4853783" y="76913"/>
                          <a:pt x="5097272" y="0"/>
                        </a:cubicBezTo>
                        <a:cubicBezTo>
                          <a:pt x="5340761" y="-76913"/>
                          <a:pt x="5530264" y="27608"/>
                          <a:pt x="5774944" y="0"/>
                        </a:cubicBezTo>
                        <a:cubicBezTo>
                          <a:pt x="6019624" y="-27608"/>
                          <a:pt x="6117598" y="23692"/>
                          <a:pt x="6364224" y="0"/>
                        </a:cubicBezTo>
                        <a:cubicBezTo>
                          <a:pt x="6610850" y="-23692"/>
                          <a:pt x="6590287" y="32730"/>
                          <a:pt x="6776720" y="0"/>
                        </a:cubicBezTo>
                        <a:cubicBezTo>
                          <a:pt x="6963153" y="-32730"/>
                          <a:pt x="7046329" y="8520"/>
                          <a:pt x="7189216" y="0"/>
                        </a:cubicBezTo>
                        <a:cubicBezTo>
                          <a:pt x="7332103" y="-8520"/>
                          <a:pt x="7607377" y="11113"/>
                          <a:pt x="7866888" y="0"/>
                        </a:cubicBezTo>
                        <a:cubicBezTo>
                          <a:pt x="8126399" y="-11113"/>
                          <a:pt x="8378760" y="41724"/>
                          <a:pt x="8839200" y="0"/>
                        </a:cubicBezTo>
                        <a:cubicBezTo>
                          <a:pt x="8872876" y="118928"/>
                          <a:pt x="8830344" y="339926"/>
                          <a:pt x="8839200" y="438912"/>
                        </a:cubicBezTo>
                        <a:cubicBezTo>
                          <a:pt x="8848056" y="537898"/>
                          <a:pt x="8798475" y="766567"/>
                          <a:pt x="8839200" y="914400"/>
                        </a:cubicBezTo>
                        <a:cubicBezTo>
                          <a:pt x="8645471" y="976955"/>
                          <a:pt x="8384232" y="865313"/>
                          <a:pt x="8161528" y="914400"/>
                        </a:cubicBezTo>
                        <a:cubicBezTo>
                          <a:pt x="7938824" y="963487"/>
                          <a:pt x="7749091" y="864737"/>
                          <a:pt x="7395464" y="914400"/>
                        </a:cubicBezTo>
                        <a:cubicBezTo>
                          <a:pt x="7041837" y="964063"/>
                          <a:pt x="7108502" y="863863"/>
                          <a:pt x="6894576" y="914400"/>
                        </a:cubicBezTo>
                        <a:cubicBezTo>
                          <a:pt x="6680650" y="964937"/>
                          <a:pt x="6500110" y="863969"/>
                          <a:pt x="6216904" y="914400"/>
                        </a:cubicBezTo>
                        <a:cubicBezTo>
                          <a:pt x="5933698" y="964831"/>
                          <a:pt x="5832689" y="849958"/>
                          <a:pt x="5539232" y="914400"/>
                        </a:cubicBezTo>
                        <a:cubicBezTo>
                          <a:pt x="5245775" y="978842"/>
                          <a:pt x="5177470" y="860567"/>
                          <a:pt x="4949952" y="914400"/>
                        </a:cubicBezTo>
                        <a:cubicBezTo>
                          <a:pt x="4722434" y="968233"/>
                          <a:pt x="4681535" y="881771"/>
                          <a:pt x="4449064" y="914400"/>
                        </a:cubicBezTo>
                        <a:cubicBezTo>
                          <a:pt x="4216593" y="947029"/>
                          <a:pt x="4119749" y="904304"/>
                          <a:pt x="4036568" y="914400"/>
                        </a:cubicBezTo>
                        <a:cubicBezTo>
                          <a:pt x="3953387" y="924496"/>
                          <a:pt x="3818110" y="882887"/>
                          <a:pt x="3712464" y="914400"/>
                        </a:cubicBezTo>
                        <a:cubicBezTo>
                          <a:pt x="3606818" y="945913"/>
                          <a:pt x="3269436" y="910458"/>
                          <a:pt x="2946400" y="914400"/>
                        </a:cubicBezTo>
                        <a:cubicBezTo>
                          <a:pt x="2623364" y="918342"/>
                          <a:pt x="2767333" y="883469"/>
                          <a:pt x="2622296" y="914400"/>
                        </a:cubicBezTo>
                        <a:cubicBezTo>
                          <a:pt x="2477259" y="945331"/>
                          <a:pt x="2236645" y="913455"/>
                          <a:pt x="1944624" y="914400"/>
                        </a:cubicBezTo>
                        <a:cubicBezTo>
                          <a:pt x="1652603" y="915345"/>
                          <a:pt x="1636855" y="849851"/>
                          <a:pt x="1355344" y="914400"/>
                        </a:cubicBezTo>
                        <a:cubicBezTo>
                          <a:pt x="1073833" y="978949"/>
                          <a:pt x="961046" y="897749"/>
                          <a:pt x="589280" y="914400"/>
                        </a:cubicBezTo>
                        <a:cubicBezTo>
                          <a:pt x="217514" y="931051"/>
                          <a:pt x="292924" y="878133"/>
                          <a:pt x="0" y="914400"/>
                        </a:cubicBezTo>
                        <a:cubicBezTo>
                          <a:pt x="-36510" y="693623"/>
                          <a:pt x="32066" y="678279"/>
                          <a:pt x="0" y="466344"/>
                        </a:cubicBezTo>
                        <a:cubicBezTo>
                          <a:pt x="-32066" y="254409"/>
                          <a:pt x="11741" y="13989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i="1" cap="none">
                <a:latin typeface="+mn-lt"/>
              </a:rPr>
              <a:t>By the end of the project, build AI agents that generate A design pack (API, UML, user flows, wireframes) from an approved SRS.</a:t>
            </a:r>
            <a:endParaRPr lang="en-US" sz="2400" b="0" i="1" cap="none">
              <a:latin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A4D771-6F6E-0F47-04B3-0565E713F5E4}"/>
              </a:ext>
            </a:extLst>
          </p:cNvPr>
          <p:cNvSpPr txBox="1"/>
          <p:nvPr/>
        </p:nvSpPr>
        <p:spPr>
          <a:xfrm>
            <a:off x="609600" y="269547"/>
            <a:ext cx="10218576" cy="523220"/>
          </a:xfrm>
          <a:prstGeom prst="rect">
            <a:avLst/>
          </a:prstGeom>
          <a:noFill/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>
                <a:solidFill>
                  <a:srgbClr val="002060"/>
                </a:solidFill>
              </a:rPr>
              <a:t>Architect Agent &amp; UI/UX Agent : SRS-to-Design Pack Generation</a:t>
            </a:r>
          </a:p>
        </p:txBody>
      </p:sp>
    </p:spTree>
    <p:extLst>
      <p:ext uri="{BB962C8B-B14F-4D97-AF65-F5344CB8AC3E}">
        <p14:creationId xmlns:p14="http://schemas.microsoft.com/office/powerpoint/2010/main" val="5650742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D9D01-68AC-FA76-01C5-ED4A10BD9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B9D893-FC5F-8A02-17B9-8874D5013469}"/>
              </a:ext>
            </a:extLst>
          </p:cNvPr>
          <p:cNvSpPr/>
          <p:nvPr/>
        </p:nvSpPr>
        <p:spPr>
          <a:xfrm>
            <a:off x="2937235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IT22174826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sz="1800" b="1">
                <a:solidFill>
                  <a:schemeClr val="tx1"/>
                </a:solidFill>
              </a:rPr>
              <a:t>Sansala T.G.B.D |   R26-SE-033</a:t>
            </a:r>
          </a:p>
        </p:txBody>
      </p:sp>
      <p:sp>
        <p:nvSpPr>
          <p:cNvPr id="13" name="Title 4">
            <a:extLst>
              <a:ext uri="{FF2B5EF4-FFF2-40B4-BE49-F238E27FC236}">
                <a16:creationId xmlns:a16="http://schemas.microsoft.com/office/drawing/2014/main" id="{0132A788-281F-FA90-3977-17A2E16F7E29}"/>
              </a:ext>
            </a:extLst>
          </p:cNvPr>
          <p:cNvSpPr txBox="1">
            <a:spLocks/>
          </p:cNvSpPr>
          <p:nvPr/>
        </p:nvSpPr>
        <p:spPr>
          <a:xfrm>
            <a:off x="3680749" y="1234672"/>
            <a:ext cx="8337818" cy="2777944"/>
          </a:xfrm>
          <a:prstGeom prst="roundRect">
            <a:avLst/>
          </a:prstGeom>
          <a:solidFill>
            <a:srgbClr val="EDE2F6"/>
          </a:solidFill>
          <a:ln>
            <a:solidFill>
              <a:srgbClr val="FF66FF"/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8337818"/>
                      <a:gd name="csY0" fmla="*/ 0 h 2512243"/>
                      <a:gd name="csX1" fmla="*/ 512180 w 8337818"/>
                      <a:gd name="csY1" fmla="*/ 0 h 2512243"/>
                      <a:gd name="csX2" fmla="*/ 1024360 w 8337818"/>
                      <a:gd name="csY2" fmla="*/ 0 h 2512243"/>
                      <a:gd name="csX3" fmla="*/ 1619919 w 8337818"/>
                      <a:gd name="csY3" fmla="*/ 0 h 2512243"/>
                      <a:gd name="csX4" fmla="*/ 1965343 w 8337818"/>
                      <a:gd name="csY4" fmla="*/ 0 h 2512243"/>
                      <a:gd name="csX5" fmla="*/ 2560901 w 8337818"/>
                      <a:gd name="csY5" fmla="*/ 0 h 2512243"/>
                      <a:gd name="csX6" fmla="*/ 3073081 w 8337818"/>
                      <a:gd name="csY6" fmla="*/ 0 h 2512243"/>
                      <a:gd name="csX7" fmla="*/ 3668640 w 8337818"/>
                      <a:gd name="csY7" fmla="*/ 0 h 2512243"/>
                      <a:gd name="csX8" fmla="*/ 4014064 w 8337818"/>
                      <a:gd name="csY8" fmla="*/ 0 h 2512243"/>
                      <a:gd name="csX9" fmla="*/ 4526244 w 8337818"/>
                      <a:gd name="csY9" fmla="*/ 0 h 2512243"/>
                      <a:gd name="csX10" fmla="*/ 4955046 w 8337818"/>
                      <a:gd name="csY10" fmla="*/ 0 h 2512243"/>
                      <a:gd name="csX11" fmla="*/ 5383848 w 8337818"/>
                      <a:gd name="csY11" fmla="*/ 0 h 2512243"/>
                      <a:gd name="csX12" fmla="*/ 5812650 w 8337818"/>
                      <a:gd name="csY12" fmla="*/ 0 h 2512243"/>
                      <a:gd name="csX13" fmla="*/ 6324831 w 8337818"/>
                      <a:gd name="csY13" fmla="*/ 0 h 2512243"/>
                      <a:gd name="csX14" fmla="*/ 7003767 w 8337818"/>
                      <a:gd name="csY14" fmla="*/ 0 h 2512243"/>
                      <a:gd name="csX15" fmla="*/ 7515947 w 8337818"/>
                      <a:gd name="csY15" fmla="*/ 0 h 2512243"/>
                      <a:gd name="csX16" fmla="*/ 8337818 w 8337818"/>
                      <a:gd name="csY16" fmla="*/ 0 h 2512243"/>
                      <a:gd name="csX17" fmla="*/ 8337818 w 8337818"/>
                      <a:gd name="csY17" fmla="*/ 552693 h 2512243"/>
                      <a:gd name="csX18" fmla="*/ 8337818 w 8337818"/>
                      <a:gd name="csY18" fmla="*/ 979775 h 2512243"/>
                      <a:gd name="csX19" fmla="*/ 8337818 w 8337818"/>
                      <a:gd name="csY19" fmla="*/ 1431979 h 2512243"/>
                      <a:gd name="csX20" fmla="*/ 8337818 w 8337818"/>
                      <a:gd name="csY20" fmla="*/ 1984672 h 2512243"/>
                      <a:gd name="csX21" fmla="*/ 8337818 w 8337818"/>
                      <a:gd name="csY21" fmla="*/ 2512243 h 2512243"/>
                      <a:gd name="csX22" fmla="*/ 7992394 w 8337818"/>
                      <a:gd name="csY22" fmla="*/ 2512243 h 2512243"/>
                      <a:gd name="csX23" fmla="*/ 7563592 w 8337818"/>
                      <a:gd name="csY23" fmla="*/ 2512243 h 2512243"/>
                      <a:gd name="csX24" fmla="*/ 7051412 w 8337818"/>
                      <a:gd name="csY24" fmla="*/ 2512243 h 2512243"/>
                      <a:gd name="csX25" fmla="*/ 6622610 w 8337818"/>
                      <a:gd name="csY25" fmla="*/ 2512243 h 2512243"/>
                      <a:gd name="csX26" fmla="*/ 6277186 w 8337818"/>
                      <a:gd name="csY26" fmla="*/ 2512243 h 2512243"/>
                      <a:gd name="csX27" fmla="*/ 5848384 w 8337818"/>
                      <a:gd name="csY27" fmla="*/ 2512243 h 2512243"/>
                      <a:gd name="csX28" fmla="*/ 5086069 w 8337818"/>
                      <a:gd name="csY28" fmla="*/ 2512243 h 2512243"/>
                      <a:gd name="csX29" fmla="*/ 4740645 w 8337818"/>
                      <a:gd name="csY29" fmla="*/ 2512243 h 2512243"/>
                      <a:gd name="csX30" fmla="*/ 3978330 w 8337818"/>
                      <a:gd name="csY30" fmla="*/ 2512243 h 2512243"/>
                      <a:gd name="csX31" fmla="*/ 3632906 w 8337818"/>
                      <a:gd name="csY31" fmla="*/ 2512243 h 2512243"/>
                      <a:gd name="csX32" fmla="*/ 2870592 w 8337818"/>
                      <a:gd name="csY32" fmla="*/ 2512243 h 2512243"/>
                      <a:gd name="csX33" fmla="*/ 2525168 w 8337818"/>
                      <a:gd name="csY33" fmla="*/ 2512243 h 2512243"/>
                      <a:gd name="csX34" fmla="*/ 1929609 w 8337818"/>
                      <a:gd name="csY34" fmla="*/ 2512243 h 2512243"/>
                      <a:gd name="csX35" fmla="*/ 1334051 w 8337818"/>
                      <a:gd name="csY35" fmla="*/ 2512243 h 2512243"/>
                      <a:gd name="csX36" fmla="*/ 905249 w 8337818"/>
                      <a:gd name="csY36" fmla="*/ 2512243 h 2512243"/>
                      <a:gd name="csX37" fmla="*/ 0 w 8337818"/>
                      <a:gd name="csY37" fmla="*/ 2512243 h 2512243"/>
                      <a:gd name="csX38" fmla="*/ 0 w 8337818"/>
                      <a:gd name="csY38" fmla="*/ 2085162 h 2512243"/>
                      <a:gd name="csX39" fmla="*/ 0 w 8337818"/>
                      <a:gd name="csY39" fmla="*/ 1557591 h 2512243"/>
                      <a:gd name="csX40" fmla="*/ 0 w 8337818"/>
                      <a:gd name="csY40" fmla="*/ 1004897 h 2512243"/>
                      <a:gd name="csX41" fmla="*/ 0 w 8337818"/>
                      <a:gd name="csY41" fmla="*/ 502449 h 2512243"/>
                      <a:gd name="csX42" fmla="*/ 0 w 8337818"/>
                      <a:gd name="csY42" fmla="*/ 0 h 251224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</a:cxnLst>
                    <a:rect l="l" t="t" r="r" b="b"/>
                    <a:pathLst>
                      <a:path w="8337818" h="2512243" fill="none" extrusionOk="0">
                        <a:moveTo>
                          <a:pt x="0" y="0"/>
                        </a:moveTo>
                        <a:cubicBezTo>
                          <a:pt x="140980" y="-8766"/>
                          <a:pt x="296115" y="11470"/>
                          <a:pt x="512180" y="0"/>
                        </a:cubicBezTo>
                        <a:cubicBezTo>
                          <a:pt x="728245" y="-11470"/>
                          <a:pt x="797734" y="60566"/>
                          <a:pt x="1024360" y="0"/>
                        </a:cubicBezTo>
                        <a:cubicBezTo>
                          <a:pt x="1250986" y="-60566"/>
                          <a:pt x="1429419" y="14023"/>
                          <a:pt x="1619919" y="0"/>
                        </a:cubicBezTo>
                        <a:cubicBezTo>
                          <a:pt x="1810419" y="-14023"/>
                          <a:pt x="1891888" y="39357"/>
                          <a:pt x="1965343" y="0"/>
                        </a:cubicBezTo>
                        <a:cubicBezTo>
                          <a:pt x="2038798" y="-39357"/>
                          <a:pt x="2433972" y="38913"/>
                          <a:pt x="2560901" y="0"/>
                        </a:cubicBezTo>
                        <a:cubicBezTo>
                          <a:pt x="2687830" y="-38913"/>
                          <a:pt x="2868407" y="18322"/>
                          <a:pt x="3073081" y="0"/>
                        </a:cubicBezTo>
                        <a:cubicBezTo>
                          <a:pt x="3277755" y="-18322"/>
                          <a:pt x="3500305" y="51658"/>
                          <a:pt x="3668640" y="0"/>
                        </a:cubicBezTo>
                        <a:cubicBezTo>
                          <a:pt x="3836975" y="-51658"/>
                          <a:pt x="3924358" y="21485"/>
                          <a:pt x="4014064" y="0"/>
                        </a:cubicBezTo>
                        <a:cubicBezTo>
                          <a:pt x="4103770" y="-21485"/>
                          <a:pt x="4291372" y="26230"/>
                          <a:pt x="4526244" y="0"/>
                        </a:cubicBezTo>
                        <a:cubicBezTo>
                          <a:pt x="4761116" y="-26230"/>
                          <a:pt x="4797636" y="15032"/>
                          <a:pt x="4955046" y="0"/>
                        </a:cubicBezTo>
                        <a:cubicBezTo>
                          <a:pt x="5112456" y="-15032"/>
                          <a:pt x="5192775" y="45142"/>
                          <a:pt x="5383848" y="0"/>
                        </a:cubicBezTo>
                        <a:cubicBezTo>
                          <a:pt x="5574921" y="-45142"/>
                          <a:pt x="5643940" y="1366"/>
                          <a:pt x="5812650" y="0"/>
                        </a:cubicBezTo>
                        <a:cubicBezTo>
                          <a:pt x="5981360" y="-1366"/>
                          <a:pt x="6117929" y="51389"/>
                          <a:pt x="6324831" y="0"/>
                        </a:cubicBezTo>
                        <a:cubicBezTo>
                          <a:pt x="6531733" y="-51389"/>
                          <a:pt x="6729241" y="48618"/>
                          <a:pt x="7003767" y="0"/>
                        </a:cubicBezTo>
                        <a:cubicBezTo>
                          <a:pt x="7278293" y="-48618"/>
                          <a:pt x="7354118" y="58015"/>
                          <a:pt x="7515947" y="0"/>
                        </a:cubicBezTo>
                        <a:cubicBezTo>
                          <a:pt x="7677776" y="-58015"/>
                          <a:pt x="8003574" y="30"/>
                          <a:pt x="8337818" y="0"/>
                        </a:cubicBezTo>
                        <a:cubicBezTo>
                          <a:pt x="8356065" y="212281"/>
                          <a:pt x="8272436" y="288651"/>
                          <a:pt x="8337818" y="552693"/>
                        </a:cubicBezTo>
                        <a:cubicBezTo>
                          <a:pt x="8403200" y="816735"/>
                          <a:pt x="8298598" y="876538"/>
                          <a:pt x="8337818" y="979775"/>
                        </a:cubicBezTo>
                        <a:cubicBezTo>
                          <a:pt x="8377038" y="1083012"/>
                          <a:pt x="8318860" y="1253172"/>
                          <a:pt x="8337818" y="1431979"/>
                        </a:cubicBezTo>
                        <a:cubicBezTo>
                          <a:pt x="8356776" y="1610786"/>
                          <a:pt x="8272289" y="1795916"/>
                          <a:pt x="8337818" y="1984672"/>
                        </a:cubicBezTo>
                        <a:cubicBezTo>
                          <a:pt x="8403347" y="2173428"/>
                          <a:pt x="8284949" y="2257177"/>
                          <a:pt x="8337818" y="2512243"/>
                        </a:cubicBezTo>
                        <a:cubicBezTo>
                          <a:pt x="8211048" y="2515144"/>
                          <a:pt x="8157308" y="2509865"/>
                          <a:pt x="7992394" y="2512243"/>
                        </a:cubicBezTo>
                        <a:cubicBezTo>
                          <a:pt x="7827480" y="2514621"/>
                          <a:pt x="7698930" y="2477976"/>
                          <a:pt x="7563592" y="2512243"/>
                        </a:cubicBezTo>
                        <a:cubicBezTo>
                          <a:pt x="7428254" y="2546510"/>
                          <a:pt x="7253165" y="2481601"/>
                          <a:pt x="7051412" y="2512243"/>
                        </a:cubicBezTo>
                        <a:cubicBezTo>
                          <a:pt x="6849659" y="2542885"/>
                          <a:pt x="6737714" y="2469088"/>
                          <a:pt x="6622610" y="2512243"/>
                        </a:cubicBezTo>
                        <a:cubicBezTo>
                          <a:pt x="6507506" y="2555398"/>
                          <a:pt x="6446169" y="2499988"/>
                          <a:pt x="6277186" y="2512243"/>
                        </a:cubicBezTo>
                        <a:cubicBezTo>
                          <a:pt x="6108203" y="2524498"/>
                          <a:pt x="6048608" y="2482565"/>
                          <a:pt x="5848384" y="2512243"/>
                        </a:cubicBezTo>
                        <a:cubicBezTo>
                          <a:pt x="5648160" y="2541921"/>
                          <a:pt x="5334517" y="2443433"/>
                          <a:pt x="5086069" y="2512243"/>
                        </a:cubicBezTo>
                        <a:cubicBezTo>
                          <a:pt x="4837621" y="2581053"/>
                          <a:pt x="4896056" y="2498348"/>
                          <a:pt x="4740645" y="2512243"/>
                        </a:cubicBezTo>
                        <a:cubicBezTo>
                          <a:pt x="4585234" y="2526138"/>
                          <a:pt x="4189321" y="2424207"/>
                          <a:pt x="3978330" y="2512243"/>
                        </a:cubicBezTo>
                        <a:cubicBezTo>
                          <a:pt x="3767339" y="2600279"/>
                          <a:pt x="3799234" y="2503475"/>
                          <a:pt x="3632906" y="2512243"/>
                        </a:cubicBezTo>
                        <a:cubicBezTo>
                          <a:pt x="3466578" y="2521011"/>
                          <a:pt x="3100027" y="2476217"/>
                          <a:pt x="2870592" y="2512243"/>
                        </a:cubicBezTo>
                        <a:cubicBezTo>
                          <a:pt x="2641157" y="2548269"/>
                          <a:pt x="2645621" y="2481446"/>
                          <a:pt x="2525168" y="2512243"/>
                        </a:cubicBezTo>
                        <a:cubicBezTo>
                          <a:pt x="2404715" y="2543040"/>
                          <a:pt x="2211731" y="2442613"/>
                          <a:pt x="1929609" y="2512243"/>
                        </a:cubicBezTo>
                        <a:cubicBezTo>
                          <a:pt x="1647487" y="2581873"/>
                          <a:pt x="1497052" y="2449250"/>
                          <a:pt x="1334051" y="2512243"/>
                        </a:cubicBezTo>
                        <a:cubicBezTo>
                          <a:pt x="1171050" y="2575236"/>
                          <a:pt x="1105520" y="2488428"/>
                          <a:pt x="905249" y="2512243"/>
                        </a:cubicBezTo>
                        <a:cubicBezTo>
                          <a:pt x="704978" y="2536058"/>
                          <a:pt x="331805" y="2461135"/>
                          <a:pt x="0" y="2512243"/>
                        </a:cubicBezTo>
                        <a:cubicBezTo>
                          <a:pt x="-50898" y="2413692"/>
                          <a:pt x="16231" y="2179168"/>
                          <a:pt x="0" y="2085162"/>
                        </a:cubicBezTo>
                        <a:cubicBezTo>
                          <a:pt x="-16231" y="1991156"/>
                          <a:pt x="49410" y="1669656"/>
                          <a:pt x="0" y="1557591"/>
                        </a:cubicBezTo>
                        <a:cubicBezTo>
                          <a:pt x="-49410" y="1445526"/>
                          <a:pt x="15418" y="1148410"/>
                          <a:pt x="0" y="1004897"/>
                        </a:cubicBezTo>
                        <a:cubicBezTo>
                          <a:pt x="-15418" y="861384"/>
                          <a:pt x="17869" y="753634"/>
                          <a:pt x="0" y="502449"/>
                        </a:cubicBezTo>
                        <a:cubicBezTo>
                          <a:pt x="-17869" y="251264"/>
                          <a:pt x="29731" y="130862"/>
                          <a:pt x="0" y="0"/>
                        </a:cubicBezTo>
                        <a:close/>
                      </a:path>
                      <a:path w="8337818" h="2512243" stroke="0" extrusionOk="0">
                        <a:moveTo>
                          <a:pt x="0" y="0"/>
                        </a:moveTo>
                        <a:cubicBezTo>
                          <a:pt x="208539" y="-6596"/>
                          <a:pt x="373229" y="12451"/>
                          <a:pt x="512180" y="0"/>
                        </a:cubicBezTo>
                        <a:cubicBezTo>
                          <a:pt x="651131" y="-12451"/>
                          <a:pt x="943299" y="33842"/>
                          <a:pt x="1107739" y="0"/>
                        </a:cubicBezTo>
                        <a:cubicBezTo>
                          <a:pt x="1272179" y="-33842"/>
                          <a:pt x="1492331" y="13914"/>
                          <a:pt x="1619919" y="0"/>
                        </a:cubicBezTo>
                        <a:cubicBezTo>
                          <a:pt x="1747507" y="-13914"/>
                          <a:pt x="2085197" y="44285"/>
                          <a:pt x="2298856" y="0"/>
                        </a:cubicBezTo>
                        <a:cubicBezTo>
                          <a:pt x="2512515" y="-44285"/>
                          <a:pt x="2526692" y="38363"/>
                          <a:pt x="2644279" y="0"/>
                        </a:cubicBezTo>
                        <a:cubicBezTo>
                          <a:pt x="2761866" y="-38363"/>
                          <a:pt x="3084371" y="89100"/>
                          <a:pt x="3406594" y="0"/>
                        </a:cubicBezTo>
                        <a:cubicBezTo>
                          <a:pt x="3728817" y="-89100"/>
                          <a:pt x="3691033" y="9051"/>
                          <a:pt x="3835396" y="0"/>
                        </a:cubicBezTo>
                        <a:cubicBezTo>
                          <a:pt x="3979759" y="-9051"/>
                          <a:pt x="4076400" y="38627"/>
                          <a:pt x="4180820" y="0"/>
                        </a:cubicBezTo>
                        <a:cubicBezTo>
                          <a:pt x="4285240" y="-38627"/>
                          <a:pt x="4419898" y="7879"/>
                          <a:pt x="4526244" y="0"/>
                        </a:cubicBezTo>
                        <a:cubicBezTo>
                          <a:pt x="4632590" y="-7879"/>
                          <a:pt x="5016402" y="30115"/>
                          <a:pt x="5205181" y="0"/>
                        </a:cubicBezTo>
                        <a:cubicBezTo>
                          <a:pt x="5393960" y="-30115"/>
                          <a:pt x="5693333" y="49808"/>
                          <a:pt x="5884117" y="0"/>
                        </a:cubicBezTo>
                        <a:cubicBezTo>
                          <a:pt x="6074901" y="-49808"/>
                          <a:pt x="6220999" y="16459"/>
                          <a:pt x="6479676" y="0"/>
                        </a:cubicBezTo>
                        <a:cubicBezTo>
                          <a:pt x="6738353" y="-16459"/>
                          <a:pt x="6727764" y="41683"/>
                          <a:pt x="6908478" y="0"/>
                        </a:cubicBezTo>
                        <a:cubicBezTo>
                          <a:pt x="7089192" y="-41683"/>
                          <a:pt x="7170267" y="33159"/>
                          <a:pt x="7337280" y="0"/>
                        </a:cubicBezTo>
                        <a:cubicBezTo>
                          <a:pt x="7504293" y="-33159"/>
                          <a:pt x="7943771" y="53691"/>
                          <a:pt x="8337818" y="0"/>
                        </a:cubicBezTo>
                        <a:cubicBezTo>
                          <a:pt x="8363738" y="161742"/>
                          <a:pt x="8328931" y="304193"/>
                          <a:pt x="8337818" y="477326"/>
                        </a:cubicBezTo>
                        <a:cubicBezTo>
                          <a:pt x="8346705" y="650459"/>
                          <a:pt x="8300454" y="745526"/>
                          <a:pt x="8337818" y="979775"/>
                        </a:cubicBezTo>
                        <a:cubicBezTo>
                          <a:pt x="8375182" y="1214024"/>
                          <a:pt x="8285596" y="1346030"/>
                          <a:pt x="8337818" y="1507346"/>
                        </a:cubicBezTo>
                        <a:cubicBezTo>
                          <a:pt x="8390040" y="1668662"/>
                          <a:pt x="8277846" y="1841827"/>
                          <a:pt x="8337818" y="2034917"/>
                        </a:cubicBezTo>
                        <a:cubicBezTo>
                          <a:pt x="8397790" y="2228007"/>
                          <a:pt x="8319010" y="2336004"/>
                          <a:pt x="8337818" y="2512243"/>
                        </a:cubicBezTo>
                        <a:cubicBezTo>
                          <a:pt x="8141316" y="2516799"/>
                          <a:pt x="8058967" y="2505182"/>
                          <a:pt x="7909016" y="2512243"/>
                        </a:cubicBezTo>
                        <a:cubicBezTo>
                          <a:pt x="7759065" y="2519304"/>
                          <a:pt x="7491599" y="2431173"/>
                          <a:pt x="7230079" y="2512243"/>
                        </a:cubicBezTo>
                        <a:cubicBezTo>
                          <a:pt x="6968559" y="2593313"/>
                          <a:pt x="6824968" y="2440081"/>
                          <a:pt x="6551143" y="2512243"/>
                        </a:cubicBezTo>
                        <a:cubicBezTo>
                          <a:pt x="6277318" y="2584405"/>
                          <a:pt x="6192195" y="2498343"/>
                          <a:pt x="5955584" y="2512243"/>
                        </a:cubicBezTo>
                        <a:cubicBezTo>
                          <a:pt x="5718973" y="2526143"/>
                          <a:pt x="5681401" y="2509377"/>
                          <a:pt x="5443404" y="2512243"/>
                        </a:cubicBezTo>
                        <a:cubicBezTo>
                          <a:pt x="5205407" y="2515109"/>
                          <a:pt x="5153224" y="2491940"/>
                          <a:pt x="5014602" y="2512243"/>
                        </a:cubicBezTo>
                        <a:cubicBezTo>
                          <a:pt x="4875980" y="2532546"/>
                          <a:pt x="4775924" y="2484291"/>
                          <a:pt x="4669178" y="2512243"/>
                        </a:cubicBezTo>
                        <a:cubicBezTo>
                          <a:pt x="4562432" y="2540195"/>
                          <a:pt x="4153099" y="2433204"/>
                          <a:pt x="3906863" y="2512243"/>
                        </a:cubicBezTo>
                        <a:cubicBezTo>
                          <a:pt x="3660627" y="2591282"/>
                          <a:pt x="3702220" y="2480488"/>
                          <a:pt x="3561439" y="2512243"/>
                        </a:cubicBezTo>
                        <a:cubicBezTo>
                          <a:pt x="3420658" y="2543998"/>
                          <a:pt x="3163234" y="2431273"/>
                          <a:pt x="2882503" y="2512243"/>
                        </a:cubicBezTo>
                        <a:cubicBezTo>
                          <a:pt x="2601772" y="2593213"/>
                          <a:pt x="2525950" y="2448389"/>
                          <a:pt x="2286944" y="2512243"/>
                        </a:cubicBezTo>
                        <a:cubicBezTo>
                          <a:pt x="2047938" y="2576097"/>
                          <a:pt x="1892055" y="2456321"/>
                          <a:pt x="1524630" y="2512243"/>
                        </a:cubicBezTo>
                        <a:cubicBezTo>
                          <a:pt x="1157205" y="2568165"/>
                          <a:pt x="1285292" y="2463914"/>
                          <a:pt x="1095828" y="2512243"/>
                        </a:cubicBezTo>
                        <a:cubicBezTo>
                          <a:pt x="906364" y="2560572"/>
                          <a:pt x="830693" y="2481634"/>
                          <a:pt x="583647" y="2512243"/>
                        </a:cubicBezTo>
                        <a:cubicBezTo>
                          <a:pt x="336601" y="2542852"/>
                          <a:pt x="279997" y="2504740"/>
                          <a:pt x="0" y="2512243"/>
                        </a:cubicBezTo>
                        <a:cubicBezTo>
                          <a:pt x="-35637" y="2378584"/>
                          <a:pt x="30800" y="2204427"/>
                          <a:pt x="0" y="2085162"/>
                        </a:cubicBezTo>
                        <a:cubicBezTo>
                          <a:pt x="-30800" y="1965897"/>
                          <a:pt x="37170" y="1815111"/>
                          <a:pt x="0" y="1557591"/>
                        </a:cubicBezTo>
                        <a:cubicBezTo>
                          <a:pt x="-37170" y="1300071"/>
                          <a:pt x="36122" y="1143670"/>
                          <a:pt x="0" y="1004897"/>
                        </a:cubicBezTo>
                        <a:cubicBezTo>
                          <a:pt x="-36122" y="866124"/>
                          <a:pt x="23789" y="618528"/>
                          <a:pt x="0" y="452204"/>
                        </a:cubicBezTo>
                        <a:cubicBezTo>
                          <a:pt x="-23789" y="285880"/>
                          <a:pt x="47319" y="13732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0" i="1" cap="none">
                <a:latin typeface="+mn-lt"/>
                <a:cs typeface="Times New Roman" panose="02020603050405020304" pitchFamily="18" charset="0"/>
              </a:rPr>
              <a:t>Applies </a:t>
            </a:r>
            <a:r>
              <a:rPr lang="en-GB" sz="2000" i="1" cap="none">
                <a:latin typeface="+mn-lt"/>
                <a:cs typeface="Times New Roman" panose="02020603050405020304" pitchFamily="18" charset="0"/>
              </a:rPr>
              <a:t>API ENGINEERING </a:t>
            </a:r>
            <a:r>
              <a:rPr lang="en-GB" sz="2000" b="0" i="1" cap="none">
                <a:latin typeface="+mn-lt"/>
                <a:cs typeface="Times New Roman" panose="02020603050405020304" pitchFamily="18" charset="0"/>
              </a:rPr>
              <a:t>To Generate An OpenApi/Swagger API Contract (Endpoints, Schemas, Validations).</a:t>
            </a:r>
          </a:p>
          <a:p>
            <a:endParaRPr lang="en-GB" sz="2000" b="0" i="1" cap="none">
              <a:latin typeface="+mn-lt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0" i="1" cap="none">
                <a:latin typeface="+mn-lt"/>
                <a:cs typeface="Times New Roman" panose="02020603050405020304" pitchFamily="18" charset="0"/>
              </a:rPr>
              <a:t>Applies </a:t>
            </a:r>
            <a:r>
              <a:rPr lang="en-GB" sz="2000" i="1" cap="none">
                <a:latin typeface="+mn-lt"/>
                <a:cs typeface="Times New Roman" panose="02020603050405020304" pitchFamily="18" charset="0"/>
              </a:rPr>
              <a:t>UML MODELING </a:t>
            </a:r>
            <a:r>
              <a:rPr lang="en-GB" sz="2000" b="0" i="1" cap="none">
                <a:latin typeface="+mn-lt"/>
                <a:cs typeface="Times New Roman" panose="02020603050405020304" pitchFamily="18" charset="0"/>
              </a:rPr>
              <a:t>To Generate Use Case, Class, Sequence, &amp; Object Diagrams From The Approved SRS.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0" i="1" cap="none">
              <a:latin typeface="+mn-lt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0" i="1" cap="none">
                <a:latin typeface="+mn-lt"/>
                <a:cs typeface="Times New Roman" panose="02020603050405020304" pitchFamily="18" charset="0"/>
              </a:rPr>
              <a:t>Applies </a:t>
            </a:r>
            <a:r>
              <a:rPr lang="en-GB" sz="2000" i="1" cap="none">
                <a:latin typeface="+mn-lt"/>
                <a:cs typeface="Times New Roman" panose="02020603050405020304" pitchFamily="18" charset="0"/>
              </a:rPr>
              <a:t>UI/UX DESIGN </a:t>
            </a:r>
            <a:r>
              <a:rPr lang="en-GB" sz="2000" b="0" i="1" cap="none">
                <a:latin typeface="+mn-lt"/>
                <a:cs typeface="Times New Roman" panose="02020603050405020304" pitchFamily="18" charset="0"/>
              </a:rPr>
              <a:t>To Generate User Flows &amp; Low-fidelity Wireframes Aligned With Requirements.</a:t>
            </a:r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D1618AF3-9E8D-D77B-58B2-14A098C21F24}"/>
              </a:ext>
            </a:extLst>
          </p:cNvPr>
          <p:cNvSpPr txBox="1">
            <a:spLocks/>
          </p:cNvSpPr>
          <p:nvPr/>
        </p:nvSpPr>
        <p:spPr>
          <a:xfrm>
            <a:off x="626155" y="4362533"/>
            <a:ext cx="6650620" cy="1737408"/>
          </a:xfrm>
          <a:prstGeom prst="roundRect">
            <a:avLst/>
          </a:prstGeom>
          <a:solidFill>
            <a:srgbClr val="EDE2F6"/>
          </a:solidFill>
          <a:ln>
            <a:solidFill>
              <a:srgbClr val="FF66FF"/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6650620"/>
                      <a:gd name="csY0" fmla="*/ 0 h 1737408"/>
                      <a:gd name="csX1" fmla="*/ 354700 w 6650620"/>
                      <a:gd name="csY1" fmla="*/ 0 h 1737408"/>
                      <a:gd name="csX2" fmla="*/ 908918 w 6650620"/>
                      <a:gd name="csY2" fmla="*/ 0 h 1737408"/>
                      <a:gd name="csX3" fmla="*/ 1596149 w 6650620"/>
                      <a:gd name="csY3" fmla="*/ 0 h 1737408"/>
                      <a:gd name="csX4" fmla="*/ 2017355 w 6650620"/>
                      <a:gd name="csY4" fmla="*/ 0 h 1737408"/>
                      <a:gd name="csX5" fmla="*/ 2438561 w 6650620"/>
                      <a:gd name="csY5" fmla="*/ 0 h 1737408"/>
                      <a:gd name="csX6" fmla="*/ 2992779 w 6650620"/>
                      <a:gd name="csY6" fmla="*/ 0 h 1737408"/>
                      <a:gd name="csX7" fmla="*/ 3413985 w 6650620"/>
                      <a:gd name="csY7" fmla="*/ 0 h 1737408"/>
                      <a:gd name="csX8" fmla="*/ 4101216 w 6650620"/>
                      <a:gd name="csY8" fmla="*/ 0 h 1737408"/>
                      <a:gd name="csX9" fmla="*/ 4655434 w 6650620"/>
                      <a:gd name="csY9" fmla="*/ 0 h 1737408"/>
                      <a:gd name="csX10" fmla="*/ 5010134 w 6650620"/>
                      <a:gd name="csY10" fmla="*/ 0 h 1737408"/>
                      <a:gd name="csX11" fmla="*/ 5497846 w 6650620"/>
                      <a:gd name="csY11" fmla="*/ 0 h 1737408"/>
                      <a:gd name="csX12" fmla="*/ 6052064 w 6650620"/>
                      <a:gd name="csY12" fmla="*/ 0 h 1737408"/>
                      <a:gd name="csX13" fmla="*/ 6650620 w 6650620"/>
                      <a:gd name="csY13" fmla="*/ 0 h 1737408"/>
                      <a:gd name="csX14" fmla="*/ 6650620 w 6650620"/>
                      <a:gd name="csY14" fmla="*/ 579136 h 1737408"/>
                      <a:gd name="csX15" fmla="*/ 6650620 w 6650620"/>
                      <a:gd name="csY15" fmla="*/ 1140898 h 1737408"/>
                      <a:gd name="csX16" fmla="*/ 6650620 w 6650620"/>
                      <a:gd name="csY16" fmla="*/ 1737408 h 1737408"/>
                      <a:gd name="csX17" fmla="*/ 5963389 w 6650620"/>
                      <a:gd name="csY17" fmla="*/ 1737408 h 1737408"/>
                      <a:gd name="csX18" fmla="*/ 5542183 w 6650620"/>
                      <a:gd name="csY18" fmla="*/ 1737408 h 1737408"/>
                      <a:gd name="csX19" fmla="*/ 5187484 w 6650620"/>
                      <a:gd name="csY19" fmla="*/ 1737408 h 1737408"/>
                      <a:gd name="csX20" fmla="*/ 4500253 w 6650620"/>
                      <a:gd name="csY20" fmla="*/ 1737408 h 1737408"/>
                      <a:gd name="csX21" fmla="*/ 3813022 w 6650620"/>
                      <a:gd name="csY21" fmla="*/ 1737408 h 1737408"/>
                      <a:gd name="csX22" fmla="*/ 3391816 w 6650620"/>
                      <a:gd name="csY22" fmla="*/ 1737408 h 1737408"/>
                      <a:gd name="csX23" fmla="*/ 2704585 w 6650620"/>
                      <a:gd name="csY23" fmla="*/ 1737408 h 1737408"/>
                      <a:gd name="csX24" fmla="*/ 2150367 w 6650620"/>
                      <a:gd name="csY24" fmla="*/ 1737408 h 1737408"/>
                      <a:gd name="csX25" fmla="*/ 1463136 w 6650620"/>
                      <a:gd name="csY25" fmla="*/ 1737408 h 1737408"/>
                      <a:gd name="csX26" fmla="*/ 975424 w 6650620"/>
                      <a:gd name="csY26" fmla="*/ 1737408 h 1737408"/>
                      <a:gd name="csX27" fmla="*/ 0 w 6650620"/>
                      <a:gd name="csY27" fmla="*/ 1737408 h 1737408"/>
                      <a:gd name="csX28" fmla="*/ 0 w 6650620"/>
                      <a:gd name="csY28" fmla="*/ 1140898 h 1737408"/>
                      <a:gd name="csX29" fmla="*/ 0 w 6650620"/>
                      <a:gd name="csY29" fmla="*/ 613884 h 1737408"/>
                      <a:gd name="csX30" fmla="*/ 0 w 6650620"/>
                      <a:gd name="csY30" fmla="*/ 0 h 173740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</a:cxnLst>
                    <a:rect l="l" t="t" r="r" b="b"/>
                    <a:pathLst>
                      <a:path w="6650620" h="1737408" fill="none" extrusionOk="0">
                        <a:moveTo>
                          <a:pt x="0" y="0"/>
                        </a:moveTo>
                        <a:cubicBezTo>
                          <a:pt x="133521" y="-26161"/>
                          <a:pt x="225101" y="3074"/>
                          <a:pt x="354700" y="0"/>
                        </a:cubicBezTo>
                        <a:cubicBezTo>
                          <a:pt x="484299" y="-3074"/>
                          <a:pt x="749191" y="15522"/>
                          <a:pt x="908918" y="0"/>
                        </a:cubicBezTo>
                        <a:cubicBezTo>
                          <a:pt x="1068645" y="-15522"/>
                          <a:pt x="1384942" y="2353"/>
                          <a:pt x="1596149" y="0"/>
                        </a:cubicBezTo>
                        <a:cubicBezTo>
                          <a:pt x="1807356" y="-2353"/>
                          <a:pt x="1915926" y="22493"/>
                          <a:pt x="2017355" y="0"/>
                        </a:cubicBezTo>
                        <a:cubicBezTo>
                          <a:pt x="2118784" y="-22493"/>
                          <a:pt x="2246512" y="15851"/>
                          <a:pt x="2438561" y="0"/>
                        </a:cubicBezTo>
                        <a:cubicBezTo>
                          <a:pt x="2630610" y="-15851"/>
                          <a:pt x="2780941" y="41912"/>
                          <a:pt x="2992779" y="0"/>
                        </a:cubicBezTo>
                        <a:cubicBezTo>
                          <a:pt x="3204617" y="-41912"/>
                          <a:pt x="3234825" y="49322"/>
                          <a:pt x="3413985" y="0"/>
                        </a:cubicBezTo>
                        <a:cubicBezTo>
                          <a:pt x="3593145" y="-49322"/>
                          <a:pt x="3867812" y="25495"/>
                          <a:pt x="4101216" y="0"/>
                        </a:cubicBezTo>
                        <a:cubicBezTo>
                          <a:pt x="4334620" y="-25495"/>
                          <a:pt x="4417448" y="19708"/>
                          <a:pt x="4655434" y="0"/>
                        </a:cubicBezTo>
                        <a:cubicBezTo>
                          <a:pt x="4893420" y="-19708"/>
                          <a:pt x="4837084" y="33970"/>
                          <a:pt x="5010134" y="0"/>
                        </a:cubicBezTo>
                        <a:cubicBezTo>
                          <a:pt x="5183184" y="-33970"/>
                          <a:pt x="5296603" y="50788"/>
                          <a:pt x="5497846" y="0"/>
                        </a:cubicBezTo>
                        <a:cubicBezTo>
                          <a:pt x="5699089" y="-50788"/>
                          <a:pt x="5861822" y="49156"/>
                          <a:pt x="6052064" y="0"/>
                        </a:cubicBezTo>
                        <a:cubicBezTo>
                          <a:pt x="6242306" y="-49156"/>
                          <a:pt x="6481036" y="34367"/>
                          <a:pt x="6650620" y="0"/>
                        </a:cubicBezTo>
                        <a:cubicBezTo>
                          <a:pt x="6661582" y="274452"/>
                          <a:pt x="6602493" y="307579"/>
                          <a:pt x="6650620" y="579136"/>
                        </a:cubicBezTo>
                        <a:cubicBezTo>
                          <a:pt x="6698747" y="850693"/>
                          <a:pt x="6628194" y="945792"/>
                          <a:pt x="6650620" y="1140898"/>
                        </a:cubicBezTo>
                        <a:cubicBezTo>
                          <a:pt x="6673046" y="1336004"/>
                          <a:pt x="6629522" y="1473801"/>
                          <a:pt x="6650620" y="1737408"/>
                        </a:cubicBezTo>
                        <a:cubicBezTo>
                          <a:pt x="6511586" y="1753833"/>
                          <a:pt x="6125352" y="1730072"/>
                          <a:pt x="5963389" y="1737408"/>
                        </a:cubicBezTo>
                        <a:cubicBezTo>
                          <a:pt x="5801426" y="1744744"/>
                          <a:pt x="5672487" y="1693854"/>
                          <a:pt x="5542183" y="1737408"/>
                        </a:cubicBezTo>
                        <a:cubicBezTo>
                          <a:pt x="5411879" y="1780962"/>
                          <a:pt x="5317726" y="1716341"/>
                          <a:pt x="5187484" y="1737408"/>
                        </a:cubicBezTo>
                        <a:cubicBezTo>
                          <a:pt x="5057242" y="1758475"/>
                          <a:pt x="4717139" y="1674947"/>
                          <a:pt x="4500253" y="1737408"/>
                        </a:cubicBezTo>
                        <a:cubicBezTo>
                          <a:pt x="4283367" y="1799869"/>
                          <a:pt x="4120999" y="1690401"/>
                          <a:pt x="3813022" y="1737408"/>
                        </a:cubicBezTo>
                        <a:cubicBezTo>
                          <a:pt x="3505045" y="1784415"/>
                          <a:pt x="3522347" y="1696194"/>
                          <a:pt x="3391816" y="1737408"/>
                        </a:cubicBezTo>
                        <a:cubicBezTo>
                          <a:pt x="3261285" y="1778622"/>
                          <a:pt x="3041558" y="1705670"/>
                          <a:pt x="2704585" y="1737408"/>
                        </a:cubicBezTo>
                        <a:cubicBezTo>
                          <a:pt x="2367612" y="1769146"/>
                          <a:pt x="2315179" y="1684111"/>
                          <a:pt x="2150367" y="1737408"/>
                        </a:cubicBezTo>
                        <a:cubicBezTo>
                          <a:pt x="1985555" y="1790705"/>
                          <a:pt x="1760593" y="1671406"/>
                          <a:pt x="1463136" y="1737408"/>
                        </a:cubicBezTo>
                        <a:cubicBezTo>
                          <a:pt x="1165679" y="1803410"/>
                          <a:pt x="1165771" y="1735994"/>
                          <a:pt x="975424" y="1737408"/>
                        </a:cubicBezTo>
                        <a:cubicBezTo>
                          <a:pt x="785077" y="1738822"/>
                          <a:pt x="430808" y="1625320"/>
                          <a:pt x="0" y="1737408"/>
                        </a:cubicBezTo>
                        <a:cubicBezTo>
                          <a:pt x="-67101" y="1546819"/>
                          <a:pt x="7949" y="1379625"/>
                          <a:pt x="0" y="1140898"/>
                        </a:cubicBezTo>
                        <a:cubicBezTo>
                          <a:pt x="-7949" y="902171"/>
                          <a:pt x="27221" y="731733"/>
                          <a:pt x="0" y="613884"/>
                        </a:cubicBezTo>
                        <a:cubicBezTo>
                          <a:pt x="-27221" y="496035"/>
                          <a:pt x="1467" y="299239"/>
                          <a:pt x="0" y="0"/>
                        </a:cubicBezTo>
                        <a:close/>
                      </a:path>
                      <a:path w="6650620" h="1737408" stroke="0" extrusionOk="0">
                        <a:moveTo>
                          <a:pt x="0" y="0"/>
                        </a:moveTo>
                        <a:cubicBezTo>
                          <a:pt x="125697" y="-21615"/>
                          <a:pt x="295165" y="1858"/>
                          <a:pt x="487712" y="0"/>
                        </a:cubicBezTo>
                        <a:cubicBezTo>
                          <a:pt x="680259" y="-1858"/>
                          <a:pt x="888377" y="38229"/>
                          <a:pt x="1041930" y="0"/>
                        </a:cubicBezTo>
                        <a:cubicBezTo>
                          <a:pt x="1195483" y="-38229"/>
                          <a:pt x="1400498" y="16425"/>
                          <a:pt x="1529643" y="0"/>
                        </a:cubicBezTo>
                        <a:cubicBezTo>
                          <a:pt x="1658788" y="-16425"/>
                          <a:pt x="1849118" y="42140"/>
                          <a:pt x="2150367" y="0"/>
                        </a:cubicBezTo>
                        <a:cubicBezTo>
                          <a:pt x="2451616" y="-42140"/>
                          <a:pt x="2396736" y="11804"/>
                          <a:pt x="2505067" y="0"/>
                        </a:cubicBezTo>
                        <a:cubicBezTo>
                          <a:pt x="2613398" y="-11804"/>
                          <a:pt x="3018175" y="75210"/>
                          <a:pt x="3192298" y="0"/>
                        </a:cubicBezTo>
                        <a:cubicBezTo>
                          <a:pt x="3366421" y="-75210"/>
                          <a:pt x="3465914" y="16104"/>
                          <a:pt x="3613504" y="0"/>
                        </a:cubicBezTo>
                        <a:cubicBezTo>
                          <a:pt x="3761094" y="-16104"/>
                          <a:pt x="3808080" y="32234"/>
                          <a:pt x="3968203" y="0"/>
                        </a:cubicBezTo>
                        <a:cubicBezTo>
                          <a:pt x="4128326" y="-32234"/>
                          <a:pt x="4158219" y="21216"/>
                          <a:pt x="4322903" y="0"/>
                        </a:cubicBezTo>
                        <a:cubicBezTo>
                          <a:pt x="4487587" y="-21216"/>
                          <a:pt x="4775493" y="41353"/>
                          <a:pt x="4943628" y="0"/>
                        </a:cubicBezTo>
                        <a:cubicBezTo>
                          <a:pt x="5111764" y="-41353"/>
                          <a:pt x="5277089" y="66137"/>
                          <a:pt x="5564352" y="0"/>
                        </a:cubicBezTo>
                        <a:cubicBezTo>
                          <a:pt x="5851615" y="-66137"/>
                          <a:pt x="5960525" y="2965"/>
                          <a:pt x="6118570" y="0"/>
                        </a:cubicBezTo>
                        <a:cubicBezTo>
                          <a:pt x="6276615" y="-2965"/>
                          <a:pt x="6534583" y="11173"/>
                          <a:pt x="6650620" y="0"/>
                        </a:cubicBezTo>
                        <a:cubicBezTo>
                          <a:pt x="6704351" y="193259"/>
                          <a:pt x="6639051" y="421367"/>
                          <a:pt x="6650620" y="544388"/>
                        </a:cubicBezTo>
                        <a:cubicBezTo>
                          <a:pt x="6662189" y="667409"/>
                          <a:pt x="6643900" y="891669"/>
                          <a:pt x="6650620" y="1088776"/>
                        </a:cubicBezTo>
                        <a:cubicBezTo>
                          <a:pt x="6657340" y="1285883"/>
                          <a:pt x="6637504" y="1526716"/>
                          <a:pt x="6650620" y="1737408"/>
                        </a:cubicBezTo>
                        <a:cubicBezTo>
                          <a:pt x="6498655" y="1740101"/>
                          <a:pt x="6325313" y="1701540"/>
                          <a:pt x="6096402" y="1737408"/>
                        </a:cubicBezTo>
                        <a:cubicBezTo>
                          <a:pt x="5867491" y="1773276"/>
                          <a:pt x="5813485" y="1691853"/>
                          <a:pt x="5542183" y="1737408"/>
                        </a:cubicBezTo>
                        <a:cubicBezTo>
                          <a:pt x="5270881" y="1782963"/>
                          <a:pt x="5068725" y="1688200"/>
                          <a:pt x="4854953" y="1737408"/>
                        </a:cubicBezTo>
                        <a:cubicBezTo>
                          <a:pt x="4641181" y="1786616"/>
                          <a:pt x="4404574" y="1711979"/>
                          <a:pt x="4167722" y="1737408"/>
                        </a:cubicBezTo>
                        <a:cubicBezTo>
                          <a:pt x="3930870" y="1762837"/>
                          <a:pt x="3881114" y="1711897"/>
                          <a:pt x="3680010" y="1737408"/>
                        </a:cubicBezTo>
                        <a:cubicBezTo>
                          <a:pt x="3478906" y="1762919"/>
                          <a:pt x="3330988" y="1728720"/>
                          <a:pt x="3059285" y="1737408"/>
                        </a:cubicBezTo>
                        <a:cubicBezTo>
                          <a:pt x="2787582" y="1746096"/>
                          <a:pt x="2681490" y="1732063"/>
                          <a:pt x="2438561" y="1737408"/>
                        </a:cubicBezTo>
                        <a:cubicBezTo>
                          <a:pt x="2195632" y="1742753"/>
                          <a:pt x="2056292" y="1724879"/>
                          <a:pt x="1884342" y="1737408"/>
                        </a:cubicBezTo>
                        <a:cubicBezTo>
                          <a:pt x="1712392" y="1749937"/>
                          <a:pt x="1521497" y="1709735"/>
                          <a:pt x="1396630" y="1737408"/>
                        </a:cubicBezTo>
                        <a:cubicBezTo>
                          <a:pt x="1271763" y="1765081"/>
                          <a:pt x="1091626" y="1736169"/>
                          <a:pt x="975424" y="1737408"/>
                        </a:cubicBezTo>
                        <a:cubicBezTo>
                          <a:pt x="859222" y="1738647"/>
                          <a:pt x="767200" y="1705582"/>
                          <a:pt x="620725" y="1737408"/>
                        </a:cubicBezTo>
                        <a:cubicBezTo>
                          <a:pt x="474250" y="1769234"/>
                          <a:pt x="272262" y="1715509"/>
                          <a:pt x="0" y="1737408"/>
                        </a:cubicBezTo>
                        <a:cubicBezTo>
                          <a:pt x="-57068" y="1602253"/>
                          <a:pt x="46725" y="1450534"/>
                          <a:pt x="0" y="1210394"/>
                        </a:cubicBezTo>
                        <a:cubicBezTo>
                          <a:pt x="-46725" y="970254"/>
                          <a:pt x="4914" y="784141"/>
                          <a:pt x="0" y="631258"/>
                        </a:cubicBezTo>
                        <a:cubicBezTo>
                          <a:pt x="-4914" y="478375"/>
                          <a:pt x="19446" y="22478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0" i="1" cap="none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Times New Roman" panose="02020603050405020304" pitchFamily="18" charset="0"/>
              </a:rPr>
              <a:t>API contract: </a:t>
            </a:r>
            <a:r>
              <a:rPr lang="en-GB" sz="2000" i="1" cap="none">
                <a:latin typeface="+mn-lt"/>
                <a:cs typeface="Times New Roman" panose="02020603050405020304" pitchFamily="18" charset="0"/>
              </a:rPr>
              <a:t>OpenApi + Swagger UI/Editor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0" i="1" cap="none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Times New Roman" panose="02020603050405020304" pitchFamily="18" charset="0"/>
              </a:rPr>
              <a:t>UML:</a:t>
            </a:r>
            <a:r>
              <a:rPr lang="en-GB" sz="2000" i="1" cap="none">
                <a:latin typeface="+mn-lt"/>
                <a:cs typeface="Times New Roman" panose="02020603050405020304" pitchFamily="18" charset="0"/>
              </a:rPr>
              <a:t> PlantUml (+ Graphviz)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0" i="1" cap="none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Times New Roman" panose="02020603050405020304" pitchFamily="18" charset="0"/>
              </a:rPr>
              <a:t>User flows: </a:t>
            </a:r>
            <a:r>
              <a:rPr lang="en-GB" sz="2000" i="1" cap="none">
                <a:latin typeface="+mn-lt"/>
                <a:cs typeface="Times New Roman" panose="02020603050405020304" pitchFamily="18" charset="0"/>
              </a:rPr>
              <a:t>Mermaid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0" i="1" cap="none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Times New Roman" panose="02020603050405020304" pitchFamily="18" charset="0"/>
              </a:rPr>
              <a:t>Wireframes:</a:t>
            </a:r>
            <a:r>
              <a:rPr lang="en-GB" sz="2000" i="1" cap="none">
                <a:latin typeface="+mn-lt"/>
                <a:cs typeface="Times New Roman" panose="02020603050405020304" pitchFamily="18" charset="0"/>
              </a:rPr>
              <a:t> LLM → HTML (Tailwind) → PNG (Playwright)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0DA589-6359-3779-6FA4-E4FABEAA6B0C}"/>
              </a:ext>
            </a:extLst>
          </p:cNvPr>
          <p:cNvSpPr txBox="1"/>
          <p:nvPr/>
        </p:nvSpPr>
        <p:spPr>
          <a:xfrm>
            <a:off x="609600" y="269547"/>
            <a:ext cx="10218576" cy="523220"/>
          </a:xfrm>
          <a:prstGeom prst="rect">
            <a:avLst/>
          </a:prstGeom>
          <a:noFill/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>
                <a:solidFill>
                  <a:srgbClr val="002060"/>
                </a:solidFill>
              </a:rPr>
              <a:t>Architect Agent &amp; UI/UX Agent : SRS-to-Design Pack Generation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8AAEA5C-BCAB-EAD0-49B2-9EC7B8E70110}"/>
              </a:ext>
            </a:extLst>
          </p:cNvPr>
          <p:cNvGrpSpPr/>
          <p:nvPr/>
        </p:nvGrpSpPr>
        <p:grpSpPr>
          <a:xfrm>
            <a:off x="74526" y="1455283"/>
            <a:ext cx="3606223" cy="2050900"/>
            <a:chOff x="991455" y="2407447"/>
            <a:chExt cx="3606223" cy="2050900"/>
          </a:xfrm>
        </p:grpSpPr>
        <p:sp>
          <p:nvSpPr>
            <p:cNvPr id="3" name="Text Placeholder 5">
              <a:extLst>
                <a:ext uri="{FF2B5EF4-FFF2-40B4-BE49-F238E27FC236}">
                  <a16:creationId xmlns:a16="http://schemas.microsoft.com/office/drawing/2014/main" id="{25F36B94-67E3-7ADF-C428-C4775652FE0B}"/>
                </a:ext>
              </a:extLst>
            </p:cNvPr>
            <p:cNvSpPr txBox="1">
              <a:spLocks/>
            </p:cNvSpPr>
            <p:nvPr/>
          </p:nvSpPr>
          <p:spPr>
            <a:xfrm>
              <a:off x="991455" y="2407447"/>
              <a:ext cx="3397880" cy="1040183"/>
            </a:xfrm>
            <a:prstGeom prst="round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3773247103">
                    <a:custGeom>
                      <a:avLst/>
                      <a:gdLst>
                        <a:gd name="csX0" fmla="*/ 0 w 3432464"/>
                        <a:gd name="csY0" fmla="*/ 0 h 531595"/>
                        <a:gd name="csX1" fmla="*/ 640727 w 3432464"/>
                        <a:gd name="csY1" fmla="*/ 0 h 531595"/>
                        <a:gd name="csX2" fmla="*/ 1109830 w 3432464"/>
                        <a:gd name="csY2" fmla="*/ 0 h 531595"/>
                        <a:gd name="csX3" fmla="*/ 1578933 w 3432464"/>
                        <a:gd name="csY3" fmla="*/ 0 h 531595"/>
                        <a:gd name="csX4" fmla="*/ 2219660 w 3432464"/>
                        <a:gd name="csY4" fmla="*/ 0 h 531595"/>
                        <a:gd name="csX5" fmla="*/ 2791737 w 3432464"/>
                        <a:gd name="csY5" fmla="*/ 0 h 531595"/>
                        <a:gd name="csX6" fmla="*/ 3432464 w 3432464"/>
                        <a:gd name="csY6" fmla="*/ 0 h 531595"/>
                        <a:gd name="csX7" fmla="*/ 3432464 w 3432464"/>
                        <a:gd name="csY7" fmla="*/ 531595 h 531595"/>
                        <a:gd name="csX8" fmla="*/ 2791737 w 3432464"/>
                        <a:gd name="csY8" fmla="*/ 531595 h 531595"/>
                        <a:gd name="csX9" fmla="*/ 2219660 w 3432464"/>
                        <a:gd name="csY9" fmla="*/ 531595 h 531595"/>
                        <a:gd name="csX10" fmla="*/ 1578933 w 3432464"/>
                        <a:gd name="csY10" fmla="*/ 531595 h 531595"/>
                        <a:gd name="csX11" fmla="*/ 1109830 w 3432464"/>
                        <a:gd name="csY11" fmla="*/ 531595 h 531595"/>
                        <a:gd name="csX12" fmla="*/ 572077 w 3432464"/>
                        <a:gd name="csY12" fmla="*/ 531595 h 531595"/>
                        <a:gd name="csX13" fmla="*/ 0 w 3432464"/>
                        <a:gd name="csY13" fmla="*/ 531595 h 531595"/>
                        <a:gd name="csX14" fmla="*/ 0 w 3432464"/>
                        <a:gd name="csY14" fmla="*/ 0 h 53159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</a:cxnLst>
                      <a:rect l="l" t="t" r="r" b="b"/>
                      <a:pathLst>
                        <a:path w="3432464" h="531595" extrusionOk="0">
                          <a:moveTo>
                            <a:pt x="0" y="0"/>
                          </a:moveTo>
                          <a:cubicBezTo>
                            <a:pt x="317494" y="-42052"/>
                            <a:pt x="341571" y="33469"/>
                            <a:pt x="640727" y="0"/>
                          </a:cubicBezTo>
                          <a:cubicBezTo>
                            <a:pt x="939883" y="-33469"/>
                            <a:pt x="941545" y="11861"/>
                            <a:pt x="1109830" y="0"/>
                          </a:cubicBezTo>
                          <a:cubicBezTo>
                            <a:pt x="1278115" y="-11861"/>
                            <a:pt x="1445935" y="4871"/>
                            <a:pt x="1578933" y="0"/>
                          </a:cubicBezTo>
                          <a:cubicBezTo>
                            <a:pt x="1711931" y="-4871"/>
                            <a:pt x="2073945" y="30318"/>
                            <a:pt x="2219660" y="0"/>
                          </a:cubicBezTo>
                          <a:cubicBezTo>
                            <a:pt x="2365375" y="-30318"/>
                            <a:pt x="2657237" y="55175"/>
                            <a:pt x="2791737" y="0"/>
                          </a:cubicBezTo>
                          <a:cubicBezTo>
                            <a:pt x="2926237" y="-55175"/>
                            <a:pt x="3303616" y="32636"/>
                            <a:pt x="3432464" y="0"/>
                          </a:cubicBezTo>
                          <a:cubicBezTo>
                            <a:pt x="3472867" y="165178"/>
                            <a:pt x="3385654" y="285025"/>
                            <a:pt x="3432464" y="531595"/>
                          </a:cubicBezTo>
                          <a:cubicBezTo>
                            <a:pt x="3185718" y="606407"/>
                            <a:pt x="2964633" y="492176"/>
                            <a:pt x="2791737" y="531595"/>
                          </a:cubicBezTo>
                          <a:cubicBezTo>
                            <a:pt x="2618841" y="571014"/>
                            <a:pt x="2449408" y="522809"/>
                            <a:pt x="2219660" y="531595"/>
                          </a:cubicBezTo>
                          <a:cubicBezTo>
                            <a:pt x="1989912" y="540381"/>
                            <a:pt x="1857007" y="515838"/>
                            <a:pt x="1578933" y="531595"/>
                          </a:cubicBezTo>
                          <a:cubicBezTo>
                            <a:pt x="1300859" y="547352"/>
                            <a:pt x="1321533" y="510969"/>
                            <a:pt x="1109830" y="531595"/>
                          </a:cubicBezTo>
                          <a:cubicBezTo>
                            <a:pt x="898127" y="552221"/>
                            <a:pt x="709921" y="504467"/>
                            <a:pt x="572077" y="531595"/>
                          </a:cubicBezTo>
                          <a:cubicBezTo>
                            <a:pt x="434233" y="558723"/>
                            <a:pt x="283507" y="505368"/>
                            <a:pt x="0" y="531595"/>
                          </a:cubicBezTo>
                          <a:cubicBezTo>
                            <a:pt x="-13824" y="383066"/>
                            <a:pt x="53379" y="152829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 vert="horz" lIns="91440" tIns="45720" rIns="91440" bIns="45720" rtlCol="0" anchor="b">
              <a:normAutofit lnSpcReduction="10000"/>
            </a:bodyPr>
            <a:lstStyle>
              <a:lvl1pPr marL="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spcBef>
                  <a:spcPct val="20000"/>
                </a:spcBef>
                <a:buFont typeface="Wingdings" pitchFamily="2" charset="2"/>
                <a:buNone/>
                <a:defRPr sz="1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spcBef>
                  <a:spcPct val="20000"/>
                </a:spcBef>
                <a:buFont typeface="Wingdings" pitchFamily="2" charset="2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2800" b="1" i="1">
                  <a:solidFill>
                    <a:schemeClr val="tx1"/>
                  </a:solidFill>
                  <a:latin typeface="Cambria"/>
                  <a:ea typeface="Cambria"/>
                </a:rPr>
                <a:t>Research Methodology</a:t>
              </a:r>
              <a:endParaRPr lang="en-US" b="1" i="1">
                <a:solidFill>
                  <a:schemeClr val="tx1"/>
                </a:solidFill>
                <a:latin typeface="Cambria"/>
                <a:ea typeface="Cambria"/>
              </a:endParaRPr>
            </a:p>
          </p:txBody>
        </p:sp>
        <p:cxnSp>
          <p:nvCxnSpPr>
            <p:cNvPr id="5" name="Connector: Curved 4">
              <a:extLst>
                <a:ext uri="{FF2B5EF4-FFF2-40B4-BE49-F238E27FC236}">
                  <a16:creationId xmlns:a16="http://schemas.microsoft.com/office/drawing/2014/main" id="{4FD41AA8-2CA2-1F78-6F8C-590D57AF9B4C}"/>
                </a:ext>
              </a:extLst>
            </p:cNvPr>
            <p:cNvCxnSpPr>
              <a:cxnSpLocks/>
            </p:cNvCxnSpPr>
            <p:nvPr/>
          </p:nvCxnSpPr>
          <p:spPr>
            <a:xfrm>
              <a:off x="2554222" y="3479842"/>
              <a:ext cx="2043456" cy="978505"/>
            </a:xfrm>
            <a:prstGeom prst="curvedConnector3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30117A2-A9DC-01CF-5384-2F7FD3365F2D}"/>
              </a:ext>
            </a:extLst>
          </p:cNvPr>
          <p:cNvSpPr txBox="1">
            <a:spLocks/>
          </p:cNvSpPr>
          <p:nvPr/>
        </p:nvSpPr>
        <p:spPr>
          <a:xfrm>
            <a:off x="8434086" y="5160524"/>
            <a:ext cx="3397880" cy="632516"/>
          </a:xfrm>
          <a:prstGeom prst="roundRect">
            <a:avLst/>
          </a:prstGeom>
          <a:noFill/>
          <a:ln w="28575">
            <a:solidFill>
              <a:schemeClr val="bg1">
                <a:lumMod val="7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3773247103">
                  <a:custGeom>
                    <a:avLst/>
                    <a:gdLst>
                      <a:gd name="csX0" fmla="*/ 0 w 3432464"/>
                      <a:gd name="csY0" fmla="*/ 0 h 531595"/>
                      <a:gd name="csX1" fmla="*/ 640727 w 3432464"/>
                      <a:gd name="csY1" fmla="*/ 0 h 531595"/>
                      <a:gd name="csX2" fmla="*/ 1109830 w 3432464"/>
                      <a:gd name="csY2" fmla="*/ 0 h 531595"/>
                      <a:gd name="csX3" fmla="*/ 1578933 w 3432464"/>
                      <a:gd name="csY3" fmla="*/ 0 h 531595"/>
                      <a:gd name="csX4" fmla="*/ 2219660 w 3432464"/>
                      <a:gd name="csY4" fmla="*/ 0 h 531595"/>
                      <a:gd name="csX5" fmla="*/ 2791737 w 3432464"/>
                      <a:gd name="csY5" fmla="*/ 0 h 531595"/>
                      <a:gd name="csX6" fmla="*/ 3432464 w 3432464"/>
                      <a:gd name="csY6" fmla="*/ 0 h 531595"/>
                      <a:gd name="csX7" fmla="*/ 3432464 w 3432464"/>
                      <a:gd name="csY7" fmla="*/ 531595 h 531595"/>
                      <a:gd name="csX8" fmla="*/ 2791737 w 3432464"/>
                      <a:gd name="csY8" fmla="*/ 531595 h 531595"/>
                      <a:gd name="csX9" fmla="*/ 2219660 w 3432464"/>
                      <a:gd name="csY9" fmla="*/ 531595 h 531595"/>
                      <a:gd name="csX10" fmla="*/ 1578933 w 3432464"/>
                      <a:gd name="csY10" fmla="*/ 531595 h 531595"/>
                      <a:gd name="csX11" fmla="*/ 1109830 w 3432464"/>
                      <a:gd name="csY11" fmla="*/ 531595 h 531595"/>
                      <a:gd name="csX12" fmla="*/ 572077 w 3432464"/>
                      <a:gd name="csY12" fmla="*/ 531595 h 531595"/>
                      <a:gd name="csX13" fmla="*/ 0 w 3432464"/>
                      <a:gd name="csY13" fmla="*/ 531595 h 531595"/>
                      <a:gd name="csX14" fmla="*/ 0 w 3432464"/>
                      <a:gd name="csY14" fmla="*/ 0 h 53159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3432464" h="531595" extrusionOk="0">
                        <a:moveTo>
                          <a:pt x="0" y="0"/>
                        </a:moveTo>
                        <a:cubicBezTo>
                          <a:pt x="317494" y="-42052"/>
                          <a:pt x="341571" y="33469"/>
                          <a:pt x="640727" y="0"/>
                        </a:cubicBezTo>
                        <a:cubicBezTo>
                          <a:pt x="939883" y="-33469"/>
                          <a:pt x="941545" y="11861"/>
                          <a:pt x="1109830" y="0"/>
                        </a:cubicBezTo>
                        <a:cubicBezTo>
                          <a:pt x="1278115" y="-11861"/>
                          <a:pt x="1445935" y="4871"/>
                          <a:pt x="1578933" y="0"/>
                        </a:cubicBezTo>
                        <a:cubicBezTo>
                          <a:pt x="1711931" y="-4871"/>
                          <a:pt x="2073945" y="30318"/>
                          <a:pt x="2219660" y="0"/>
                        </a:cubicBezTo>
                        <a:cubicBezTo>
                          <a:pt x="2365375" y="-30318"/>
                          <a:pt x="2657237" y="55175"/>
                          <a:pt x="2791737" y="0"/>
                        </a:cubicBezTo>
                        <a:cubicBezTo>
                          <a:pt x="2926237" y="-55175"/>
                          <a:pt x="3303616" y="32636"/>
                          <a:pt x="3432464" y="0"/>
                        </a:cubicBezTo>
                        <a:cubicBezTo>
                          <a:pt x="3472867" y="165178"/>
                          <a:pt x="3385654" y="285025"/>
                          <a:pt x="3432464" y="531595"/>
                        </a:cubicBezTo>
                        <a:cubicBezTo>
                          <a:pt x="3185718" y="606407"/>
                          <a:pt x="2964633" y="492176"/>
                          <a:pt x="2791737" y="531595"/>
                        </a:cubicBezTo>
                        <a:cubicBezTo>
                          <a:pt x="2618841" y="571014"/>
                          <a:pt x="2449408" y="522809"/>
                          <a:pt x="2219660" y="531595"/>
                        </a:cubicBezTo>
                        <a:cubicBezTo>
                          <a:pt x="1989912" y="540381"/>
                          <a:pt x="1857007" y="515838"/>
                          <a:pt x="1578933" y="531595"/>
                        </a:cubicBezTo>
                        <a:cubicBezTo>
                          <a:pt x="1300859" y="547352"/>
                          <a:pt x="1321533" y="510969"/>
                          <a:pt x="1109830" y="531595"/>
                        </a:cubicBezTo>
                        <a:cubicBezTo>
                          <a:pt x="898127" y="552221"/>
                          <a:pt x="709921" y="504467"/>
                          <a:pt x="572077" y="531595"/>
                        </a:cubicBezTo>
                        <a:cubicBezTo>
                          <a:pt x="434233" y="558723"/>
                          <a:pt x="283507" y="505368"/>
                          <a:pt x="0" y="531595"/>
                        </a:cubicBezTo>
                        <a:cubicBezTo>
                          <a:pt x="-13824" y="383066"/>
                          <a:pt x="53379" y="1528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800" b="1" i="1">
                <a:solidFill>
                  <a:schemeClr val="tx1"/>
                </a:solidFill>
                <a:latin typeface="Cambria"/>
                <a:ea typeface="Cambria"/>
              </a:rPr>
              <a:t>Latest Technology</a:t>
            </a:r>
            <a:endParaRPr lang="en-US" b="1" i="1">
              <a:solidFill>
                <a:schemeClr val="tx1"/>
              </a:solidFill>
              <a:latin typeface="Cambria"/>
              <a:ea typeface="Cambria"/>
            </a:endParaRPr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3DCA93DB-0B9A-86C8-EEE7-010A3E016D7D}"/>
              </a:ext>
            </a:extLst>
          </p:cNvPr>
          <p:cNvCxnSpPr>
            <a:cxnSpLocks/>
          </p:cNvCxnSpPr>
          <p:nvPr/>
        </p:nvCxnSpPr>
        <p:spPr>
          <a:xfrm rot="10800000">
            <a:off x="7276775" y="4522132"/>
            <a:ext cx="1982972" cy="638394"/>
          </a:xfrm>
          <a:prstGeom prst="curvedConnector3">
            <a:avLst/>
          </a:prstGeom>
          <a:ln w="28575"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11861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1FF90-1E25-BA2E-A6F0-8EF887067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3">
            <a:extLst>
              <a:ext uri="{FF2B5EF4-FFF2-40B4-BE49-F238E27FC236}">
                <a16:creationId xmlns:a16="http://schemas.microsoft.com/office/drawing/2014/main" id="{58FE4657-68B6-0229-E96C-F168042A83E6}"/>
              </a:ext>
            </a:extLst>
          </p:cNvPr>
          <p:cNvSpPr/>
          <p:nvPr/>
        </p:nvSpPr>
        <p:spPr>
          <a:xfrm>
            <a:off x="2432503" y="1521972"/>
            <a:ext cx="8736942" cy="4347886"/>
          </a:xfrm>
          <a:prstGeom prst="roundRect">
            <a:avLst>
              <a:gd name="adj" fmla="val 1616"/>
            </a:avLst>
          </a:prstGeom>
          <a:solidFill>
            <a:srgbClr val="EEE7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A731D0-E7D2-647C-DC29-2A96CB014079}"/>
              </a:ext>
            </a:extLst>
          </p:cNvPr>
          <p:cNvSpPr/>
          <p:nvPr/>
        </p:nvSpPr>
        <p:spPr>
          <a:xfrm>
            <a:off x="2937235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IT22174826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sz="1800" b="1">
                <a:solidFill>
                  <a:schemeClr val="tx1"/>
                </a:solidFill>
              </a:rPr>
              <a:t>Sansala T.G.B.D |   R26-SE-033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D0046BF-EC7B-E878-25F9-AC2D1136D5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520753"/>
              </p:ext>
            </p:extLst>
          </p:nvPr>
        </p:nvGraphicFramePr>
        <p:xfrm>
          <a:off x="2559583" y="1704194"/>
          <a:ext cx="8487488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3744">
                  <a:extLst>
                    <a:ext uri="{9D8B030D-6E8A-4147-A177-3AD203B41FA5}">
                      <a16:colId xmlns:a16="http://schemas.microsoft.com/office/drawing/2014/main" val="1428935577"/>
                    </a:ext>
                  </a:extLst>
                </a:gridCol>
                <a:gridCol w="4243744">
                  <a:extLst>
                    <a:ext uri="{9D8B030D-6E8A-4147-A177-3AD203B41FA5}">
                      <a16:colId xmlns:a16="http://schemas.microsoft.com/office/drawing/2014/main" val="14168437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1">
                          <a:solidFill>
                            <a:schemeClr val="tx1"/>
                          </a:solidFill>
                        </a:rPr>
                        <a:t>Validation &amp; Evaluation</a:t>
                      </a:r>
                    </a:p>
                    <a:p>
                      <a:endParaRPr lang="en-GB"/>
                    </a:p>
                  </a:txBody>
                  <a:tcPr>
                    <a:solidFill>
                      <a:srgbClr val="D5B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1">
                          <a:solidFill>
                            <a:schemeClr val="tx1"/>
                          </a:solidFill>
                        </a:rPr>
                        <a:t>Data Availability</a:t>
                      </a:r>
                      <a:endParaRPr lang="en-GB" sz="1800" b="1" i="1"/>
                    </a:p>
                    <a:p>
                      <a:endParaRPr lang="en-GB"/>
                    </a:p>
                  </a:txBody>
                  <a:tcPr>
                    <a:solidFill>
                      <a:srgbClr val="D5B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776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800" i="1">
                          <a:solidFill>
                            <a:schemeClr val="tx1"/>
                          </a:solidFill>
                        </a:rPr>
                        <a:t>Confirm the component generates the full </a:t>
                      </a:r>
                      <a:r>
                        <a:rPr lang="en-GB" sz="1800" b="1" i="1">
                          <a:solidFill>
                            <a:schemeClr val="tx1"/>
                          </a:solidFill>
                        </a:rPr>
                        <a:t>Design Pack</a:t>
                      </a:r>
                      <a:r>
                        <a:rPr lang="en-GB" sz="1800" i="1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GB" i="1"/>
                    </a:p>
                  </a:txBody>
                  <a:tcPr>
                    <a:solidFill>
                      <a:srgbClr val="EDE2F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i="1"/>
                        <a:t>Uses requirements artifacts generated within approved </a:t>
                      </a:r>
                      <a:r>
                        <a:rPr lang="en-GB" b="1" i="1"/>
                        <a:t>SRS</a:t>
                      </a:r>
                      <a:endParaRPr lang="en-GB" i="1"/>
                    </a:p>
                  </a:txBody>
                  <a:tcPr>
                    <a:solidFill>
                      <a:srgbClr val="EDE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27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800" i="1">
                          <a:solidFill>
                            <a:schemeClr val="tx1"/>
                          </a:solidFill>
                        </a:rPr>
                        <a:t>Confirm the </a:t>
                      </a:r>
                      <a:r>
                        <a:rPr lang="en-GB" sz="1800" b="1" i="1" err="1">
                          <a:solidFill>
                            <a:schemeClr val="tx1"/>
                          </a:solidFill>
                        </a:rPr>
                        <a:t>OpenAPI</a:t>
                      </a:r>
                      <a:r>
                        <a:rPr lang="en-GB" sz="1800" b="1" i="1">
                          <a:solidFill>
                            <a:schemeClr val="tx1"/>
                          </a:solidFill>
                        </a:rPr>
                        <a:t>/Swagger file opens without errors</a:t>
                      </a:r>
                      <a:r>
                        <a:rPr lang="en-GB" sz="1800" i="1">
                          <a:solidFill>
                            <a:schemeClr val="tx1"/>
                          </a:solidFill>
                        </a:rPr>
                        <a:t> (valid structure).</a:t>
                      </a:r>
                    </a:p>
                    <a:p>
                      <a:endParaRPr lang="en-GB" i="1"/>
                    </a:p>
                  </a:txBody>
                  <a:tcPr>
                    <a:solidFill>
                      <a:srgbClr val="EDE2F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i="1"/>
                        <a:t>Inputs: </a:t>
                      </a:r>
                      <a:r>
                        <a:rPr lang="en-GB" b="1" i="1"/>
                        <a:t>Approved SRS </a:t>
                      </a:r>
                      <a:r>
                        <a:rPr lang="en-GB" i="1"/>
                        <a:t>(user stories, FRs/NFRs, requirement IDs)</a:t>
                      </a:r>
                    </a:p>
                  </a:txBody>
                  <a:tcPr>
                    <a:solidFill>
                      <a:srgbClr val="EDE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875649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800" i="1">
                          <a:solidFill>
                            <a:schemeClr val="tx1"/>
                          </a:solidFill>
                        </a:rPr>
                        <a:t>Confirm the </a:t>
                      </a:r>
                      <a:r>
                        <a:rPr lang="en-GB" sz="1800" b="1" i="1">
                          <a:solidFill>
                            <a:schemeClr val="tx1"/>
                          </a:solidFill>
                        </a:rPr>
                        <a:t>UML diagrams render correctly</a:t>
                      </a:r>
                      <a:r>
                        <a:rPr lang="en-GB" sz="1800" i="1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GB" i="1"/>
                    </a:p>
                  </a:txBody>
                  <a:tcPr>
                    <a:solidFill>
                      <a:srgbClr val="EDE2F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i="1"/>
                        <a:t>Outputs: </a:t>
                      </a:r>
                      <a:r>
                        <a:rPr lang="en-GB" b="1" i="1" err="1"/>
                        <a:t>OpenAPI</a:t>
                      </a:r>
                      <a:r>
                        <a:rPr lang="en-GB" b="1" i="1"/>
                        <a:t>/Swagger API contract</a:t>
                      </a:r>
                      <a:r>
                        <a:rPr lang="en-GB" i="1"/>
                        <a:t>, </a:t>
                      </a:r>
                      <a:r>
                        <a:rPr lang="en-GB" b="1" i="1"/>
                        <a:t>UML diagrams</a:t>
                      </a:r>
                      <a:r>
                        <a:rPr lang="en-GB" i="1"/>
                        <a:t> , </a:t>
                      </a:r>
                      <a:r>
                        <a:rPr lang="en-GB" b="1" i="1"/>
                        <a:t>user flows &amp; wireframes</a:t>
                      </a:r>
                      <a:r>
                        <a:rPr lang="en-GB" i="1"/>
                        <a:t>.</a:t>
                      </a:r>
                    </a:p>
                  </a:txBody>
                  <a:tcPr>
                    <a:solidFill>
                      <a:srgbClr val="EDE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933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800" i="1">
                          <a:solidFill>
                            <a:schemeClr val="tx1"/>
                          </a:solidFill>
                        </a:rPr>
                        <a:t>Confirm the </a:t>
                      </a:r>
                      <a:r>
                        <a:rPr lang="en-GB" sz="1800" b="1" i="1">
                          <a:solidFill>
                            <a:schemeClr val="tx1"/>
                          </a:solidFill>
                        </a:rPr>
                        <a:t>user flow diagram &amp; wireframes  is clear</a:t>
                      </a:r>
                      <a:endParaRPr lang="en-GB" i="1"/>
                    </a:p>
                  </a:txBody>
                  <a:tcPr>
                    <a:solidFill>
                      <a:srgbClr val="EDE2F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i="1"/>
                        <a:t>No external or sensitive datasets are required.</a:t>
                      </a:r>
                    </a:p>
                  </a:txBody>
                  <a:tcPr>
                    <a:solidFill>
                      <a:srgbClr val="EDE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957379"/>
                  </a:ext>
                </a:extLst>
              </a:tr>
            </a:tbl>
          </a:graphicData>
        </a:graphic>
      </p:graphicFrame>
      <p:pic>
        <p:nvPicPr>
          <p:cNvPr id="23" name="Graphic 22" descr="Man holding sign">
            <a:extLst>
              <a:ext uri="{FF2B5EF4-FFF2-40B4-BE49-F238E27FC236}">
                <a16:creationId xmlns:a16="http://schemas.microsoft.com/office/drawing/2014/main" id="{9363F2B3-02A4-9E20-C3E8-387D98DC89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467974"/>
            <a:ext cx="2152650" cy="44958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B20C19D-D1C1-1415-418F-1E481BE24787}"/>
              </a:ext>
            </a:extLst>
          </p:cNvPr>
          <p:cNvSpPr txBox="1"/>
          <p:nvPr/>
        </p:nvSpPr>
        <p:spPr>
          <a:xfrm>
            <a:off x="205049" y="2939970"/>
            <a:ext cx="18205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i="1">
                <a:latin typeface="Adobe Devanagari"/>
              </a:rPr>
              <a:t>Design Verified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3389E6-A09E-F23D-8A7A-64DFA454B4FF}"/>
              </a:ext>
            </a:extLst>
          </p:cNvPr>
          <p:cNvSpPr txBox="1"/>
          <p:nvPr/>
        </p:nvSpPr>
        <p:spPr>
          <a:xfrm>
            <a:off x="609600" y="269547"/>
            <a:ext cx="10218576" cy="523220"/>
          </a:xfrm>
          <a:prstGeom prst="rect">
            <a:avLst/>
          </a:prstGeom>
          <a:noFill/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>
                <a:solidFill>
                  <a:srgbClr val="002060"/>
                </a:solidFill>
              </a:rPr>
              <a:t>Architect Agent &amp; UI/UX Agent : SRS-to-Design Pack Generation</a:t>
            </a:r>
          </a:p>
        </p:txBody>
      </p:sp>
    </p:spTree>
    <p:extLst>
      <p:ext uri="{BB962C8B-B14F-4D97-AF65-F5344CB8AC3E}">
        <p14:creationId xmlns:p14="http://schemas.microsoft.com/office/powerpoint/2010/main" val="24328508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88EAF-AA9E-468C-1151-1F0F4DBDB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3">
            <a:extLst>
              <a:ext uri="{FF2B5EF4-FFF2-40B4-BE49-F238E27FC236}">
                <a16:creationId xmlns:a16="http://schemas.microsoft.com/office/drawing/2014/main" id="{245ED3A8-2F97-BE83-DB5A-CE3470619631}"/>
              </a:ext>
            </a:extLst>
          </p:cNvPr>
          <p:cNvSpPr/>
          <p:nvPr/>
        </p:nvSpPr>
        <p:spPr>
          <a:xfrm>
            <a:off x="1316335" y="1327154"/>
            <a:ext cx="9380954" cy="4249682"/>
          </a:xfrm>
          <a:prstGeom prst="roundRect">
            <a:avLst>
              <a:gd name="adj" fmla="val 1616"/>
            </a:avLst>
          </a:prstGeom>
          <a:solidFill>
            <a:srgbClr val="EEE7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D3C311-0198-5395-C36E-8797D5384BD1}"/>
              </a:ext>
            </a:extLst>
          </p:cNvPr>
          <p:cNvSpPr/>
          <p:nvPr/>
        </p:nvSpPr>
        <p:spPr>
          <a:xfrm>
            <a:off x="2937235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IT22174826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sz="1800" b="1">
                <a:solidFill>
                  <a:schemeClr val="tx1"/>
                </a:solidFill>
              </a:rPr>
              <a:t>Sansala T.G.B.D |   R26-SE-033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071A14E-BFF3-D011-6677-11EC870C14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10666"/>
              </p:ext>
            </p:extLst>
          </p:nvPr>
        </p:nvGraphicFramePr>
        <p:xfrm>
          <a:off x="1494712" y="1447800"/>
          <a:ext cx="9097088" cy="40299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9578">
                  <a:extLst>
                    <a:ext uri="{9D8B030D-6E8A-4147-A177-3AD203B41FA5}">
                      <a16:colId xmlns:a16="http://schemas.microsoft.com/office/drawing/2014/main" val="1428935577"/>
                    </a:ext>
                  </a:extLst>
                </a:gridCol>
                <a:gridCol w="4497510">
                  <a:extLst>
                    <a:ext uri="{9D8B030D-6E8A-4147-A177-3AD203B41FA5}">
                      <a16:colId xmlns:a16="http://schemas.microsoft.com/office/drawing/2014/main" val="1416843750"/>
                    </a:ext>
                  </a:extLst>
                </a:gridCol>
              </a:tblGrid>
              <a:tr h="5837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1">
                          <a:solidFill>
                            <a:schemeClr val="tx1"/>
                          </a:solidFill>
                        </a:rPr>
                        <a:t>Security Considerations</a:t>
                      </a:r>
                    </a:p>
                    <a:p>
                      <a:endParaRPr lang="en-GB"/>
                    </a:p>
                  </a:txBody>
                  <a:tcPr>
                    <a:solidFill>
                      <a:srgbClr val="D5B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1">
                          <a:solidFill>
                            <a:schemeClr val="tx1"/>
                          </a:solidFill>
                        </a:rPr>
                        <a:t>Ethical Considerations</a:t>
                      </a:r>
                      <a:endParaRPr lang="en-GB" sz="1800" b="1" i="1"/>
                    </a:p>
                    <a:p>
                      <a:endParaRPr lang="en-GB"/>
                    </a:p>
                  </a:txBody>
                  <a:tcPr>
                    <a:solidFill>
                      <a:srgbClr val="D5B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776484"/>
                  </a:ext>
                </a:extLst>
              </a:tr>
              <a:tr h="833887"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GB" sz="1800">
                          <a:solidFill>
                            <a:schemeClr val="tx1"/>
                          </a:solidFill>
                        </a:rPr>
                        <a:t>Store the SRS and generated Design Pack securely </a:t>
                      </a:r>
                    </a:p>
                  </a:txBody>
                  <a:tcPr>
                    <a:solidFill>
                      <a:srgbClr val="EDE2F6"/>
                    </a:solidFill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GB" sz="1800">
                          <a:solidFill>
                            <a:schemeClr val="tx1"/>
                          </a:solidFill>
                        </a:rPr>
                        <a:t>Collect survey  feedback with informed consent and voluntary participation.</a:t>
                      </a:r>
                    </a:p>
                  </a:txBody>
                  <a:tcPr>
                    <a:solidFill>
                      <a:srgbClr val="EDE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270008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GB"/>
                        <a:t>Avoid exposing confidential project details when using </a:t>
                      </a:r>
                      <a:r>
                        <a:rPr lang="en-GB" b="1"/>
                        <a:t>LLMs</a:t>
                      </a:r>
                      <a:r>
                        <a:rPr lang="en-GB"/>
                        <a:t>.</a:t>
                      </a:r>
                    </a:p>
                  </a:txBody>
                  <a:tcPr>
                    <a:solidFill>
                      <a:srgbClr val="EDE2F6"/>
                    </a:solidFill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GB" sz="1800">
                          <a:solidFill>
                            <a:schemeClr val="tx1"/>
                          </a:solidFill>
                        </a:rPr>
                        <a:t>Do not collect personal identifiers; report results only in aggregated form.</a:t>
                      </a:r>
                      <a:endParaRPr lang="en-GB" sz="1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DE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875649"/>
                  </a:ext>
                </a:extLst>
              </a:tr>
              <a:tr h="83388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/>
                        <a:t>Use anonymized or synthetic examples when sharing data with AI systems</a:t>
                      </a:r>
                    </a:p>
                  </a:txBody>
                  <a:tcPr>
                    <a:solidFill>
                      <a:srgbClr val="EDE2F6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sz="1800">
                          <a:solidFill>
                            <a:schemeClr val="tx1"/>
                          </a:solidFill>
                        </a:rPr>
                        <a:t>System supports designers/developers rather than replacing them</a:t>
                      </a:r>
                    </a:p>
                  </a:txBody>
                  <a:tcPr>
                    <a:solidFill>
                      <a:srgbClr val="EDE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933767"/>
                  </a:ext>
                </a:extLst>
              </a:tr>
              <a:tr h="83388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/>
                        <a:t>Restrict access to project artifacts to authorized users only.</a:t>
                      </a:r>
                    </a:p>
                  </a:txBody>
                  <a:tcPr>
                    <a:solidFill>
                      <a:srgbClr val="EDE2F6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sz="1800">
                          <a:solidFill>
                            <a:schemeClr val="tx1"/>
                          </a:solidFill>
                        </a:rPr>
                        <a:t>Generated outputs remain reviewable, editable, and traceable back to the approved SRS</a:t>
                      </a:r>
                    </a:p>
                  </a:txBody>
                  <a:tcPr>
                    <a:solidFill>
                      <a:srgbClr val="EDE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957379"/>
                  </a:ext>
                </a:extLst>
              </a:tr>
            </a:tbl>
          </a:graphicData>
        </a:graphic>
      </p:graphicFrame>
      <p:pic>
        <p:nvPicPr>
          <p:cNvPr id="13" name="Graphic 12" descr="Curly hair boy">
            <a:extLst>
              <a:ext uri="{FF2B5EF4-FFF2-40B4-BE49-F238E27FC236}">
                <a16:creationId xmlns:a16="http://schemas.microsoft.com/office/drawing/2014/main" id="{6E943F55-7A0D-4491-59C6-03FEA858E2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97288" y="2616200"/>
            <a:ext cx="1266825" cy="38766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7C680C4-481E-2C23-DCCE-AEC183257DC0}"/>
              </a:ext>
            </a:extLst>
          </p:cNvPr>
          <p:cNvSpPr txBox="1"/>
          <p:nvPr/>
        </p:nvSpPr>
        <p:spPr>
          <a:xfrm>
            <a:off x="11126166" y="1327153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1">
                <a:solidFill>
                  <a:srgbClr val="002060"/>
                </a:solidFill>
              </a:rPr>
              <a:t>Safe </a:t>
            </a:r>
          </a:p>
          <a:p>
            <a:r>
              <a:rPr lang="en-GB" b="1" i="1">
                <a:solidFill>
                  <a:srgbClr val="002060"/>
                </a:solidFill>
              </a:rPr>
              <a:t>Design</a:t>
            </a:r>
          </a:p>
        </p:txBody>
      </p:sp>
      <p:pic>
        <p:nvPicPr>
          <p:cNvPr id="19" name="Graphic 18" descr="Thought bubble outline">
            <a:extLst>
              <a:ext uri="{FF2B5EF4-FFF2-40B4-BE49-F238E27FC236}">
                <a16:creationId xmlns:a16="http://schemas.microsoft.com/office/drawing/2014/main" id="{32AD21A5-6178-7E9A-6DCC-16A04E802D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8132" y="1041722"/>
            <a:ext cx="1494712" cy="186352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18FC82B-EC42-835A-50E6-BBC9FDDE52C8}"/>
              </a:ext>
            </a:extLst>
          </p:cNvPr>
          <p:cNvSpPr txBox="1"/>
          <p:nvPr/>
        </p:nvSpPr>
        <p:spPr>
          <a:xfrm>
            <a:off x="609600" y="269547"/>
            <a:ext cx="10218576" cy="523220"/>
          </a:xfrm>
          <a:prstGeom prst="rect">
            <a:avLst/>
          </a:prstGeom>
          <a:noFill/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>
                <a:solidFill>
                  <a:srgbClr val="002060"/>
                </a:solidFill>
              </a:rPr>
              <a:t>Architect Agent &amp; UI/UX Agent : SRS-to-Design Pack Generation</a:t>
            </a:r>
          </a:p>
        </p:txBody>
      </p:sp>
    </p:spTree>
    <p:extLst>
      <p:ext uri="{BB962C8B-B14F-4D97-AF65-F5344CB8AC3E}">
        <p14:creationId xmlns:p14="http://schemas.microsoft.com/office/powerpoint/2010/main" val="17614381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1C126-8EA6-CDD3-3D1F-FF2059778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Microsoft Dynamics 365 ERP CRM Implementation Partner UAE, India">
            <a:extLst>
              <a:ext uri="{FF2B5EF4-FFF2-40B4-BE49-F238E27FC236}">
                <a16:creationId xmlns:a16="http://schemas.microsoft.com/office/drawing/2014/main" id="{6EB8B9F9-E444-2899-8881-2298B7F3A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44" y="1108447"/>
            <a:ext cx="2787491" cy="2787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300471E-CCEC-841F-406B-926B57D54A28}"/>
              </a:ext>
            </a:extLst>
          </p:cNvPr>
          <p:cNvSpPr/>
          <p:nvPr/>
        </p:nvSpPr>
        <p:spPr>
          <a:xfrm>
            <a:off x="2937235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IT22174826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sz="1800" b="1">
                <a:solidFill>
                  <a:schemeClr val="tx1"/>
                </a:solidFill>
              </a:rPr>
              <a:t>Sansala T.G.B.D |   R26-SE-033</a:t>
            </a:r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8A8985A5-5C90-322C-AF7D-84EAF0EE2226}"/>
              </a:ext>
            </a:extLst>
          </p:cNvPr>
          <p:cNvSpPr txBox="1">
            <a:spLocks/>
          </p:cNvSpPr>
          <p:nvPr/>
        </p:nvSpPr>
        <p:spPr>
          <a:xfrm>
            <a:off x="3734577" y="1338443"/>
            <a:ext cx="7565797" cy="2286000"/>
          </a:xfrm>
          <a:prstGeom prst="roundRect">
            <a:avLst/>
          </a:prstGeom>
          <a:solidFill>
            <a:srgbClr val="EDE2F6"/>
          </a:solidFill>
          <a:ln>
            <a:solidFill>
              <a:srgbClr val="FF66FF"/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7565797"/>
                      <a:gd name="csY0" fmla="*/ 381008 h 2286000"/>
                      <a:gd name="csX1" fmla="*/ 381008 w 7565797"/>
                      <a:gd name="csY1" fmla="*/ 0 h 2286000"/>
                      <a:gd name="csX2" fmla="*/ 811914 w 7565797"/>
                      <a:gd name="csY2" fmla="*/ 0 h 2286000"/>
                      <a:gd name="csX3" fmla="*/ 1514972 w 7565797"/>
                      <a:gd name="csY3" fmla="*/ 0 h 2286000"/>
                      <a:gd name="csX4" fmla="*/ 1945878 w 7565797"/>
                      <a:gd name="csY4" fmla="*/ 0 h 2286000"/>
                      <a:gd name="csX5" fmla="*/ 2308746 w 7565797"/>
                      <a:gd name="csY5" fmla="*/ 0 h 2286000"/>
                      <a:gd name="csX6" fmla="*/ 2943766 w 7565797"/>
                      <a:gd name="csY6" fmla="*/ 0 h 2286000"/>
                      <a:gd name="csX7" fmla="*/ 3578785 w 7565797"/>
                      <a:gd name="csY7" fmla="*/ 0 h 2286000"/>
                      <a:gd name="csX8" fmla="*/ 4213805 w 7565797"/>
                      <a:gd name="csY8" fmla="*/ 0 h 2286000"/>
                      <a:gd name="csX9" fmla="*/ 4576673 w 7565797"/>
                      <a:gd name="csY9" fmla="*/ 0 h 2286000"/>
                      <a:gd name="csX10" fmla="*/ 5007579 w 7565797"/>
                      <a:gd name="csY10" fmla="*/ 0 h 2286000"/>
                      <a:gd name="csX11" fmla="*/ 5506523 w 7565797"/>
                      <a:gd name="csY11" fmla="*/ 0 h 2286000"/>
                      <a:gd name="csX12" fmla="*/ 6005467 w 7565797"/>
                      <a:gd name="csY12" fmla="*/ 0 h 2286000"/>
                      <a:gd name="csX13" fmla="*/ 6436373 w 7565797"/>
                      <a:gd name="csY13" fmla="*/ 0 h 2286000"/>
                      <a:gd name="csX14" fmla="*/ 7184789 w 7565797"/>
                      <a:gd name="csY14" fmla="*/ 0 h 2286000"/>
                      <a:gd name="csX15" fmla="*/ 7565797 w 7565797"/>
                      <a:gd name="csY15" fmla="*/ 381008 h 2286000"/>
                      <a:gd name="csX16" fmla="*/ 7565797 w 7565797"/>
                      <a:gd name="csY16" fmla="*/ 858523 h 2286000"/>
                      <a:gd name="csX17" fmla="*/ 7565797 w 7565797"/>
                      <a:gd name="csY17" fmla="*/ 1381757 h 2286000"/>
                      <a:gd name="csX18" fmla="*/ 7565797 w 7565797"/>
                      <a:gd name="csY18" fmla="*/ 1904992 h 2286000"/>
                      <a:gd name="csX19" fmla="*/ 7184789 w 7565797"/>
                      <a:gd name="csY19" fmla="*/ 2286000 h 2286000"/>
                      <a:gd name="csX20" fmla="*/ 6821921 w 7565797"/>
                      <a:gd name="csY20" fmla="*/ 2286000 h 2286000"/>
                      <a:gd name="csX21" fmla="*/ 6459052 w 7565797"/>
                      <a:gd name="csY21" fmla="*/ 2286000 h 2286000"/>
                      <a:gd name="csX22" fmla="*/ 6096184 w 7565797"/>
                      <a:gd name="csY22" fmla="*/ 2286000 h 2286000"/>
                      <a:gd name="csX23" fmla="*/ 5665278 w 7565797"/>
                      <a:gd name="csY23" fmla="*/ 2286000 h 2286000"/>
                      <a:gd name="csX24" fmla="*/ 4962221 w 7565797"/>
                      <a:gd name="csY24" fmla="*/ 2286000 h 2286000"/>
                      <a:gd name="csX25" fmla="*/ 4531314 w 7565797"/>
                      <a:gd name="csY25" fmla="*/ 2286000 h 2286000"/>
                      <a:gd name="csX26" fmla="*/ 4168446 w 7565797"/>
                      <a:gd name="csY26" fmla="*/ 2286000 h 2286000"/>
                      <a:gd name="csX27" fmla="*/ 3533427 w 7565797"/>
                      <a:gd name="csY27" fmla="*/ 2286000 h 2286000"/>
                      <a:gd name="csX28" fmla="*/ 2966445 w 7565797"/>
                      <a:gd name="csY28" fmla="*/ 2286000 h 2286000"/>
                      <a:gd name="csX29" fmla="*/ 2331425 w 7565797"/>
                      <a:gd name="csY29" fmla="*/ 2286000 h 2286000"/>
                      <a:gd name="csX30" fmla="*/ 1764443 w 7565797"/>
                      <a:gd name="csY30" fmla="*/ 2286000 h 2286000"/>
                      <a:gd name="csX31" fmla="*/ 1265500 w 7565797"/>
                      <a:gd name="csY31" fmla="*/ 2286000 h 2286000"/>
                      <a:gd name="csX32" fmla="*/ 902631 w 7565797"/>
                      <a:gd name="csY32" fmla="*/ 2286000 h 2286000"/>
                      <a:gd name="csX33" fmla="*/ 381008 w 7565797"/>
                      <a:gd name="csY33" fmla="*/ 2286000 h 2286000"/>
                      <a:gd name="csX34" fmla="*/ 0 w 7565797"/>
                      <a:gd name="csY34" fmla="*/ 1904992 h 2286000"/>
                      <a:gd name="csX35" fmla="*/ 0 w 7565797"/>
                      <a:gd name="csY35" fmla="*/ 1366518 h 2286000"/>
                      <a:gd name="csX36" fmla="*/ 0 w 7565797"/>
                      <a:gd name="csY36" fmla="*/ 904243 h 2286000"/>
                      <a:gd name="csX37" fmla="*/ 0 w 7565797"/>
                      <a:gd name="csY37" fmla="*/ 381008 h 22860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</a:cxnLst>
                    <a:rect l="l" t="t" r="r" b="b"/>
                    <a:pathLst>
                      <a:path w="7565797" h="2286000" fill="none" extrusionOk="0">
                        <a:moveTo>
                          <a:pt x="0" y="381008"/>
                        </a:moveTo>
                        <a:cubicBezTo>
                          <a:pt x="-6369" y="134832"/>
                          <a:pt x="165373" y="58845"/>
                          <a:pt x="381008" y="0"/>
                        </a:cubicBezTo>
                        <a:cubicBezTo>
                          <a:pt x="545461" y="-30681"/>
                          <a:pt x="665584" y="9216"/>
                          <a:pt x="811914" y="0"/>
                        </a:cubicBezTo>
                        <a:cubicBezTo>
                          <a:pt x="958244" y="-9216"/>
                          <a:pt x="1238013" y="54400"/>
                          <a:pt x="1514972" y="0"/>
                        </a:cubicBezTo>
                        <a:cubicBezTo>
                          <a:pt x="1791931" y="-54400"/>
                          <a:pt x="1856001" y="22060"/>
                          <a:pt x="1945878" y="0"/>
                        </a:cubicBezTo>
                        <a:cubicBezTo>
                          <a:pt x="2035755" y="-22060"/>
                          <a:pt x="2160445" y="4756"/>
                          <a:pt x="2308746" y="0"/>
                        </a:cubicBezTo>
                        <a:cubicBezTo>
                          <a:pt x="2457047" y="-4756"/>
                          <a:pt x="2696244" y="68400"/>
                          <a:pt x="2943766" y="0"/>
                        </a:cubicBezTo>
                        <a:cubicBezTo>
                          <a:pt x="3191288" y="-68400"/>
                          <a:pt x="3433561" y="74272"/>
                          <a:pt x="3578785" y="0"/>
                        </a:cubicBezTo>
                        <a:cubicBezTo>
                          <a:pt x="3724009" y="-74272"/>
                          <a:pt x="3973326" y="48251"/>
                          <a:pt x="4213805" y="0"/>
                        </a:cubicBezTo>
                        <a:cubicBezTo>
                          <a:pt x="4454284" y="-48251"/>
                          <a:pt x="4461507" y="36943"/>
                          <a:pt x="4576673" y="0"/>
                        </a:cubicBezTo>
                        <a:cubicBezTo>
                          <a:pt x="4691839" y="-36943"/>
                          <a:pt x="4919889" y="35927"/>
                          <a:pt x="5007579" y="0"/>
                        </a:cubicBezTo>
                        <a:cubicBezTo>
                          <a:pt x="5095269" y="-35927"/>
                          <a:pt x="5272097" y="5357"/>
                          <a:pt x="5506523" y="0"/>
                        </a:cubicBezTo>
                        <a:cubicBezTo>
                          <a:pt x="5740949" y="-5357"/>
                          <a:pt x="5846216" y="16499"/>
                          <a:pt x="6005467" y="0"/>
                        </a:cubicBezTo>
                        <a:cubicBezTo>
                          <a:pt x="6164718" y="-16499"/>
                          <a:pt x="6232034" y="17068"/>
                          <a:pt x="6436373" y="0"/>
                        </a:cubicBezTo>
                        <a:cubicBezTo>
                          <a:pt x="6640712" y="-17068"/>
                          <a:pt x="6911077" y="87603"/>
                          <a:pt x="7184789" y="0"/>
                        </a:cubicBezTo>
                        <a:cubicBezTo>
                          <a:pt x="7418359" y="-43234"/>
                          <a:pt x="7549359" y="127741"/>
                          <a:pt x="7565797" y="381008"/>
                        </a:cubicBezTo>
                        <a:cubicBezTo>
                          <a:pt x="7612844" y="535673"/>
                          <a:pt x="7549085" y="756028"/>
                          <a:pt x="7565797" y="858523"/>
                        </a:cubicBezTo>
                        <a:cubicBezTo>
                          <a:pt x="7582509" y="961019"/>
                          <a:pt x="7525590" y="1191308"/>
                          <a:pt x="7565797" y="1381757"/>
                        </a:cubicBezTo>
                        <a:cubicBezTo>
                          <a:pt x="7606004" y="1572206"/>
                          <a:pt x="7564996" y="1669386"/>
                          <a:pt x="7565797" y="1904992"/>
                        </a:cubicBezTo>
                        <a:cubicBezTo>
                          <a:pt x="7560948" y="2094920"/>
                          <a:pt x="7393640" y="2293073"/>
                          <a:pt x="7184789" y="2286000"/>
                        </a:cubicBezTo>
                        <a:cubicBezTo>
                          <a:pt x="7082441" y="2318284"/>
                          <a:pt x="6960697" y="2271043"/>
                          <a:pt x="6821921" y="2286000"/>
                        </a:cubicBezTo>
                        <a:cubicBezTo>
                          <a:pt x="6683145" y="2300957"/>
                          <a:pt x="6542393" y="2249819"/>
                          <a:pt x="6459052" y="2286000"/>
                        </a:cubicBezTo>
                        <a:cubicBezTo>
                          <a:pt x="6375711" y="2322181"/>
                          <a:pt x="6273007" y="2272999"/>
                          <a:pt x="6096184" y="2286000"/>
                        </a:cubicBezTo>
                        <a:cubicBezTo>
                          <a:pt x="5919361" y="2299001"/>
                          <a:pt x="5760019" y="2244419"/>
                          <a:pt x="5665278" y="2286000"/>
                        </a:cubicBezTo>
                        <a:cubicBezTo>
                          <a:pt x="5570537" y="2327581"/>
                          <a:pt x="5125553" y="2267270"/>
                          <a:pt x="4962221" y="2286000"/>
                        </a:cubicBezTo>
                        <a:cubicBezTo>
                          <a:pt x="4798889" y="2304730"/>
                          <a:pt x="4649803" y="2278903"/>
                          <a:pt x="4531314" y="2286000"/>
                        </a:cubicBezTo>
                        <a:cubicBezTo>
                          <a:pt x="4412825" y="2293097"/>
                          <a:pt x="4268130" y="2246490"/>
                          <a:pt x="4168446" y="2286000"/>
                        </a:cubicBezTo>
                        <a:cubicBezTo>
                          <a:pt x="4068762" y="2325510"/>
                          <a:pt x="3830026" y="2212430"/>
                          <a:pt x="3533427" y="2286000"/>
                        </a:cubicBezTo>
                        <a:cubicBezTo>
                          <a:pt x="3236828" y="2359570"/>
                          <a:pt x="3113390" y="2233752"/>
                          <a:pt x="2966445" y="2286000"/>
                        </a:cubicBezTo>
                        <a:cubicBezTo>
                          <a:pt x="2819500" y="2338248"/>
                          <a:pt x="2634445" y="2212349"/>
                          <a:pt x="2331425" y="2286000"/>
                        </a:cubicBezTo>
                        <a:cubicBezTo>
                          <a:pt x="2028405" y="2359651"/>
                          <a:pt x="2040071" y="2275283"/>
                          <a:pt x="1764443" y="2286000"/>
                        </a:cubicBezTo>
                        <a:cubicBezTo>
                          <a:pt x="1488815" y="2296717"/>
                          <a:pt x="1375698" y="2235062"/>
                          <a:pt x="1265500" y="2286000"/>
                        </a:cubicBezTo>
                        <a:cubicBezTo>
                          <a:pt x="1155302" y="2336938"/>
                          <a:pt x="1031767" y="2243596"/>
                          <a:pt x="902631" y="2286000"/>
                        </a:cubicBezTo>
                        <a:cubicBezTo>
                          <a:pt x="773495" y="2328404"/>
                          <a:pt x="501940" y="2262544"/>
                          <a:pt x="381008" y="2286000"/>
                        </a:cubicBezTo>
                        <a:cubicBezTo>
                          <a:pt x="186847" y="2321136"/>
                          <a:pt x="30129" y="2151147"/>
                          <a:pt x="0" y="1904992"/>
                        </a:cubicBezTo>
                        <a:cubicBezTo>
                          <a:pt x="-7619" y="1686419"/>
                          <a:pt x="40816" y="1565512"/>
                          <a:pt x="0" y="1366518"/>
                        </a:cubicBezTo>
                        <a:cubicBezTo>
                          <a:pt x="-40816" y="1167524"/>
                          <a:pt x="28347" y="1032766"/>
                          <a:pt x="0" y="904243"/>
                        </a:cubicBezTo>
                        <a:cubicBezTo>
                          <a:pt x="-28347" y="775721"/>
                          <a:pt x="27850" y="580166"/>
                          <a:pt x="0" y="381008"/>
                        </a:cubicBezTo>
                        <a:close/>
                      </a:path>
                      <a:path w="7565797" h="2286000" stroke="0" extrusionOk="0">
                        <a:moveTo>
                          <a:pt x="0" y="381008"/>
                        </a:moveTo>
                        <a:cubicBezTo>
                          <a:pt x="34756" y="140798"/>
                          <a:pt x="181483" y="31962"/>
                          <a:pt x="381008" y="0"/>
                        </a:cubicBezTo>
                        <a:cubicBezTo>
                          <a:pt x="691368" y="-63475"/>
                          <a:pt x="821418" y="30191"/>
                          <a:pt x="1084065" y="0"/>
                        </a:cubicBezTo>
                        <a:cubicBezTo>
                          <a:pt x="1346712" y="-30191"/>
                          <a:pt x="1464788" y="71295"/>
                          <a:pt x="1719085" y="0"/>
                        </a:cubicBezTo>
                        <a:cubicBezTo>
                          <a:pt x="1973382" y="-71295"/>
                          <a:pt x="2133441" y="23625"/>
                          <a:pt x="2354104" y="0"/>
                        </a:cubicBezTo>
                        <a:cubicBezTo>
                          <a:pt x="2574767" y="-23625"/>
                          <a:pt x="2695190" y="38087"/>
                          <a:pt x="2853048" y="0"/>
                        </a:cubicBezTo>
                        <a:cubicBezTo>
                          <a:pt x="3010906" y="-38087"/>
                          <a:pt x="3083364" y="47315"/>
                          <a:pt x="3283955" y="0"/>
                        </a:cubicBezTo>
                        <a:cubicBezTo>
                          <a:pt x="3484546" y="-47315"/>
                          <a:pt x="3669148" y="3430"/>
                          <a:pt x="3850936" y="0"/>
                        </a:cubicBezTo>
                        <a:cubicBezTo>
                          <a:pt x="4032724" y="-3430"/>
                          <a:pt x="4250534" y="19557"/>
                          <a:pt x="4553994" y="0"/>
                        </a:cubicBezTo>
                        <a:cubicBezTo>
                          <a:pt x="4857454" y="-19557"/>
                          <a:pt x="4992844" y="71914"/>
                          <a:pt x="5257051" y="0"/>
                        </a:cubicBezTo>
                        <a:cubicBezTo>
                          <a:pt x="5521258" y="-71914"/>
                          <a:pt x="5594388" y="75438"/>
                          <a:pt x="5892071" y="0"/>
                        </a:cubicBezTo>
                        <a:cubicBezTo>
                          <a:pt x="6189754" y="-75438"/>
                          <a:pt x="6140981" y="28193"/>
                          <a:pt x="6254939" y="0"/>
                        </a:cubicBezTo>
                        <a:cubicBezTo>
                          <a:pt x="6368897" y="-28193"/>
                          <a:pt x="6740875" y="8419"/>
                          <a:pt x="7184789" y="0"/>
                        </a:cubicBezTo>
                        <a:cubicBezTo>
                          <a:pt x="7386778" y="9287"/>
                          <a:pt x="7571044" y="162596"/>
                          <a:pt x="7565797" y="381008"/>
                        </a:cubicBezTo>
                        <a:cubicBezTo>
                          <a:pt x="7570675" y="533514"/>
                          <a:pt x="7507745" y="776439"/>
                          <a:pt x="7565797" y="889003"/>
                        </a:cubicBezTo>
                        <a:cubicBezTo>
                          <a:pt x="7623849" y="1001567"/>
                          <a:pt x="7565466" y="1121831"/>
                          <a:pt x="7565797" y="1351278"/>
                        </a:cubicBezTo>
                        <a:cubicBezTo>
                          <a:pt x="7566128" y="1580725"/>
                          <a:pt x="7501192" y="1774397"/>
                          <a:pt x="7565797" y="1904992"/>
                        </a:cubicBezTo>
                        <a:cubicBezTo>
                          <a:pt x="7580963" y="2094087"/>
                          <a:pt x="7431300" y="2256860"/>
                          <a:pt x="7184789" y="2286000"/>
                        </a:cubicBezTo>
                        <a:cubicBezTo>
                          <a:pt x="6912638" y="2333508"/>
                          <a:pt x="6809911" y="2260639"/>
                          <a:pt x="6549769" y="2286000"/>
                        </a:cubicBezTo>
                        <a:cubicBezTo>
                          <a:pt x="6289627" y="2311361"/>
                          <a:pt x="6060329" y="2265671"/>
                          <a:pt x="5846712" y="2286000"/>
                        </a:cubicBezTo>
                        <a:cubicBezTo>
                          <a:pt x="5633095" y="2306329"/>
                          <a:pt x="5463633" y="2276033"/>
                          <a:pt x="5347768" y="2286000"/>
                        </a:cubicBezTo>
                        <a:cubicBezTo>
                          <a:pt x="5231903" y="2295967"/>
                          <a:pt x="4985218" y="2262857"/>
                          <a:pt x="4712749" y="2286000"/>
                        </a:cubicBezTo>
                        <a:cubicBezTo>
                          <a:pt x="4440280" y="2309143"/>
                          <a:pt x="4387688" y="2227800"/>
                          <a:pt x="4077729" y="2286000"/>
                        </a:cubicBezTo>
                        <a:cubicBezTo>
                          <a:pt x="3767770" y="2344200"/>
                          <a:pt x="3681259" y="2273796"/>
                          <a:pt x="3510747" y="2286000"/>
                        </a:cubicBezTo>
                        <a:cubicBezTo>
                          <a:pt x="3340235" y="2298204"/>
                          <a:pt x="3189118" y="2235590"/>
                          <a:pt x="3011803" y="2286000"/>
                        </a:cubicBezTo>
                        <a:cubicBezTo>
                          <a:pt x="2834488" y="2336410"/>
                          <a:pt x="2733460" y="2283368"/>
                          <a:pt x="2580897" y="2286000"/>
                        </a:cubicBezTo>
                        <a:cubicBezTo>
                          <a:pt x="2428334" y="2288632"/>
                          <a:pt x="2392881" y="2267222"/>
                          <a:pt x="2218029" y="2286000"/>
                        </a:cubicBezTo>
                        <a:cubicBezTo>
                          <a:pt x="2043177" y="2304778"/>
                          <a:pt x="1667355" y="2256906"/>
                          <a:pt x="1514971" y="2286000"/>
                        </a:cubicBezTo>
                        <a:cubicBezTo>
                          <a:pt x="1362587" y="2315094"/>
                          <a:pt x="1306146" y="2257561"/>
                          <a:pt x="1152103" y="2286000"/>
                        </a:cubicBezTo>
                        <a:cubicBezTo>
                          <a:pt x="998060" y="2314439"/>
                          <a:pt x="622120" y="2207234"/>
                          <a:pt x="381008" y="2286000"/>
                        </a:cubicBezTo>
                        <a:cubicBezTo>
                          <a:pt x="199797" y="2329412"/>
                          <a:pt x="-2610" y="2111834"/>
                          <a:pt x="0" y="1904992"/>
                        </a:cubicBezTo>
                        <a:cubicBezTo>
                          <a:pt x="-23342" y="1723432"/>
                          <a:pt x="58679" y="1517944"/>
                          <a:pt x="0" y="1381757"/>
                        </a:cubicBezTo>
                        <a:cubicBezTo>
                          <a:pt x="-58679" y="1245570"/>
                          <a:pt x="9992" y="1128542"/>
                          <a:pt x="0" y="889003"/>
                        </a:cubicBezTo>
                        <a:cubicBezTo>
                          <a:pt x="-9992" y="649464"/>
                          <a:pt x="13206" y="491532"/>
                          <a:pt x="0" y="38100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en-US" sz="2000" cap="none">
                <a:latin typeface="+mn-lt"/>
                <a:cs typeface="Times New Roman" panose="02020603050405020304" pitchFamily="18" charset="0"/>
              </a:rPr>
              <a:t>Input:</a:t>
            </a:r>
            <a:r>
              <a:rPr lang="en-US" altLang="en-US" sz="2000" b="0" cap="none">
                <a:latin typeface="+mn-lt"/>
                <a:cs typeface="Times New Roman" panose="02020603050405020304" pitchFamily="18" charset="0"/>
              </a:rPr>
              <a:t> Approved SRS (REQ IDs, user stories, FR/NFR).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en-US" sz="2000" cap="none">
                <a:latin typeface="+mn-lt"/>
                <a:cs typeface="Times New Roman" panose="02020603050405020304" pitchFamily="18" charset="0"/>
              </a:rPr>
              <a:t>Architect Agent Output:</a:t>
            </a:r>
            <a:r>
              <a:rPr lang="en-US" altLang="en-US" sz="2000" b="0" cap="none"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sz="2000" b="0" cap="none" err="1">
                <a:latin typeface="+mn-lt"/>
                <a:cs typeface="Times New Roman" panose="02020603050405020304" pitchFamily="18" charset="0"/>
              </a:rPr>
              <a:t>OpenAPI</a:t>
            </a:r>
            <a:r>
              <a:rPr lang="en-US" altLang="en-US" sz="2000" b="0" cap="none">
                <a:latin typeface="+mn-lt"/>
                <a:cs typeface="Times New Roman" panose="02020603050405020304" pitchFamily="18" charset="0"/>
              </a:rPr>
              <a:t>/Swagger API contract and UML diagrams (use case, class, sequence, object).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en-US" sz="2000" cap="none">
                <a:latin typeface="+mn-lt"/>
                <a:cs typeface="Times New Roman" panose="02020603050405020304" pitchFamily="18" charset="0"/>
              </a:rPr>
              <a:t>UI/UX Agent Output:</a:t>
            </a:r>
            <a:r>
              <a:rPr lang="en-US" altLang="en-US" sz="2000" b="0" cap="none">
                <a:latin typeface="+mn-lt"/>
                <a:cs typeface="Times New Roman" panose="02020603050405020304" pitchFamily="18" charset="0"/>
              </a:rPr>
              <a:t> User flows and low-fidelity wireframes.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en-US" sz="2000" cap="none">
                <a:latin typeface="+mn-lt"/>
                <a:cs typeface="Times New Roman" panose="02020603050405020304" pitchFamily="18" charset="0"/>
              </a:rPr>
              <a:t>Final Output:</a:t>
            </a:r>
            <a:r>
              <a:rPr lang="en-US" altLang="en-US" sz="2000" b="0" cap="none">
                <a:latin typeface="+mn-lt"/>
                <a:cs typeface="Times New Roman" panose="02020603050405020304" pitchFamily="18" charset="0"/>
              </a:rPr>
              <a:t> Implementation-ready </a:t>
            </a:r>
            <a:r>
              <a:rPr lang="en-US" altLang="en-US" sz="2000" cap="none">
                <a:latin typeface="+mn-lt"/>
                <a:cs typeface="Times New Roman" panose="02020603050405020304" pitchFamily="18" charset="0"/>
              </a:rPr>
              <a:t>Design Pack</a:t>
            </a:r>
            <a:r>
              <a:rPr lang="en-US" altLang="en-US" sz="2000" b="0" cap="none">
                <a:latin typeface="+mn-lt"/>
                <a:cs typeface="Times New Roman" panose="02020603050405020304" pitchFamily="18" charset="0"/>
              </a:rPr>
              <a:t> (folder/ZIP) for review &amp; downstream development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altLang="en-US" sz="2000" b="0" cap="none">
              <a:latin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altLang="en-US" sz="2000" b="0" cap="none">
              <a:latin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GB" sz="2000" b="0"/>
          </a:p>
        </p:txBody>
      </p:sp>
      <p:sp>
        <p:nvSpPr>
          <p:cNvPr id="13" name="Title 4">
            <a:extLst>
              <a:ext uri="{FF2B5EF4-FFF2-40B4-BE49-F238E27FC236}">
                <a16:creationId xmlns:a16="http://schemas.microsoft.com/office/drawing/2014/main" id="{7E17D1FF-5795-0CA5-DFAE-DD3FD961826B}"/>
              </a:ext>
            </a:extLst>
          </p:cNvPr>
          <p:cNvSpPr txBox="1">
            <a:spLocks/>
          </p:cNvSpPr>
          <p:nvPr/>
        </p:nvSpPr>
        <p:spPr>
          <a:xfrm>
            <a:off x="713792" y="4116562"/>
            <a:ext cx="6677608" cy="2055638"/>
          </a:xfrm>
          <a:prstGeom prst="roundRect">
            <a:avLst/>
          </a:prstGeom>
          <a:solidFill>
            <a:srgbClr val="EDE2F6"/>
          </a:solidFill>
          <a:ln>
            <a:solidFill>
              <a:srgbClr val="FF66FF"/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6677608"/>
                      <a:gd name="csY0" fmla="*/ 0 h 2055638"/>
                      <a:gd name="csX1" fmla="*/ 556467 w 6677608"/>
                      <a:gd name="csY1" fmla="*/ 0 h 2055638"/>
                      <a:gd name="csX2" fmla="*/ 1246487 w 6677608"/>
                      <a:gd name="csY2" fmla="*/ 0 h 2055638"/>
                      <a:gd name="csX3" fmla="*/ 1669402 w 6677608"/>
                      <a:gd name="csY3" fmla="*/ 0 h 2055638"/>
                      <a:gd name="csX4" fmla="*/ 2092317 w 6677608"/>
                      <a:gd name="csY4" fmla="*/ 0 h 2055638"/>
                      <a:gd name="csX5" fmla="*/ 2648785 w 6677608"/>
                      <a:gd name="csY5" fmla="*/ 0 h 2055638"/>
                      <a:gd name="csX6" fmla="*/ 3071700 w 6677608"/>
                      <a:gd name="csY6" fmla="*/ 0 h 2055638"/>
                      <a:gd name="csX7" fmla="*/ 3761719 w 6677608"/>
                      <a:gd name="csY7" fmla="*/ 0 h 2055638"/>
                      <a:gd name="csX8" fmla="*/ 4318187 w 6677608"/>
                      <a:gd name="csY8" fmla="*/ 0 h 2055638"/>
                      <a:gd name="csX9" fmla="*/ 4674326 w 6677608"/>
                      <a:gd name="csY9" fmla="*/ 0 h 2055638"/>
                      <a:gd name="csX10" fmla="*/ 5164017 w 6677608"/>
                      <a:gd name="csY10" fmla="*/ 0 h 2055638"/>
                      <a:gd name="csX11" fmla="*/ 5720484 w 6677608"/>
                      <a:gd name="csY11" fmla="*/ 0 h 2055638"/>
                      <a:gd name="csX12" fmla="*/ 6076623 w 6677608"/>
                      <a:gd name="csY12" fmla="*/ 0 h 2055638"/>
                      <a:gd name="csX13" fmla="*/ 6677608 w 6677608"/>
                      <a:gd name="csY13" fmla="*/ 0 h 2055638"/>
                      <a:gd name="csX14" fmla="*/ 6677608 w 6677608"/>
                      <a:gd name="csY14" fmla="*/ 493353 h 2055638"/>
                      <a:gd name="csX15" fmla="*/ 6677608 w 6677608"/>
                      <a:gd name="csY15" fmla="*/ 966150 h 2055638"/>
                      <a:gd name="csX16" fmla="*/ 6677608 w 6677608"/>
                      <a:gd name="csY16" fmla="*/ 1521172 h 2055638"/>
                      <a:gd name="csX17" fmla="*/ 6677608 w 6677608"/>
                      <a:gd name="csY17" fmla="*/ 2055638 h 2055638"/>
                      <a:gd name="csX18" fmla="*/ 5987589 w 6677608"/>
                      <a:gd name="csY18" fmla="*/ 2055638 h 2055638"/>
                      <a:gd name="csX19" fmla="*/ 5297569 w 6677608"/>
                      <a:gd name="csY19" fmla="*/ 2055638 h 2055638"/>
                      <a:gd name="csX20" fmla="*/ 4607550 w 6677608"/>
                      <a:gd name="csY20" fmla="*/ 2055638 h 2055638"/>
                      <a:gd name="csX21" fmla="*/ 4184634 w 6677608"/>
                      <a:gd name="csY21" fmla="*/ 2055638 h 2055638"/>
                      <a:gd name="csX22" fmla="*/ 3494615 w 6677608"/>
                      <a:gd name="csY22" fmla="*/ 2055638 h 2055638"/>
                      <a:gd name="csX23" fmla="*/ 2938148 w 6677608"/>
                      <a:gd name="csY23" fmla="*/ 2055638 h 2055638"/>
                      <a:gd name="csX24" fmla="*/ 2248128 w 6677608"/>
                      <a:gd name="csY24" fmla="*/ 2055638 h 2055638"/>
                      <a:gd name="csX25" fmla="*/ 1758437 w 6677608"/>
                      <a:gd name="csY25" fmla="*/ 2055638 h 2055638"/>
                      <a:gd name="csX26" fmla="*/ 1201969 w 6677608"/>
                      <a:gd name="csY26" fmla="*/ 2055638 h 2055638"/>
                      <a:gd name="csX27" fmla="*/ 578726 w 6677608"/>
                      <a:gd name="csY27" fmla="*/ 2055638 h 2055638"/>
                      <a:gd name="csX28" fmla="*/ 0 w 6677608"/>
                      <a:gd name="csY28" fmla="*/ 2055638 h 2055638"/>
                      <a:gd name="csX29" fmla="*/ 0 w 6677608"/>
                      <a:gd name="csY29" fmla="*/ 1500616 h 2055638"/>
                      <a:gd name="csX30" fmla="*/ 0 w 6677608"/>
                      <a:gd name="csY30" fmla="*/ 945593 h 2055638"/>
                      <a:gd name="csX31" fmla="*/ 0 w 6677608"/>
                      <a:gd name="csY31" fmla="*/ 452240 h 2055638"/>
                      <a:gd name="csX32" fmla="*/ 0 w 6677608"/>
                      <a:gd name="csY32" fmla="*/ 0 h 205563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</a:cxnLst>
                    <a:rect l="l" t="t" r="r" b="b"/>
                    <a:pathLst>
                      <a:path w="6677608" h="2055638" fill="none" extrusionOk="0">
                        <a:moveTo>
                          <a:pt x="0" y="0"/>
                        </a:moveTo>
                        <a:cubicBezTo>
                          <a:pt x="234746" y="-9851"/>
                          <a:pt x="298931" y="19109"/>
                          <a:pt x="556467" y="0"/>
                        </a:cubicBezTo>
                        <a:cubicBezTo>
                          <a:pt x="814003" y="-19109"/>
                          <a:pt x="962535" y="31608"/>
                          <a:pt x="1246487" y="0"/>
                        </a:cubicBezTo>
                        <a:cubicBezTo>
                          <a:pt x="1530439" y="-31608"/>
                          <a:pt x="1547338" y="28261"/>
                          <a:pt x="1669402" y="0"/>
                        </a:cubicBezTo>
                        <a:cubicBezTo>
                          <a:pt x="1791467" y="-28261"/>
                          <a:pt x="1980665" y="10300"/>
                          <a:pt x="2092317" y="0"/>
                        </a:cubicBezTo>
                        <a:cubicBezTo>
                          <a:pt x="2203970" y="-10300"/>
                          <a:pt x="2531224" y="49183"/>
                          <a:pt x="2648785" y="0"/>
                        </a:cubicBezTo>
                        <a:cubicBezTo>
                          <a:pt x="2766346" y="-49183"/>
                          <a:pt x="2912402" y="7137"/>
                          <a:pt x="3071700" y="0"/>
                        </a:cubicBezTo>
                        <a:cubicBezTo>
                          <a:pt x="3230998" y="-7137"/>
                          <a:pt x="3510174" y="34871"/>
                          <a:pt x="3761719" y="0"/>
                        </a:cubicBezTo>
                        <a:cubicBezTo>
                          <a:pt x="4013264" y="-34871"/>
                          <a:pt x="4150136" y="15897"/>
                          <a:pt x="4318187" y="0"/>
                        </a:cubicBezTo>
                        <a:cubicBezTo>
                          <a:pt x="4486238" y="-15897"/>
                          <a:pt x="4509038" y="20289"/>
                          <a:pt x="4674326" y="0"/>
                        </a:cubicBezTo>
                        <a:cubicBezTo>
                          <a:pt x="4839614" y="-20289"/>
                          <a:pt x="4939058" y="12027"/>
                          <a:pt x="5164017" y="0"/>
                        </a:cubicBezTo>
                        <a:cubicBezTo>
                          <a:pt x="5388976" y="-12027"/>
                          <a:pt x="5498495" y="16967"/>
                          <a:pt x="5720484" y="0"/>
                        </a:cubicBezTo>
                        <a:cubicBezTo>
                          <a:pt x="5942473" y="-16967"/>
                          <a:pt x="5958483" y="34844"/>
                          <a:pt x="6076623" y="0"/>
                        </a:cubicBezTo>
                        <a:cubicBezTo>
                          <a:pt x="6194763" y="-34844"/>
                          <a:pt x="6473851" y="3951"/>
                          <a:pt x="6677608" y="0"/>
                        </a:cubicBezTo>
                        <a:cubicBezTo>
                          <a:pt x="6727837" y="132167"/>
                          <a:pt x="6623290" y="261072"/>
                          <a:pt x="6677608" y="493353"/>
                        </a:cubicBezTo>
                        <a:cubicBezTo>
                          <a:pt x="6731926" y="725634"/>
                          <a:pt x="6673876" y="810686"/>
                          <a:pt x="6677608" y="966150"/>
                        </a:cubicBezTo>
                        <a:cubicBezTo>
                          <a:pt x="6681340" y="1121614"/>
                          <a:pt x="6635832" y="1306402"/>
                          <a:pt x="6677608" y="1521172"/>
                        </a:cubicBezTo>
                        <a:cubicBezTo>
                          <a:pt x="6719384" y="1735942"/>
                          <a:pt x="6644526" y="1921000"/>
                          <a:pt x="6677608" y="2055638"/>
                        </a:cubicBezTo>
                        <a:cubicBezTo>
                          <a:pt x="6534320" y="2121143"/>
                          <a:pt x="6178639" y="2024278"/>
                          <a:pt x="5987589" y="2055638"/>
                        </a:cubicBezTo>
                        <a:cubicBezTo>
                          <a:pt x="5796539" y="2086998"/>
                          <a:pt x="5588453" y="1993471"/>
                          <a:pt x="5297569" y="2055638"/>
                        </a:cubicBezTo>
                        <a:cubicBezTo>
                          <a:pt x="5006685" y="2117805"/>
                          <a:pt x="4798702" y="2025836"/>
                          <a:pt x="4607550" y="2055638"/>
                        </a:cubicBezTo>
                        <a:cubicBezTo>
                          <a:pt x="4416398" y="2085440"/>
                          <a:pt x="4302647" y="2028680"/>
                          <a:pt x="4184634" y="2055638"/>
                        </a:cubicBezTo>
                        <a:cubicBezTo>
                          <a:pt x="4066621" y="2082596"/>
                          <a:pt x="3734785" y="1994024"/>
                          <a:pt x="3494615" y="2055638"/>
                        </a:cubicBezTo>
                        <a:cubicBezTo>
                          <a:pt x="3254445" y="2117252"/>
                          <a:pt x="3090242" y="2029751"/>
                          <a:pt x="2938148" y="2055638"/>
                        </a:cubicBezTo>
                        <a:cubicBezTo>
                          <a:pt x="2786054" y="2081525"/>
                          <a:pt x="2549885" y="1973642"/>
                          <a:pt x="2248128" y="2055638"/>
                        </a:cubicBezTo>
                        <a:cubicBezTo>
                          <a:pt x="1946371" y="2137634"/>
                          <a:pt x="1965529" y="2027704"/>
                          <a:pt x="1758437" y="2055638"/>
                        </a:cubicBezTo>
                        <a:cubicBezTo>
                          <a:pt x="1551345" y="2083572"/>
                          <a:pt x="1356107" y="1990261"/>
                          <a:pt x="1201969" y="2055638"/>
                        </a:cubicBezTo>
                        <a:cubicBezTo>
                          <a:pt x="1047831" y="2121015"/>
                          <a:pt x="785937" y="2048158"/>
                          <a:pt x="578726" y="2055638"/>
                        </a:cubicBezTo>
                        <a:cubicBezTo>
                          <a:pt x="371515" y="2063118"/>
                          <a:pt x="183487" y="2041628"/>
                          <a:pt x="0" y="2055638"/>
                        </a:cubicBezTo>
                        <a:cubicBezTo>
                          <a:pt x="-27546" y="1867611"/>
                          <a:pt x="43056" y="1677975"/>
                          <a:pt x="0" y="1500616"/>
                        </a:cubicBezTo>
                        <a:cubicBezTo>
                          <a:pt x="-43056" y="1323257"/>
                          <a:pt x="19462" y="1212698"/>
                          <a:pt x="0" y="945593"/>
                        </a:cubicBezTo>
                        <a:cubicBezTo>
                          <a:pt x="-19462" y="678488"/>
                          <a:pt x="19029" y="669206"/>
                          <a:pt x="0" y="452240"/>
                        </a:cubicBezTo>
                        <a:cubicBezTo>
                          <a:pt x="-19029" y="235274"/>
                          <a:pt x="39254" y="175796"/>
                          <a:pt x="0" y="0"/>
                        </a:cubicBezTo>
                        <a:close/>
                      </a:path>
                      <a:path w="6677608" h="2055638" stroke="0" extrusionOk="0">
                        <a:moveTo>
                          <a:pt x="0" y="0"/>
                        </a:moveTo>
                        <a:cubicBezTo>
                          <a:pt x="234634" y="-33031"/>
                          <a:pt x="280529" y="23152"/>
                          <a:pt x="489691" y="0"/>
                        </a:cubicBezTo>
                        <a:cubicBezTo>
                          <a:pt x="698853" y="-23152"/>
                          <a:pt x="915178" y="47769"/>
                          <a:pt x="1046159" y="0"/>
                        </a:cubicBezTo>
                        <a:cubicBezTo>
                          <a:pt x="1177140" y="-47769"/>
                          <a:pt x="1294208" y="27383"/>
                          <a:pt x="1535850" y="0"/>
                        </a:cubicBezTo>
                        <a:cubicBezTo>
                          <a:pt x="1777492" y="-27383"/>
                          <a:pt x="2027770" y="52252"/>
                          <a:pt x="2159093" y="0"/>
                        </a:cubicBezTo>
                        <a:cubicBezTo>
                          <a:pt x="2290416" y="-52252"/>
                          <a:pt x="2430861" y="9064"/>
                          <a:pt x="2515232" y="0"/>
                        </a:cubicBezTo>
                        <a:cubicBezTo>
                          <a:pt x="2599603" y="-9064"/>
                          <a:pt x="2902667" y="27770"/>
                          <a:pt x="3205252" y="0"/>
                        </a:cubicBezTo>
                        <a:cubicBezTo>
                          <a:pt x="3507837" y="-27770"/>
                          <a:pt x="3504731" y="22588"/>
                          <a:pt x="3628167" y="0"/>
                        </a:cubicBezTo>
                        <a:cubicBezTo>
                          <a:pt x="3751604" y="-22588"/>
                          <a:pt x="3813962" y="17605"/>
                          <a:pt x="3984306" y="0"/>
                        </a:cubicBezTo>
                        <a:cubicBezTo>
                          <a:pt x="4154650" y="-17605"/>
                          <a:pt x="4244994" y="12822"/>
                          <a:pt x="4340445" y="0"/>
                        </a:cubicBezTo>
                        <a:cubicBezTo>
                          <a:pt x="4435896" y="-12822"/>
                          <a:pt x="4718319" y="61506"/>
                          <a:pt x="4963689" y="0"/>
                        </a:cubicBezTo>
                        <a:cubicBezTo>
                          <a:pt x="5209059" y="-61506"/>
                          <a:pt x="5348738" y="8186"/>
                          <a:pt x="5586932" y="0"/>
                        </a:cubicBezTo>
                        <a:cubicBezTo>
                          <a:pt x="5825126" y="-8186"/>
                          <a:pt x="5979994" y="57636"/>
                          <a:pt x="6143399" y="0"/>
                        </a:cubicBezTo>
                        <a:cubicBezTo>
                          <a:pt x="6306804" y="-57636"/>
                          <a:pt x="6560580" y="16771"/>
                          <a:pt x="6677608" y="0"/>
                        </a:cubicBezTo>
                        <a:cubicBezTo>
                          <a:pt x="6699859" y="136099"/>
                          <a:pt x="6642541" y="259997"/>
                          <a:pt x="6677608" y="472797"/>
                        </a:cubicBezTo>
                        <a:cubicBezTo>
                          <a:pt x="6712675" y="685597"/>
                          <a:pt x="6667012" y="736582"/>
                          <a:pt x="6677608" y="945593"/>
                        </a:cubicBezTo>
                        <a:cubicBezTo>
                          <a:pt x="6688204" y="1154604"/>
                          <a:pt x="6635062" y="1242680"/>
                          <a:pt x="6677608" y="1397834"/>
                        </a:cubicBezTo>
                        <a:cubicBezTo>
                          <a:pt x="6720154" y="1552988"/>
                          <a:pt x="6614329" y="1858934"/>
                          <a:pt x="6677608" y="2055638"/>
                        </a:cubicBezTo>
                        <a:cubicBezTo>
                          <a:pt x="6540309" y="2087014"/>
                          <a:pt x="6296815" y="2014793"/>
                          <a:pt x="6054365" y="2055638"/>
                        </a:cubicBezTo>
                        <a:cubicBezTo>
                          <a:pt x="5811915" y="2096483"/>
                          <a:pt x="5527709" y="1975125"/>
                          <a:pt x="5364345" y="2055638"/>
                        </a:cubicBezTo>
                        <a:cubicBezTo>
                          <a:pt x="5200981" y="2136151"/>
                          <a:pt x="4875396" y="1976079"/>
                          <a:pt x="4674326" y="2055638"/>
                        </a:cubicBezTo>
                        <a:cubicBezTo>
                          <a:pt x="4473256" y="2135197"/>
                          <a:pt x="4407102" y="2028063"/>
                          <a:pt x="4184634" y="2055638"/>
                        </a:cubicBezTo>
                        <a:cubicBezTo>
                          <a:pt x="3962166" y="2083213"/>
                          <a:pt x="3713333" y="2015635"/>
                          <a:pt x="3561391" y="2055638"/>
                        </a:cubicBezTo>
                        <a:cubicBezTo>
                          <a:pt x="3409449" y="2095641"/>
                          <a:pt x="3075042" y="1985218"/>
                          <a:pt x="2938148" y="2055638"/>
                        </a:cubicBezTo>
                        <a:cubicBezTo>
                          <a:pt x="2801254" y="2126058"/>
                          <a:pt x="2559337" y="2042064"/>
                          <a:pt x="2381680" y="2055638"/>
                        </a:cubicBezTo>
                        <a:cubicBezTo>
                          <a:pt x="2204023" y="2069212"/>
                          <a:pt x="2036332" y="2043341"/>
                          <a:pt x="1891989" y="2055638"/>
                        </a:cubicBezTo>
                        <a:cubicBezTo>
                          <a:pt x="1747646" y="2067935"/>
                          <a:pt x="1667796" y="2038467"/>
                          <a:pt x="1469074" y="2055638"/>
                        </a:cubicBezTo>
                        <a:cubicBezTo>
                          <a:pt x="1270353" y="2072809"/>
                          <a:pt x="1263092" y="2043457"/>
                          <a:pt x="1112935" y="2055638"/>
                        </a:cubicBezTo>
                        <a:cubicBezTo>
                          <a:pt x="962778" y="2067819"/>
                          <a:pt x="333399" y="2004920"/>
                          <a:pt x="0" y="2055638"/>
                        </a:cubicBezTo>
                        <a:cubicBezTo>
                          <a:pt x="-9662" y="1871945"/>
                          <a:pt x="7485" y="1770897"/>
                          <a:pt x="0" y="1603398"/>
                        </a:cubicBezTo>
                        <a:cubicBezTo>
                          <a:pt x="-7485" y="1435899"/>
                          <a:pt x="41359" y="1256848"/>
                          <a:pt x="0" y="1089488"/>
                        </a:cubicBezTo>
                        <a:cubicBezTo>
                          <a:pt x="-41359" y="922128"/>
                          <a:pt x="12137" y="698801"/>
                          <a:pt x="0" y="575579"/>
                        </a:cubicBezTo>
                        <a:cubicBezTo>
                          <a:pt x="-12137" y="452357"/>
                          <a:pt x="22569" y="14047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cap="none">
                <a:latin typeface="+mn-lt"/>
                <a:cs typeface="Times New Roman" panose="02020603050405020304" pitchFamily="18" charset="0"/>
              </a:rPr>
              <a:t>Depends On: </a:t>
            </a:r>
            <a:r>
              <a:rPr lang="en-GB" sz="2000" b="0" cap="none">
                <a:latin typeface="+mn-lt"/>
                <a:cs typeface="Times New Roman" panose="02020603050405020304" pitchFamily="18" charset="0"/>
              </a:rPr>
              <a:t>Approved </a:t>
            </a:r>
            <a:r>
              <a:rPr lang="en-GB" sz="2000" cap="none">
                <a:latin typeface="+mn-lt"/>
                <a:cs typeface="Times New Roman" panose="02020603050405020304" pitchFamily="18" charset="0"/>
              </a:rPr>
              <a:t>SRS</a:t>
            </a:r>
            <a:r>
              <a:rPr lang="en-GB" sz="2000" b="0" cap="none">
                <a:latin typeface="+mn-lt"/>
                <a:cs typeface="Times New Roman" panose="02020603050405020304" pitchFamily="18" charset="0"/>
              </a:rPr>
              <a:t> (Requirements Specification)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cap="none">
                <a:latin typeface="+mn-lt"/>
                <a:cs typeface="Times New Roman" panose="02020603050405020304" pitchFamily="18" charset="0"/>
              </a:rPr>
              <a:t>Common Modules: </a:t>
            </a:r>
            <a:r>
              <a:rPr lang="en-GB" sz="2000" b="0" cap="none">
                <a:latin typeface="+mn-lt"/>
                <a:cs typeface="Times New Roman" panose="02020603050405020304" pitchFamily="18" charset="0"/>
              </a:rPr>
              <a:t>Artifact Storage/Export Module (Design Pack) And Standard Templates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cap="none">
                <a:latin typeface="+mn-lt"/>
                <a:cs typeface="Times New Roman" panose="02020603050405020304" pitchFamily="18" charset="0"/>
              </a:rPr>
              <a:t>Handover To: </a:t>
            </a:r>
            <a:r>
              <a:rPr lang="en-GB" sz="2000" b="0" cap="none">
                <a:latin typeface="+mn-lt"/>
                <a:cs typeface="Times New Roman" panose="02020603050405020304" pitchFamily="18" charset="0"/>
              </a:rPr>
              <a:t>Developer, DB, QA, </a:t>
            </a:r>
            <a:r>
              <a:rPr lang="en-GB" sz="2000" b="0" cap="none" err="1">
                <a:latin typeface="+mn-lt"/>
                <a:cs typeface="Times New Roman" panose="02020603050405020304" pitchFamily="18" charset="0"/>
              </a:rPr>
              <a:t>Devops</a:t>
            </a:r>
            <a:r>
              <a:rPr lang="en-GB" sz="2000" b="0" cap="none">
                <a:latin typeface="+mn-lt"/>
                <a:cs typeface="Times New Roman" panose="02020603050405020304" pitchFamily="18" charset="0"/>
              </a:rPr>
              <a:t>, And Security Agents For Prototype Implementation</a:t>
            </a:r>
          </a:p>
        </p:txBody>
      </p:sp>
      <p:pic>
        <p:nvPicPr>
          <p:cNvPr id="19" name="Graphic 18" descr="Clipboard Checked with solid fill">
            <a:extLst>
              <a:ext uri="{FF2B5EF4-FFF2-40B4-BE49-F238E27FC236}">
                <a16:creationId xmlns:a16="http://schemas.microsoft.com/office/drawing/2014/main" id="{23F61837-577E-4AC9-F742-C2135ED0D5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3808" y="4934905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5DE2127-9327-1451-B03E-1F39C000A246}"/>
              </a:ext>
            </a:extLst>
          </p:cNvPr>
          <p:cNvSpPr txBox="1"/>
          <p:nvPr/>
        </p:nvSpPr>
        <p:spPr>
          <a:xfrm>
            <a:off x="609600" y="269547"/>
            <a:ext cx="10218576" cy="523220"/>
          </a:xfrm>
          <a:prstGeom prst="rect">
            <a:avLst/>
          </a:prstGeom>
          <a:noFill/>
          <a:ln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i="1">
                <a:solidFill>
                  <a:srgbClr val="002060"/>
                </a:solidFill>
              </a:rPr>
              <a:t>Architect Agent &amp; UI/UX Agent : SRS-to-Design Pack Generation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5B7515E-E102-854F-D47B-E34F3D9881D2}"/>
              </a:ext>
            </a:extLst>
          </p:cNvPr>
          <p:cNvSpPr txBox="1">
            <a:spLocks/>
          </p:cNvSpPr>
          <p:nvPr/>
        </p:nvSpPr>
        <p:spPr>
          <a:xfrm>
            <a:off x="1204143" y="2621016"/>
            <a:ext cx="2349285" cy="1040183"/>
          </a:xfrm>
          <a:prstGeom prst="roundRect">
            <a:avLst/>
          </a:prstGeom>
          <a:noFill/>
          <a:ln w="28575">
            <a:noFill/>
            <a:prstDash val="dash"/>
            <a:extLst>
              <a:ext uri="{C807C97D-BFC1-408E-A445-0C87EB9F89A2}">
                <ask:lineSketchStyleProps xmlns:ask="http://schemas.microsoft.com/office/drawing/2018/sketchyshapes" sd="3773247103">
                  <a:custGeom>
                    <a:avLst/>
                    <a:gdLst>
                      <a:gd name="csX0" fmla="*/ 0 w 3432464"/>
                      <a:gd name="csY0" fmla="*/ 0 h 531595"/>
                      <a:gd name="csX1" fmla="*/ 640727 w 3432464"/>
                      <a:gd name="csY1" fmla="*/ 0 h 531595"/>
                      <a:gd name="csX2" fmla="*/ 1109830 w 3432464"/>
                      <a:gd name="csY2" fmla="*/ 0 h 531595"/>
                      <a:gd name="csX3" fmla="*/ 1578933 w 3432464"/>
                      <a:gd name="csY3" fmla="*/ 0 h 531595"/>
                      <a:gd name="csX4" fmla="*/ 2219660 w 3432464"/>
                      <a:gd name="csY4" fmla="*/ 0 h 531595"/>
                      <a:gd name="csX5" fmla="*/ 2791737 w 3432464"/>
                      <a:gd name="csY5" fmla="*/ 0 h 531595"/>
                      <a:gd name="csX6" fmla="*/ 3432464 w 3432464"/>
                      <a:gd name="csY6" fmla="*/ 0 h 531595"/>
                      <a:gd name="csX7" fmla="*/ 3432464 w 3432464"/>
                      <a:gd name="csY7" fmla="*/ 531595 h 531595"/>
                      <a:gd name="csX8" fmla="*/ 2791737 w 3432464"/>
                      <a:gd name="csY8" fmla="*/ 531595 h 531595"/>
                      <a:gd name="csX9" fmla="*/ 2219660 w 3432464"/>
                      <a:gd name="csY9" fmla="*/ 531595 h 531595"/>
                      <a:gd name="csX10" fmla="*/ 1578933 w 3432464"/>
                      <a:gd name="csY10" fmla="*/ 531595 h 531595"/>
                      <a:gd name="csX11" fmla="*/ 1109830 w 3432464"/>
                      <a:gd name="csY11" fmla="*/ 531595 h 531595"/>
                      <a:gd name="csX12" fmla="*/ 572077 w 3432464"/>
                      <a:gd name="csY12" fmla="*/ 531595 h 531595"/>
                      <a:gd name="csX13" fmla="*/ 0 w 3432464"/>
                      <a:gd name="csY13" fmla="*/ 531595 h 531595"/>
                      <a:gd name="csX14" fmla="*/ 0 w 3432464"/>
                      <a:gd name="csY14" fmla="*/ 0 h 53159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3432464" h="531595" extrusionOk="0">
                        <a:moveTo>
                          <a:pt x="0" y="0"/>
                        </a:moveTo>
                        <a:cubicBezTo>
                          <a:pt x="317494" y="-42052"/>
                          <a:pt x="341571" y="33469"/>
                          <a:pt x="640727" y="0"/>
                        </a:cubicBezTo>
                        <a:cubicBezTo>
                          <a:pt x="939883" y="-33469"/>
                          <a:pt x="941545" y="11861"/>
                          <a:pt x="1109830" y="0"/>
                        </a:cubicBezTo>
                        <a:cubicBezTo>
                          <a:pt x="1278115" y="-11861"/>
                          <a:pt x="1445935" y="4871"/>
                          <a:pt x="1578933" y="0"/>
                        </a:cubicBezTo>
                        <a:cubicBezTo>
                          <a:pt x="1711931" y="-4871"/>
                          <a:pt x="2073945" y="30318"/>
                          <a:pt x="2219660" y="0"/>
                        </a:cubicBezTo>
                        <a:cubicBezTo>
                          <a:pt x="2365375" y="-30318"/>
                          <a:pt x="2657237" y="55175"/>
                          <a:pt x="2791737" y="0"/>
                        </a:cubicBezTo>
                        <a:cubicBezTo>
                          <a:pt x="2926237" y="-55175"/>
                          <a:pt x="3303616" y="32636"/>
                          <a:pt x="3432464" y="0"/>
                        </a:cubicBezTo>
                        <a:cubicBezTo>
                          <a:pt x="3472867" y="165178"/>
                          <a:pt x="3385654" y="285025"/>
                          <a:pt x="3432464" y="531595"/>
                        </a:cubicBezTo>
                        <a:cubicBezTo>
                          <a:pt x="3185718" y="606407"/>
                          <a:pt x="2964633" y="492176"/>
                          <a:pt x="2791737" y="531595"/>
                        </a:cubicBezTo>
                        <a:cubicBezTo>
                          <a:pt x="2618841" y="571014"/>
                          <a:pt x="2449408" y="522809"/>
                          <a:pt x="2219660" y="531595"/>
                        </a:cubicBezTo>
                        <a:cubicBezTo>
                          <a:pt x="1989912" y="540381"/>
                          <a:pt x="1857007" y="515838"/>
                          <a:pt x="1578933" y="531595"/>
                        </a:cubicBezTo>
                        <a:cubicBezTo>
                          <a:pt x="1300859" y="547352"/>
                          <a:pt x="1321533" y="510969"/>
                          <a:pt x="1109830" y="531595"/>
                        </a:cubicBezTo>
                        <a:cubicBezTo>
                          <a:pt x="898127" y="552221"/>
                          <a:pt x="709921" y="504467"/>
                          <a:pt x="572077" y="531595"/>
                        </a:cubicBezTo>
                        <a:cubicBezTo>
                          <a:pt x="434233" y="558723"/>
                          <a:pt x="283507" y="505368"/>
                          <a:pt x="0" y="531595"/>
                        </a:cubicBezTo>
                        <a:cubicBezTo>
                          <a:pt x="-13824" y="383066"/>
                          <a:pt x="53379" y="1528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800" b="1" i="1">
                <a:solidFill>
                  <a:schemeClr val="tx1"/>
                </a:solidFill>
                <a:latin typeface="Cambria"/>
                <a:ea typeface="Cambria"/>
              </a:rPr>
              <a:t>System Overview</a:t>
            </a:r>
            <a:endParaRPr lang="en-US" b="1" i="1">
              <a:solidFill>
                <a:schemeClr val="tx1"/>
              </a:solidFill>
              <a:latin typeface="Cambria"/>
              <a:ea typeface="Cambria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1EF7B28-2298-A906-C19A-2497DDEC6608}"/>
              </a:ext>
            </a:extLst>
          </p:cNvPr>
          <p:cNvSpPr txBox="1">
            <a:spLocks/>
          </p:cNvSpPr>
          <p:nvPr/>
        </p:nvSpPr>
        <p:spPr>
          <a:xfrm>
            <a:off x="7979013" y="4687385"/>
            <a:ext cx="2849163" cy="1161920"/>
          </a:xfrm>
          <a:prstGeom prst="roundRect">
            <a:avLst/>
          </a:prstGeom>
          <a:noFill/>
          <a:ln w="28575">
            <a:noFill/>
            <a:prstDash val="dash"/>
            <a:extLst>
              <a:ext uri="{C807C97D-BFC1-408E-A445-0C87EB9F89A2}">
                <ask:lineSketchStyleProps xmlns:ask="http://schemas.microsoft.com/office/drawing/2018/sketchyshapes" sd="3773247103">
                  <a:custGeom>
                    <a:avLst/>
                    <a:gdLst>
                      <a:gd name="csX0" fmla="*/ 0 w 3432464"/>
                      <a:gd name="csY0" fmla="*/ 0 h 531595"/>
                      <a:gd name="csX1" fmla="*/ 640727 w 3432464"/>
                      <a:gd name="csY1" fmla="*/ 0 h 531595"/>
                      <a:gd name="csX2" fmla="*/ 1109830 w 3432464"/>
                      <a:gd name="csY2" fmla="*/ 0 h 531595"/>
                      <a:gd name="csX3" fmla="*/ 1578933 w 3432464"/>
                      <a:gd name="csY3" fmla="*/ 0 h 531595"/>
                      <a:gd name="csX4" fmla="*/ 2219660 w 3432464"/>
                      <a:gd name="csY4" fmla="*/ 0 h 531595"/>
                      <a:gd name="csX5" fmla="*/ 2791737 w 3432464"/>
                      <a:gd name="csY5" fmla="*/ 0 h 531595"/>
                      <a:gd name="csX6" fmla="*/ 3432464 w 3432464"/>
                      <a:gd name="csY6" fmla="*/ 0 h 531595"/>
                      <a:gd name="csX7" fmla="*/ 3432464 w 3432464"/>
                      <a:gd name="csY7" fmla="*/ 531595 h 531595"/>
                      <a:gd name="csX8" fmla="*/ 2791737 w 3432464"/>
                      <a:gd name="csY8" fmla="*/ 531595 h 531595"/>
                      <a:gd name="csX9" fmla="*/ 2219660 w 3432464"/>
                      <a:gd name="csY9" fmla="*/ 531595 h 531595"/>
                      <a:gd name="csX10" fmla="*/ 1578933 w 3432464"/>
                      <a:gd name="csY10" fmla="*/ 531595 h 531595"/>
                      <a:gd name="csX11" fmla="*/ 1109830 w 3432464"/>
                      <a:gd name="csY11" fmla="*/ 531595 h 531595"/>
                      <a:gd name="csX12" fmla="*/ 572077 w 3432464"/>
                      <a:gd name="csY12" fmla="*/ 531595 h 531595"/>
                      <a:gd name="csX13" fmla="*/ 0 w 3432464"/>
                      <a:gd name="csY13" fmla="*/ 531595 h 531595"/>
                      <a:gd name="csX14" fmla="*/ 0 w 3432464"/>
                      <a:gd name="csY14" fmla="*/ 0 h 53159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3432464" h="531595" extrusionOk="0">
                        <a:moveTo>
                          <a:pt x="0" y="0"/>
                        </a:moveTo>
                        <a:cubicBezTo>
                          <a:pt x="317494" y="-42052"/>
                          <a:pt x="341571" y="33469"/>
                          <a:pt x="640727" y="0"/>
                        </a:cubicBezTo>
                        <a:cubicBezTo>
                          <a:pt x="939883" y="-33469"/>
                          <a:pt x="941545" y="11861"/>
                          <a:pt x="1109830" y="0"/>
                        </a:cubicBezTo>
                        <a:cubicBezTo>
                          <a:pt x="1278115" y="-11861"/>
                          <a:pt x="1445935" y="4871"/>
                          <a:pt x="1578933" y="0"/>
                        </a:cubicBezTo>
                        <a:cubicBezTo>
                          <a:pt x="1711931" y="-4871"/>
                          <a:pt x="2073945" y="30318"/>
                          <a:pt x="2219660" y="0"/>
                        </a:cubicBezTo>
                        <a:cubicBezTo>
                          <a:pt x="2365375" y="-30318"/>
                          <a:pt x="2657237" y="55175"/>
                          <a:pt x="2791737" y="0"/>
                        </a:cubicBezTo>
                        <a:cubicBezTo>
                          <a:pt x="2926237" y="-55175"/>
                          <a:pt x="3303616" y="32636"/>
                          <a:pt x="3432464" y="0"/>
                        </a:cubicBezTo>
                        <a:cubicBezTo>
                          <a:pt x="3472867" y="165178"/>
                          <a:pt x="3385654" y="285025"/>
                          <a:pt x="3432464" y="531595"/>
                        </a:cubicBezTo>
                        <a:cubicBezTo>
                          <a:pt x="3185718" y="606407"/>
                          <a:pt x="2964633" y="492176"/>
                          <a:pt x="2791737" y="531595"/>
                        </a:cubicBezTo>
                        <a:cubicBezTo>
                          <a:pt x="2618841" y="571014"/>
                          <a:pt x="2449408" y="522809"/>
                          <a:pt x="2219660" y="531595"/>
                        </a:cubicBezTo>
                        <a:cubicBezTo>
                          <a:pt x="1989912" y="540381"/>
                          <a:pt x="1857007" y="515838"/>
                          <a:pt x="1578933" y="531595"/>
                        </a:cubicBezTo>
                        <a:cubicBezTo>
                          <a:pt x="1300859" y="547352"/>
                          <a:pt x="1321533" y="510969"/>
                          <a:pt x="1109830" y="531595"/>
                        </a:cubicBezTo>
                        <a:cubicBezTo>
                          <a:pt x="898127" y="552221"/>
                          <a:pt x="709921" y="504467"/>
                          <a:pt x="572077" y="531595"/>
                        </a:cubicBezTo>
                        <a:cubicBezTo>
                          <a:pt x="434233" y="558723"/>
                          <a:pt x="283507" y="505368"/>
                          <a:pt x="0" y="531595"/>
                        </a:cubicBezTo>
                        <a:cubicBezTo>
                          <a:pt x="-13824" y="383066"/>
                          <a:pt x="53379" y="1528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800" b="1" i="1">
                <a:solidFill>
                  <a:schemeClr val="tx1"/>
                </a:solidFill>
                <a:latin typeface="Cambria"/>
                <a:ea typeface="Cambria"/>
              </a:rPr>
              <a:t>Dependencies &amp; common components</a:t>
            </a:r>
            <a:endParaRPr lang="en-US" b="1" i="1">
              <a:solidFill>
                <a:schemeClr val="tx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9783270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D97645C-320F-E2ED-AA21-C06725A91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742838"/>
            <a:ext cx="9144000" cy="755426"/>
          </a:xfrm>
        </p:spPr>
        <p:txBody>
          <a:bodyPr/>
          <a:lstStyle/>
          <a:p>
            <a:r>
              <a:rPr lang="en-US">
                <a:latin typeface="Adobe Devanagari"/>
              </a:rPr>
              <a:t>IT22157232 |  Dissanayake T.C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4ED26A7-BB37-5F9B-DA59-7C617E09A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0600" y="3453882"/>
            <a:ext cx="9144000" cy="9906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3773247103">
                  <a:custGeom>
                    <a:avLst/>
                    <a:gdLst>
                      <a:gd name="csX0" fmla="*/ 0 w 9144000"/>
                      <a:gd name="csY0" fmla="*/ 0 h 990600"/>
                      <a:gd name="csX1" fmla="*/ 388620 w 9144000"/>
                      <a:gd name="csY1" fmla="*/ 0 h 990600"/>
                      <a:gd name="csX2" fmla="*/ 960120 w 9144000"/>
                      <a:gd name="csY2" fmla="*/ 0 h 990600"/>
                      <a:gd name="csX3" fmla="*/ 1623060 w 9144000"/>
                      <a:gd name="csY3" fmla="*/ 0 h 990600"/>
                      <a:gd name="csX4" fmla="*/ 2011680 w 9144000"/>
                      <a:gd name="csY4" fmla="*/ 0 h 990600"/>
                      <a:gd name="csX5" fmla="*/ 2766060 w 9144000"/>
                      <a:gd name="csY5" fmla="*/ 0 h 990600"/>
                      <a:gd name="csX6" fmla="*/ 3154680 w 9144000"/>
                      <a:gd name="csY6" fmla="*/ 0 h 990600"/>
                      <a:gd name="csX7" fmla="*/ 3451860 w 9144000"/>
                      <a:gd name="csY7" fmla="*/ 0 h 990600"/>
                      <a:gd name="csX8" fmla="*/ 3931920 w 9144000"/>
                      <a:gd name="csY8" fmla="*/ 0 h 990600"/>
                      <a:gd name="csX9" fmla="*/ 4503420 w 9144000"/>
                      <a:gd name="csY9" fmla="*/ 0 h 990600"/>
                      <a:gd name="csX10" fmla="*/ 5074920 w 9144000"/>
                      <a:gd name="csY10" fmla="*/ 0 h 990600"/>
                      <a:gd name="csX11" fmla="*/ 5463540 w 9144000"/>
                      <a:gd name="csY11" fmla="*/ 0 h 990600"/>
                      <a:gd name="csX12" fmla="*/ 6035040 w 9144000"/>
                      <a:gd name="csY12" fmla="*/ 0 h 990600"/>
                      <a:gd name="csX13" fmla="*/ 6423660 w 9144000"/>
                      <a:gd name="csY13" fmla="*/ 0 h 990600"/>
                      <a:gd name="csX14" fmla="*/ 6903720 w 9144000"/>
                      <a:gd name="csY14" fmla="*/ 0 h 990600"/>
                      <a:gd name="csX15" fmla="*/ 7200900 w 9144000"/>
                      <a:gd name="csY15" fmla="*/ 0 h 990600"/>
                      <a:gd name="csX16" fmla="*/ 7955280 w 9144000"/>
                      <a:gd name="csY16" fmla="*/ 0 h 990600"/>
                      <a:gd name="csX17" fmla="*/ 8343900 w 9144000"/>
                      <a:gd name="csY17" fmla="*/ 0 h 990600"/>
                      <a:gd name="csX18" fmla="*/ 9144000 w 9144000"/>
                      <a:gd name="csY18" fmla="*/ 0 h 990600"/>
                      <a:gd name="csX19" fmla="*/ 9144000 w 9144000"/>
                      <a:gd name="csY19" fmla="*/ 505206 h 990600"/>
                      <a:gd name="csX20" fmla="*/ 9144000 w 9144000"/>
                      <a:gd name="csY20" fmla="*/ 990600 h 990600"/>
                      <a:gd name="csX21" fmla="*/ 8481060 w 9144000"/>
                      <a:gd name="csY21" fmla="*/ 990600 h 990600"/>
                      <a:gd name="csX22" fmla="*/ 8001000 w 9144000"/>
                      <a:gd name="csY22" fmla="*/ 990600 h 990600"/>
                      <a:gd name="csX23" fmla="*/ 7703820 w 9144000"/>
                      <a:gd name="csY23" fmla="*/ 990600 h 990600"/>
                      <a:gd name="csX24" fmla="*/ 7315200 w 9144000"/>
                      <a:gd name="csY24" fmla="*/ 990600 h 990600"/>
                      <a:gd name="csX25" fmla="*/ 6743700 w 9144000"/>
                      <a:gd name="csY25" fmla="*/ 990600 h 990600"/>
                      <a:gd name="csX26" fmla="*/ 6355080 w 9144000"/>
                      <a:gd name="csY26" fmla="*/ 990600 h 990600"/>
                      <a:gd name="csX27" fmla="*/ 5600700 w 9144000"/>
                      <a:gd name="csY27" fmla="*/ 990600 h 990600"/>
                      <a:gd name="csX28" fmla="*/ 4846320 w 9144000"/>
                      <a:gd name="csY28" fmla="*/ 990600 h 990600"/>
                      <a:gd name="csX29" fmla="*/ 4274820 w 9144000"/>
                      <a:gd name="csY29" fmla="*/ 990600 h 990600"/>
                      <a:gd name="csX30" fmla="*/ 3520440 w 9144000"/>
                      <a:gd name="csY30" fmla="*/ 990600 h 990600"/>
                      <a:gd name="csX31" fmla="*/ 3040380 w 9144000"/>
                      <a:gd name="csY31" fmla="*/ 990600 h 990600"/>
                      <a:gd name="csX32" fmla="*/ 2560320 w 9144000"/>
                      <a:gd name="csY32" fmla="*/ 990600 h 990600"/>
                      <a:gd name="csX33" fmla="*/ 2171700 w 9144000"/>
                      <a:gd name="csY33" fmla="*/ 990600 h 990600"/>
                      <a:gd name="csX34" fmla="*/ 1783080 w 9144000"/>
                      <a:gd name="csY34" fmla="*/ 990600 h 990600"/>
                      <a:gd name="csX35" fmla="*/ 1211580 w 9144000"/>
                      <a:gd name="csY35" fmla="*/ 990600 h 990600"/>
                      <a:gd name="csX36" fmla="*/ 640080 w 9144000"/>
                      <a:gd name="csY36" fmla="*/ 990600 h 990600"/>
                      <a:gd name="csX37" fmla="*/ 0 w 9144000"/>
                      <a:gd name="csY37" fmla="*/ 990600 h 990600"/>
                      <a:gd name="csX38" fmla="*/ 0 w 9144000"/>
                      <a:gd name="csY38" fmla="*/ 505206 h 990600"/>
                      <a:gd name="csX39" fmla="*/ 0 w 9144000"/>
                      <a:gd name="csY39" fmla="*/ 0 h 9906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</a:cxnLst>
                    <a:rect l="l" t="t" r="r" b="b"/>
                    <a:pathLst>
                      <a:path w="9144000" h="990600" fill="none" extrusionOk="0">
                        <a:moveTo>
                          <a:pt x="0" y="0"/>
                        </a:moveTo>
                        <a:cubicBezTo>
                          <a:pt x="101644" y="-40722"/>
                          <a:pt x="275530" y="16360"/>
                          <a:pt x="388620" y="0"/>
                        </a:cubicBezTo>
                        <a:cubicBezTo>
                          <a:pt x="501710" y="-16360"/>
                          <a:pt x="750178" y="64971"/>
                          <a:pt x="960120" y="0"/>
                        </a:cubicBezTo>
                        <a:cubicBezTo>
                          <a:pt x="1170062" y="-64971"/>
                          <a:pt x="1353320" y="42674"/>
                          <a:pt x="1623060" y="0"/>
                        </a:cubicBezTo>
                        <a:cubicBezTo>
                          <a:pt x="1892800" y="-42674"/>
                          <a:pt x="1820964" y="2248"/>
                          <a:pt x="2011680" y="0"/>
                        </a:cubicBezTo>
                        <a:cubicBezTo>
                          <a:pt x="2202396" y="-2248"/>
                          <a:pt x="2589280" y="52148"/>
                          <a:pt x="2766060" y="0"/>
                        </a:cubicBezTo>
                        <a:cubicBezTo>
                          <a:pt x="2942840" y="-52148"/>
                          <a:pt x="3066382" y="18821"/>
                          <a:pt x="3154680" y="0"/>
                        </a:cubicBezTo>
                        <a:cubicBezTo>
                          <a:pt x="3242978" y="-18821"/>
                          <a:pt x="3355891" y="22214"/>
                          <a:pt x="3451860" y="0"/>
                        </a:cubicBezTo>
                        <a:cubicBezTo>
                          <a:pt x="3547829" y="-22214"/>
                          <a:pt x="3801526" y="32023"/>
                          <a:pt x="3931920" y="0"/>
                        </a:cubicBezTo>
                        <a:cubicBezTo>
                          <a:pt x="4062314" y="-32023"/>
                          <a:pt x="4248506" y="48233"/>
                          <a:pt x="4503420" y="0"/>
                        </a:cubicBezTo>
                        <a:cubicBezTo>
                          <a:pt x="4758334" y="-48233"/>
                          <a:pt x="4875587" y="5606"/>
                          <a:pt x="5074920" y="0"/>
                        </a:cubicBezTo>
                        <a:cubicBezTo>
                          <a:pt x="5274253" y="-5606"/>
                          <a:pt x="5351098" y="5451"/>
                          <a:pt x="5463540" y="0"/>
                        </a:cubicBezTo>
                        <a:cubicBezTo>
                          <a:pt x="5575982" y="-5451"/>
                          <a:pt x="5782894" y="39520"/>
                          <a:pt x="6035040" y="0"/>
                        </a:cubicBezTo>
                        <a:cubicBezTo>
                          <a:pt x="6287186" y="-39520"/>
                          <a:pt x="6271545" y="15883"/>
                          <a:pt x="6423660" y="0"/>
                        </a:cubicBezTo>
                        <a:cubicBezTo>
                          <a:pt x="6575775" y="-15883"/>
                          <a:pt x="6700031" y="13360"/>
                          <a:pt x="6903720" y="0"/>
                        </a:cubicBezTo>
                        <a:cubicBezTo>
                          <a:pt x="7107409" y="-13360"/>
                          <a:pt x="7052367" y="8011"/>
                          <a:pt x="7200900" y="0"/>
                        </a:cubicBezTo>
                        <a:cubicBezTo>
                          <a:pt x="7349433" y="-8011"/>
                          <a:pt x="7718548" y="30251"/>
                          <a:pt x="7955280" y="0"/>
                        </a:cubicBezTo>
                        <a:cubicBezTo>
                          <a:pt x="8192012" y="-30251"/>
                          <a:pt x="8190365" y="35515"/>
                          <a:pt x="8343900" y="0"/>
                        </a:cubicBezTo>
                        <a:cubicBezTo>
                          <a:pt x="8497435" y="-35515"/>
                          <a:pt x="8884952" y="80011"/>
                          <a:pt x="9144000" y="0"/>
                        </a:cubicBezTo>
                        <a:cubicBezTo>
                          <a:pt x="9181734" y="242103"/>
                          <a:pt x="9113214" y="333738"/>
                          <a:pt x="9144000" y="505206"/>
                        </a:cubicBezTo>
                        <a:cubicBezTo>
                          <a:pt x="9174786" y="676674"/>
                          <a:pt x="9117876" y="801825"/>
                          <a:pt x="9144000" y="990600"/>
                        </a:cubicBezTo>
                        <a:cubicBezTo>
                          <a:pt x="9000213" y="1065286"/>
                          <a:pt x="8652097" y="917006"/>
                          <a:pt x="8481060" y="990600"/>
                        </a:cubicBezTo>
                        <a:cubicBezTo>
                          <a:pt x="8310023" y="1064194"/>
                          <a:pt x="8110828" y="956580"/>
                          <a:pt x="8001000" y="990600"/>
                        </a:cubicBezTo>
                        <a:cubicBezTo>
                          <a:pt x="7891172" y="1024620"/>
                          <a:pt x="7812957" y="980497"/>
                          <a:pt x="7703820" y="990600"/>
                        </a:cubicBezTo>
                        <a:cubicBezTo>
                          <a:pt x="7594683" y="1000703"/>
                          <a:pt x="7453203" y="959488"/>
                          <a:pt x="7315200" y="990600"/>
                        </a:cubicBezTo>
                        <a:cubicBezTo>
                          <a:pt x="7177197" y="1021712"/>
                          <a:pt x="7021254" y="948348"/>
                          <a:pt x="6743700" y="990600"/>
                        </a:cubicBezTo>
                        <a:cubicBezTo>
                          <a:pt x="6466146" y="1032852"/>
                          <a:pt x="6449908" y="964879"/>
                          <a:pt x="6355080" y="990600"/>
                        </a:cubicBezTo>
                        <a:cubicBezTo>
                          <a:pt x="6260252" y="1016321"/>
                          <a:pt x="5763755" y="937594"/>
                          <a:pt x="5600700" y="990600"/>
                        </a:cubicBezTo>
                        <a:cubicBezTo>
                          <a:pt x="5437645" y="1043606"/>
                          <a:pt x="5128310" y="906627"/>
                          <a:pt x="4846320" y="990600"/>
                        </a:cubicBezTo>
                        <a:cubicBezTo>
                          <a:pt x="4564330" y="1074573"/>
                          <a:pt x="4461312" y="960434"/>
                          <a:pt x="4274820" y="990600"/>
                        </a:cubicBezTo>
                        <a:cubicBezTo>
                          <a:pt x="4088328" y="1020766"/>
                          <a:pt x="3771468" y="926435"/>
                          <a:pt x="3520440" y="990600"/>
                        </a:cubicBezTo>
                        <a:cubicBezTo>
                          <a:pt x="3269412" y="1054765"/>
                          <a:pt x="3225687" y="966927"/>
                          <a:pt x="3040380" y="990600"/>
                        </a:cubicBezTo>
                        <a:cubicBezTo>
                          <a:pt x="2855073" y="1014273"/>
                          <a:pt x="2776559" y="959360"/>
                          <a:pt x="2560320" y="990600"/>
                        </a:cubicBezTo>
                        <a:cubicBezTo>
                          <a:pt x="2344081" y="1021840"/>
                          <a:pt x="2275811" y="985331"/>
                          <a:pt x="2171700" y="990600"/>
                        </a:cubicBezTo>
                        <a:cubicBezTo>
                          <a:pt x="2067589" y="995869"/>
                          <a:pt x="1922013" y="987364"/>
                          <a:pt x="1783080" y="990600"/>
                        </a:cubicBezTo>
                        <a:cubicBezTo>
                          <a:pt x="1644147" y="993836"/>
                          <a:pt x="1417281" y="923195"/>
                          <a:pt x="1211580" y="990600"/>
                        </a:cubicBezTo>
                        <a:cubicBezTo>
                          <a:pt x="1005879" y="1058005"/>
                          <a:pt x="763715" y="955494"/>
                          <a:pt x="640080" y="990600"/>
                        </a:cubicBezTo>
                        <a:cubicBezTo>
                          <a:pt x="516445" y="1025706"/>
                          <a:pt x="265556" y="928849"/>
                          <a:pt x="0" y="990600"/>
                        </a:cubicBezTo>
                        <a:cubicBezTo>
                          <a:pt x="-25009" y="826047"/>
                          <a:pt x="6617" y="657850"/>
                          <a:pt x="0" y="505206"/>
                        </a:cubicBezTo>
                        <a:cubicBezTo>
                          <a:pt x="-6617" y="352562"/>
                          <a:pt x="12619" y="154238"/>
                          <a:pt x="0" y="0"/>
                        </a:cubicBezTo>
                        <a:close/>
                      </a:path>
                      <a:path w="9144000" h="990600" stroke="0" extrusionOk="0">
                        <a:moveTo>
                          <a:pt x="0" y="0"/>
                        </a:moveTo>
                        <a:cubicBezTo>
                          <a:pt x="271906" y="-53294"/>
                          <a:pt x="413255" y="88851"/>
                          <a:pt x="754380" y="0"/>
                        </a:cubicBezTo>
                        <a:cubicBezTo>
                          <a:pt x="1095505" y="-88851"/>
                          <a:pt x="980370" y="34976"/>
                          <a:pt x="1051560" y="0"/>
                        </a:cubicBezTo>
                        <a:cubicBezTo>
                          <a:pt x="1122750" y="-34976"/>
                          <a:pt x="1200260" y="23955"/>
                          <a:pt x="1348740" y="0"/>
                        </a:cubicBezTo>
                        <a:cubicBezTo>
                          <a:pt x="1497220" y="-23955"/>
                          <a:pt x="1928512" y="38233"/>
                          <a:pt x="2103120" y="0"/>
                        </a:cubicBezTo>
                        <a:cubicBezTo>
                          <a:pt x="2277728" y="-38233"/>
                          <a:pt x="2408433" y="1162"/>
                          <a:pt x="2674620" y="0"/>
                        </a:cubicBezTo>
                        <a:cubicBezTo>
                          <a:pt x="2940807" y="-1162"/>
                          <a:pt x="2965113" y="14682"/>
                          <a:pt x="3063240" y="0"/>
                        </a:cubicBezTo>
                        <a:cubicBezTo>
                          <a:pt x="3161367" y="-14682"/>
                          <a:pt x="3476577" y="17170"/>
                          <a:pt x="3726180" y="0"/>
                        </a:cubicBezTo>
                        <a:cubicBezTo>
                          <a:pt x="3975783" y="-17170"/>
                          <a:pt x="4071394" y="47039"/>
                          <a:pt x="4297680" y="0"/>
                        </a:cubicBezTo>
                        <a:cubicBezTo>
                          <a:pt x="4523966" y="-47039"/>
                          <a:pt x="4720613" y="70046"/>
                          <a:pt x="5052060" y="0"/>
                        </a:cubicBezTo>
                        <a:cubicBezTo>
                          <a:pt x="5383507" y="-70046"/>
                          <a:pt x="5394907" y="71130"/>
                          <a:pt x="5715000" y="0"/>
                        </a:cubicBezTo>
                        <a:cubicBezTo>
                          <a:pt x="6035093" y="-71130"/>
                          <a:pt x="5984046" y="55299"/>
                          <a:pt x="6195060" y="0"/>
                        </a:cubicBezTo>
                        <a:cubicBezTo>
                          <a:pt x="6406074" y="-55299"/>
                          <a:pt x="6612711" y="35766"/>
                          <a:pt x="6766560" y="0"/>
                        </a:cubicBezTo>
                        <a:cubicBezTo>
                          <a:pt x="6920409" y="-35766"/>
                          <a:pt x="7333665" y="41034"/>
                          <a:pt x="7520940" y="0"/>
                        </a:cubicBezTo>
                        <a:cubicBezTo>
                          <a:pt x="7708215" y="-41034"/>
                          <a:pt x="7788330" y="52565"/>
                          <a:pt x="8001000" y="0"/>
                        </a:cubicBezTo>
                        <a:cubicBezTo>
                          <a:pt x="8213670" y="-52565"/>
                          <a:pt x="8168128" y="13735"/>
                          <a:pt x="8298180" y="0"/>
                        </a:cubicBezTo>
                        <a:cubicBezTo>
                          <a:pt x="8428232" y="-13735"/>
                          <a:pt x="8774903" y="62849"/>
                          <a:pt x="9144000" y="0"/>
                        </a:cubicBezTo>
                        <a:cubicBezTo>
                          <a:pt x="9199048" y="143263"/>
                          <a:pt x="9111758" y="284607"/>
                          <a:pt x="9144000" y="515112"/>
                        </a:cubicBezTo>
                        <a:cubicBezTo>
                          <a:pt x="9176242" y="745617"/>
                          <a:pt x="9134842" y="802944"/>
                          <a:pt x="9144000" y="990600"/>
                        </a:cubicBezTo>
                        <a:cubicBezTo>
                          <a:pt x="8971628" y="1036643"/>
                          <a:pt x="8796669" y="931565"/>
                          <a:pt x="8572500" y="990600"/>
                        </a:cubicBezTo>
                        <a:cubicBezTo>
                          <a:pt x="8348331" y="1049635"/>
                          <a:pt x="8237100" y="931489"/>
                          <a:pt x="7909560" y="990600"/>
                        </a:cubicBezTo>
                        <a:cubicBezTo>
                          <a:pt x="7582020" y="1049711"/>
                          <a:pt x="7674919" y="962969"/>
                          <a:pt x="7520940" y="990600"/>
                        </a:cubicBezTo>
                        <a:cubicBezTo>
                          <a:pt x="7366961" y="1018231"/>
                          <a:pt x="7311785" y="978844"/>
                          <a:pt x="7223760" y="990600"/>
                        </a:cubicBezTo>
                        <a:cubicBezTo>
                          <a:pt x="7135735" y="1002356"/>
                          <a:pt x="7029654" y="987495"/>
                          <a:pt x="6926580" y="990600"/>
                        </a:cubicBezTo>
                        <a:cubicBezTo>
                          <a:pt x="6823506" y="993705"/>
                          <a:pt x="6550664" y="931435"/>
                          <a:pt x="6355080" y="990600"/>
                        </a:cubicBezTo>
                        <a:cubicBezTo>
                          <a:pt x="6159496" y="1049765"/>
                          <a:pt x="6021768" y="978186"/>
                          <a:pt x="5875020" y="990600"/>
                        </a:cubicBezTo>
                        <a:cubicBezTo>
                          <a:pt x="5728272" y="1003014"/>
                          <a:pt x="5633167" y="988959"/>
                          <a:pt x="5486400" y="990600"/>
                        </a:cubicBezTo>
                        <a:cubicBezTo>
                          <a:pt x="5339633" y="992241"/>
                          <a:pt x="4928855" y="923418"/>
                          <a:pt x="4732020" y="990600"/>
                        </a:cubicBezTo>
                        <a:cubicBezTo>
                          <a:pt x="4535185" y="1057782"/>
                          <a:pt x="4490754" y="966626"/>
                          <a:pt x="4251960" y="990600"/>
                        </a:cubicBezTo>
                        <a:cubicBezTo>
                          <a:pt x="4013166" y="1014574"/>
                          <a:pt x="3739414" y="981653"/>
                          <a:pt x="3589020" y="990600"/>
                        </a:cubicBezTo>
                        <a:cubicBezTo>
                          <a:pt x="3438626" y="999547"/>
                          <a:pt x="3354657" y="963949"/>
                          <a:pt x="3200400" y="990600"/>
                        </a:cubicBezTo>
                        <a:cubicBezTo>
                          <a:pt x="3046143" y="1017251"/>
                          <a:pt x="2722240" y="984488"/>
                          <a:pt x="2446020" y="990600"/>
                        </a:cubicBezTo>
                        <a:cubicBezTo>
                          <a:pt x="2169800" y="996712"/>
                          <a:pt x="2280368" y="965074"/>
                          <a:pt x="2148840" y="990600"/>
                        </a:cubicBezTo>
                        <a:cubicBezTo>
                          <a:pt x="2017312" y="1016126"/>
                          <a:pt x="1768850" y="950955"/>
                          <a:pt x="1668780" y="990600"/>
                        </a:cubicBezTo>
                        <a:cubicBezTo>
                          <a:pt x="1568710" y="1030245"/>
                          <a:pt x="1456069" y="968154"/>
                          <a:pt x="1280160" y="990600"/>
                        </a:cubicBezTo>
                        <a:cubicBezTo>
                          <a:pt x="1104251" y="1013046"/>
                          <a:pt x="1065245" y="963144"/>
                          <a:pt x="982980" y="990600"/>
                        </a:cubicBezTo>
                        <a:cubicBezTo>
                          <a:pt x="900715" y="1018056"/>
                          <a:pt x="316691" y="911360"/>
                          <a:pt x="0" y="990600"/>
                        </a:cubicBezTo>
                        <a:cubicBezTo>
                          <a:pt x="-54446" y="742753"/>
                          <a:pt x="49892" y="652792"/>
                          <a:pt x="0" y="485394"/>
                        </a:cubicBezTo>
                        <a:cubicBezTo>
                          <a:pt x="-49892" y="317996"/>
                          <a:pt x="230" y="24071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>
            <a:normAutofit lnSpcReduction="10000"/>
          </a:bodyPr>
          <a:lstStyle/>
          <a:p>
            <a:r>
              <a:rPr lang="en-GB" sz="2800" i="1">
                <a:solidFill>
                  <a:schemeClr val="tx1"/>
                </a:solidFill>
                <a:ea typeface="+mn-lt"/>
                <a:cs typeface="+mn-lt"/>
              </a:rPr>
              <a:t>Development Agent for Automated Code Generation with Controlled Patch-Based Code Editing</a:t>
            </a:r>
            <a:endParaRPr lang="en-US" i="1">
              <a:solidFill>
                <a:schemeClr val="tx1"/>
              </a:solidFill>
            </a:endParaRPr>
          </a:p>
        </p:txBody>
      </p:sp>
      <p:pic>
        <p:nvPicPr>
          <p:cNvPr id="13" name="Picture 12" descr="A person with long black hair&#10;&#10;AI-generated content may be incorrect.">
            <a:extLst>
              <a:ext uri="{FF2B5EF4-FFF2-40B4-BE49-F238E27FC236}">
                <a16:creationId xmlns:a16="http://schemas.microsoft.com/office/drawing/2014/main" id="{1FB6E883-225D-EF1F-1697-59B4632D7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412" y="129267"/>
            <a:ext cx="2299772" cy="2103120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B089DAD-96E3-F10D-7F8A-C76BD0E78FE9}"/>
              </a:ext>
            </a:extLst>
          </p:cNvPr>
          <p:cNvSpPr txBox="1"/>
          <p:nvPr/>
        </p:nvSpPr>
        <p:spPr>
          <a:xfrm>
            <a:off x="3389586" y="6536121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Cambria"/>
              </a:rPr>
              <a:t>IT22157232</a:t>
            </a:r>
            <a:r>
              <a:rPr lang="en-US" sz="1800" baseline="0">
                <a:latin typeface="Cambria"/>
              </a:rPr>
              <a:t> | </a:t>
            </a:r>
            <a:r>
              <a:rPr lang="en-US" b="1">
                <a:latin typeface="Cambria"/>
              </a:rPr>
              <a:t>Dissanayake T.C</a:t>
            </a:r>
            <a:r>
              <a:rPr lang="en-US" sz="1800" b="1" baseline="0">
                <a:latin typeface="Cambria"/>
              </a:rPr>
              <a:t> | R26-SE-033</a:t>
            </a:r>
            <a:endParaRPr lang="en-US"/>
          </a:p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0994E93-9478-47AE-FA9C-1845CA21E6CA}"/>
              </a:ext>
            </a:extLst>
          </p:cNvPr>
          <p:cNvGrpSpPr/>
          <p:nvPr/>
        </p:nvGrpSpPr>
        <p:grpSpPr>
          <a:xfrm>
            <a:off x="897556" y="2376105"/>
            <a:ext cx="4229475" cy="934060"/>
            <a:chOff x="991455" y="2399073"/>
            <a:chExt cx="4229475" cy="934060"/>
          </a:xfrm>
        </p:grpSpPr>
        <p:sp>
          <p:nvSpPr>
            <p:cNvPr id="6" name="Text Placeholder 5">
              <a:extLst>
                <a:ext uri="{FF2B5EF4-FFF2-40B4-BE49-F238E27FC236}">
                  <a16:creationId xmlns:a16="http://schemas.microsoft.com/office/drawing/2014/main" id="{A9B9BA89-EF71-084B-2AD4-43E8967B1A0B}"/>
                </a:ext>
              </a:extLst>
            </p:cNvPr>
            <p:cNvSpPr txBox="1">
              <a:spLocks/>
            </p:cNvSpPr>
            <p:nvPr/>
          </p:nvSpPr>
          <p:spPr>
            <a:xfrm>
              <a:off x="991455" y="2399073"/>
              <a:ext cx="3432464" cy="531595"/>
            </a:xfrm>
            <a:custGeom>
              <a:avLst/>
              <a:gdLst>
                <a:gd name="csX0" fmla="*/ 0 w 3432464"/>
                <a:gd name="csY0" fmla="*/ 88601 h 531595"/>
                <a:gd name="csX1" fmla="*/ 88601 w 3432464"/>
                <a:gd name="csY1" fmla="*/ 0 h 531595"/>
                <a:gd name="csX2" fmla="*/ 663697 w 3432464"/>
                <a:gd name="csY2" fmla="*/ 0 h 531595"/>
                <a:gd name="csX3" fmla="*/ 1173688 w 3432464"/>
                <a:gd name="csY3" fmla="*/ 0 h 531595"/>
                <a:gd name="csX4" fmla="*/ 1683679 w 3432464"/>
                <a:gd name="csY4" fmla="*/ 0 h 531595"/>
                <a:gd name="csX5" fmla="*/ 2291328 w 3432464"/>
                <a:gd name="csY5" fmla="*/ 0 h 531595"/>
                <a:gd name="csX6" fmla="*/ 2736214 w 3432464"/>
                <a:gd name="csY6" fmla="*/ 0 h 531595"/>
                <a:gd name="csX7" fmla="*/ 3343863 w 3432464"/>
                <a:gd name="csY7" fmla="*/ 0 h 531595"/>
                <a:gd name="csX8" fmla="*/ 3432464 w 3432464"/>
                <a:gd name="csY8" fmla="*/ 88601 h 531595"/>
                <a:gd name="csX9" fmla="*/ 3432464 w 3432464"/>
                <a:gd name="csY9" fmla="*/ 442994 h 531595"/>
                <a:gd name="csX10" fmla="*/ 3343863 w 3432464"/>
                <a:gd name="csY10" fmla="*/ 531595 h 531595"/>
                <a:gd name="csX11" fmla="*/ 2898977 w 3432464"/>
                <a:gd name="csY11" fmla="*/ 531595 h 531595"/>
                <a:gd name="csX12" fmla="*/ 2356434 w 3432464"/>
                <a:gd name="csY12" fmla="*/ 531595 h 531595"/>
                <a:gd name="csX13" fmla="*/ 1911548 w 3432464"/>
                <a:gd name="csY13" fmla="*/ 531595 h 531595"/>
                <a:gd name="csX14" fmla="*/ 1434109 w 3432464"/>
                <a:gd name="csY14" fmla="*/ 531595 h 531595"/>
                <a:gd name="csX15" fmla="*/ 891566 w 3432464"/>
                <a:gd name="csY15" fmla="*/ 531595 h 531595"/>
                <a:gd name="csX16" fmla="*/ 88601 w 3432464"/>
                <a:gd name="csY16" fmla="*/ 531595 h 531595"/>
                <a:gd name="csX17" fmla="*/ 0 w 3432464"/>
                <a:gd name="csY17" fmla="*/ 442994 h 531595"/>
                <a:gd name="csX18" fmla="*/ 0 w 3432464"/>
                <a:gd name="csY18" fmla="*/ 88601 h 5315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3432464" h="531595" extrusionOk="0">
                  <a:moveTo>
                    <a:pt x="0" y="88601"/>
                  </a:moveTo>
                  <a:cubicBezTo>
                    <a:pt x="-2630" y="38532"/>
                    <a:pt x="29082" y="7734"/>
                    <a:pt x="88601" y="0"/>
                  </a:cubicBezTo>
                  <a:cubicBezTo>
                    <a:pt x="243906" y="-17897"/>
                    <a:pt x="517841" y="51110"/>
                    <a:pt x="663697" y="0"/>
                  </a:cubicBezTo>
                  <a:cubicBezTo>
                    <a:pt x="809553" y="-51110"/>
                    <a:pt x="1059848" y="15169"/>
                    <a:pt x="1173688" y="0"/>
                  </a:cubicBezTo>
                  <a:cubicBezTo>
                    <a:pt x="1287528" y="-15169"/>
                    <a:pt x="1544037" y="33929"/>
                    <a:pt x="1683679" y="0"/>
                  </a:cubicBezTo>
                  <a:cubicBezTo>
                    <a:pt x="1823321" y="-33929"/>
                    <a:pt x="2066972" y="27004"/>
                    <a:pt x="2291328" y="0"/>
                  </a:cubicBezTo>
                  <a:cubicBezTo>
                    <a:pt x="2515684" y="-27004"/>
                    <a:pt x="2541673" y="43770"/>
                    <a:pt x="2736214" y="0"/>
                  </a:cubicBezTo>
                  <a:cubicBezTo>
                    <a:pt x="2930755" y="-43770"/>
                    <a:pt x="3218949" y="53458"/>
                    <a:pt x="3343863" y="0"/>
                  </a:cubicBezTo>
                  <a:cubicBezTo>
                    <a:pt x="3385760" y="-1495"/>
                    <a:pt x="3426939" y="51012"/>
                    <a:pt x="3432464" y="88601"/>
                  </a:cubicBezTo>
                  <a:cubicBezTo>
                    <a:pt x="3467526" y="259757"/>
                    <a:pt x="3430654" y="336716"/>
                    <a:pt x="3432464" y="442994"/>
                  </a:cubicBezTo>
                  <a:cubicBezTo>
                    <a:pt x="3427793" y="479825"/>
                    <a:pt x="3398847" y="521625"/>
                    <a:pt x="3343863" y="531595"/>
                  </a:cubicBezTo>
                  <a:cubicBezTo>
                    <a:pt x="3245053" y="579335"/>
                    <a:pt x="2994540" y="518356"/>
                    <a:pt x="2898977" y="531595"/>
                  </a:cubicBezTo>
                  <a:cubicBezTo>
                    <a:pt x="2803414" y="544834"/>
                    <a:pt x="2562067" y="503755"/>
                    <a:pt x="2356434" y="531595"/>
                  </a:cubicBezTo>
                  <a:cubicBezTo>
                    <a:pt x="2150801" y="559435"/>
                    <a:pt x="2040293" y="510338"/>
                    <a:pt x="1911548" y="531595"/>
                  </a:cubicBezTo>
                  <a:cubicBezTo>
                    <a:pt x="1782803" y="552852"/>
                    <a:pt x="1607050" y="521059"/>
                    <a:pt x="1434109" y="531595"/>
                  </a:cubicBezTo>
                  <a:cubicBezTo>
                    <a:pt x="1261168" y="542131"/>
                    <a:pt x="1076878" y="474303"/>
                    <a:pt x="891566" y="531595"/>
                  </a:cubicBezTo>
                  <a:cubicBezTo>
                    <a:pt x="706254" y="588887"/>
                    <a:pt x="405605" y="501174"/>
                    <a:pt x="88601" y="531595"/>
                  </a:cubicBezTo>
                  <a:cubicBezTo>
                    <a:pt x="30063" y="528705"/>
                    <a:pt x="4592" y="492551"/>
                    <a:pt x="0" y="442994"/>
                  </a:cubicBezTo>
                  <a:cubicBezTo>
                    <a:pt x="-31539" y="308701"/>
                    <a:pt x="18188" y="258827"/>
                    <a:pt x="0" y="88601"/>
                  </a:cubicBezTo>
                  <a:close/>
                </a:path>
              </a:pathLst>
            </a:custGeom>
            <a:noFill/>
            <a:ln w="28575">
              <a:solidFill>
                <a:schemeClr val="bg1">
                  <a:lumMod val="75000"/>
                </a:schemeClr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3773247103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vert="horz" lIns="91440" tIns="45720" rIns="91440" bIns="45720" rtlCol="0" anchor="b">
              <a:normAutofit lnSpcReduction="10000"/>
            </a:bodyPr>
            <a:lstStyle>
              <a:lvl1pPr marL="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spcBef>
                  <a:spcPct val="20000"/>
                </a:spcBef>
                <a:buFont typeface="Wingdings" pitchFamily="2" charset="2"/>
                <a:buNone/>
                <a:defRPr sz="1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spcBef>
                  <a:spcPct val="20000"/>
                </a:spcBef>
                <a:buFont typeface="Wingdings" pitchFamily="2" charset="2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2800" b="1" i="1">
                  <a:solidFill>
                    <a:schemeClr val="tx1"/>
                  </a:solidFill>
                  <a:latin typeface="Cambria"/>
                  <a:ea typeface="Cambria"/>
                </a:rPr>
                <a:t>Title of the scope</a:t>
              </a:r>
              <a:endParaRPr lang="en-US" b="1" i="1">
                <a:solidFill>
                  <a:schemeClr val="tx1"/>
                </a:solidFill>
                <a:latin typeface="Cambria"/>
                <a:ea typeface="Cambria"/>
              </a:endParaRPr>
            </a:p>
          </p:txBody>
        </p:sp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FF91AF05-5391-5F91-1206-4FFF7E8E85B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4419305" y="2531509"/>
              <a:ext cx="806241" cy="797008"/>
            </a:xfrm>
            <a:prstGeom prst="curvedConnector3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141360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A collection of circles in various sizes and patterns">
            <a:extLst>
              <a:ext uri="{FF2B5EF4-FFF2-40B4-BE49-F238E27FC236}">
                <a16:creationId xmlns:a16="http://schemas.microsoft.com/office/drawing/2014/main" id="{9CDFCB1A-25E1-A835-CE3B-CF7EC05B25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0" y="-1807773"/>
            <a:ext cx="6881696" cy="6881696"/>
          </a:xfrm>
          <a:prstGeom prst="rect">
            <a:avLst/>
          </a:prstGeom>
        </p:spPr>
      </p:pic>
      <p:pic>
        <p:nvPicPr>
          <p:cNvPr id="9" name="Graphic 8" descr="Open laptop device">
            <a:extLst>
              <a:ext uri="{FF2B5EF4-FFF2-40B4-BE49-F238E27FC236}">
                <a16:creationId xmlns:a16="http://schemas.microsoft.com/office/drawing/2014/main" id="{05DCFFD6-C25E-EB37-17DC-A7CBF90679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568" y="989148"/>
            <a:ext cx="2126226" cy="1208754"/>
          </a:xfrm>
          <a:prstGeom prst="rect">
            <a:avLst/>
          </a:prstGeom>
        </p:spPr>
      </p:pic>
      <p:sp>
        <p:nvSpPr>
          <p:cNvPr id="11" name="Title 4">
            <a:extLst>
              <a:ext uri="{FF2B5EF4-FFF2-40B4-BE49-F238E27FC236}">
                <a16:creationId xmlns:a16="http://schemas.microsoft.com/office/drawing/2014/main" id="{9B42B88F-EF48-43AB-0FA0-57B5E0B47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1" y="1372733"/>
            <a:ext cx="4215450" cy="52170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8001000"/>
                      <a:gd name="csY0" fmla="*/ 0 h 521703"/>
                      <a:gd name="csX1" fmla="*/ 331470 w 8001000"/>
                      <a:gd name="csY1" fmla="*/ 0 h 521703"/>
                      <a:gd name="csX2" fmla="*/ 902970 w 8001000"/>
                      <a:gd name="csY2" fmla="*/ 0 h 521703"/>
                      <a:gd name="csX3" fmla="*/ 1634490 w 8001000"/>
                      <a:gd name="csY3" fmla="*/ 0 h 521703"/>
                      <a:gd name="csX4" fmla="*/ 2045970 w 8001000"/>
                      <a:gd name="csY4" fmla="*/ 0 h 521703"/>
                      <a:gd name="csX5" fmla="*/ 2457450 w 8001000"/>
                      <a:gd name="csY5" fmla="*/ 0 h 521703"/>
                      <a:gd name="csX6" fmla="*/ 3028950 w 8001000"/>
                      <a:gd name="csY6" fmla="*/ 0 h 521703"/>
                      <a:gd name="csX7" fmla="*/ 3440430 w 8001000"/>
                      <a:gd name="csY7" fmla="*/ 0 h 521703"/>
                      <a:gd name="csX8" fmla="*/ 4171950 w 8001000"/>
                      <a:gd name="csY8" fmla="*/ 0 h 521703"/>
                      <a:gd name="csX9" fmla="*/ 4743450 w 8001000"/>
                      <a:gd name="csY9" fmla="*/ 0 h 521703"/>
                      <a:gd name="csX10" fmla="*/ 5074920 w 8001000"/>
                      <a:gd name="csY10" fmla="*/ 0 h 521703"/>
                      <a:gd name="csX11" fmla="*/ 5566410 w 8001000"/>
                      <a:gd name="csY11" fmla="*/ 0 h 521703"/>
                      <a:gd name="csX12" fmla="*/ 6137910 w 8001000"/>
                      <a:gd name="csY12" fmla="*/ 0 h 521703"/>
                      <a:gd name="csX13" fmla="*/ 6469380 w 8001000"/>
                      <a:gd name="csY13" fmla="*/ 0 h 521703"/>
                      <a:gd name="csX14" fmla="*/ 7040880 w 8001000"/>
                      <a:gd name="csY14" fmla="*/ 0 h 521703"/>
                      <a:gd name="csX15" fmla="*/ 8001000 w 8001000"/>
                      <a:gd name="csY15" fmla="*/ 0 h 521703"/>
                      <a:gd name="csX16" fmla="*/ 8001000 w 8001000"/>
                      <a:gd name="csY16" fmla="*/ 521703 h 521703"/>
                      <a:gd name="csX17" fmla="*/ 7269480 w 8001000"/>
                      <a:gd name="csY17" fmla="*/ 521703 h 521703"/>
                      <a:gd name="csX18" fmla="*/ 6858000 w 8001000"/>
                      <a:gd name="csY18" fmla="*/ 521703 h 521703"/>
                      <a:gd name="csX19" fmla="*/ 6526530 w 8001000"/>
                      <a:gd name="csY19" fmla="*/ 521703 h 521703"/>
                      <a:gd name="csX20" fmla="*/ 5795010 w 8001000"/>
                      <a:gd name="csY20" fmla="*/ 521703 h 521703"/>
                      <a:gd name="csX21" fmla="*/ 5063490 w 8001000"/>
                      <a:gd name="csY21" fmla="*/ 521703 h 521703"/>
                      <a:gd name="csX22" fmla="*/ 4652010 w 8001000"/>
                      <a:gd name="csY22" fmla="*/ 521703 h 521703"/>
                      <a:gd name="csX23" fmla="*/ 3920490 w 8001000"/>
                      <a:gd name="csY23" fmla="*/ 521703 h 521703"/>
                      <a:gd name="csX24" fmla="*/ 3348990 w 8001000"/>
                      <a:gd name="csY24" fmla="*/ 521703 h 521703"/>
                      <a:gd name="csX25" fmla="*/ 2617470 w 8001000"/>
                      <a:gd name="csY25" fmla="*/ 521703 h 521703"/>
                      <a:gd name="csX26" fmla="*/ 2125980 w 8001000"/>
                      <a:gd name="csY26" fmla="*/ 521703 h 521703"/>
                      <a:gd name="csX27" fmla="*/ 1554480 w 8001000"/>
                      <a:gd name="csY27" fmla="*/ 521703 h 521703"/>
                      <a:gd name="csX28" fmla="*/ 902970 w 8001000"/>
                      <a:gd name="csY28" fmla="*/ 521703 h 521703"/>
                      <a:gd name="csX29" fmla="*/ 0 w 8001000"/>
                      <a:gd name="csY29" fmla="*/ 521703 h 521703"/>
                      <a:gd name="csX30" fmla="*/ 0 w 8001000"/>
                      <a:gd name="csY30" fmla="*/ 0 h 52170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</a:cxnLst>
                    <a:rect l="l" t="t" r="r" b="b"/>
                    <a:pathLst>
                      <a:path w="8001000" h="521703" fill="none" extrusionOk="0">
                        <a:moveTo>
                          <a:pt x="0" y="0"/>
                        </a:moveTo>
                        <a:cubicBezTo>
                          <a:pt x="132437" y="-2139"/>
                          <a:pt x="171216" y="29551"/>
                          <a:pt x="331470" y="0"/>
                        </a:cubicBezTo>
                        <a:cubicBezTo>
                          <a:pt x="491724" y="-29551"/>
                          <a:pt x="673949" y="20851"/>
                          <a:pt x="902970" y="0"/>
                        </a:cubicBezTo>
                        <a:cubicBezTo>
                          <a:pt x="1131991" y="-20851"/>
                          <a:pt x="1429895" y="55918"/>
                          <a:pt x="1634490" y="0"/>
                        </a:cubicBezTo>
                        <a:cubicBezTo>
                          <a:pt x="1839085" y="-55918"/>
                          <a:pt x="1886535" y="12731"/>
                          <a:pt x="2045970" y="0"/>
                        </a:cubicBezTo>
                        <a:cubicBezTo>
                          <a:pt x="2205405" y="-12731"/>
                          <a:pt x="2346673" y="9738"/>
                          <a:pt x="2457450" y="0"/>
                        </a:cubicBezTo>
                        <a:cubicBezTo>
                          <a:pt x="2568227" y="-9738"/>
                          <a:pt x="2778212" y="311"/>
                          <a:pt x="3028950" y="0"/>
                        </a:cubicBezTo>
                        <a:cubicBezTo>
                          <a:pt x="3279688" y="-311"/>
                          <a:pt x="3279478" y="38917"/>
                          <a:pt x="3440430" y="0"/>
                        </a:cubicBezTo>
                        <a:cubicBezTo>
                          <a:pt x="3601382" y="-38917"/>
                          <a:pt x="3897298" y="77293"/>
                          <a:pt x="4171950" y="0"/>
                        </a:cubicBezTo>
                        <a:cubicBezTo>
                          <a:pt x="4446602" y="-77293"/>
                          <a:pt x="4477673" y="34054"/>
                          <a:pt x="4743450" y="0"/>
                        </a:cubicBezTo>
                        <a:cubicBezTo>
                          <a:pt x="5009227" y="-34054"/>
                          <a:pt x="4998150" y="37431"/>
                          <a:pt x="5074920" y="0"/>
                        </a:cubicBezTo>
                        <a:cubicBezTo>
                          <a:pt x="5151690" y="-37431"/>
                          <a:pt x="5449139" y="54998"/>
                          <a:pt x="5566410" y="0"/>
                        </a:cubicBezTo>
                        <a:cubicBezTo>
                          <a:pt x="5683681" y="-54998"/>
                          <a:pt x="5871960" y="54828"/>
                          <a:pt x="6137910" y="0"/>
                        </a:cubicBezTo>
                        <a:cubicBezTo>
                          <a:pt x="6403860" y="-54828"/>
                          <a:pt x="6343028" y="26442"/>
                          <a:pt x="6469380" y="0"/>
                        </a:cubicBezTo>
                        <a:cubicBezTo>
                          <a:pt x="6595732" y="-26442"/>
                          <a:pt x="6913326" y="9002"/>
                          <a:pt x="7040880" y="0"/>
                        </a:cubicBezTo>
                        <a:cubicBezTo>
                          <a:pt x="7168434" y="-9002"/>
                          <a:pt x="7773383" y="82630"/>
                          <a:pt x="8001000" y="0"/>
                        </a:cubicBezTo>
                        <a:cubicBezTo>
                          <a:pt x="8025482" y="217695"/>
                          <a:pt x="7995710" y="319222"/>
                          <a:pt x="8001000" y="521703"/>
                        </a:cubicBezTo>
                        <a:cubicBezTo>
                          <a:pt x="7762971" y="566073"/>
                          <a:pt x="7521547" y="515006"/>
                          <a:pt x="7269480" y="521703"/>
                        </a:cubicBezTo>
                        <a:cubicBezTo>
                          <a:pt x="7017413" y="528400"/>
                          <a:pt x="7050561" y="498517"/>
                          <a:pt x="6858000" y="521703"/>
                        </a:cubicBezTo>
                        <a:cubicBezTo>
                          <a:pt x="6665439" y="544889"/>
                          <a:pt x="6630174" y="504958"/>
                          <a:pt x="6526530" y="521703"/>
                        </a:cubicBezTo>
                        <a:cubicBezTo>
                          <a:pt x="6422886" y="538448"/>
                          <a:pt x="6075865" y="497987"/>
                          <a:pt x="5795010" y="521703"/>
                        </a:cubicBezTo>
                        <a:cubicBezTo>
                          <a:pt x="5514155" y="545419"/>
                          <a:pt x="5295042" y="511871"/>
                          <a:pt x="5063490" y="521703"/>
                        </a:cubicBezTo>
                        <a:cubicBezTo>
                          <a:pt x="4831938" y="531535"/>
                          <a:pt x="4778751" y="475543"/>
                          <a:pt x="4652010" y="521703"/>
                        </a:cubicBezTo>
                        <a:cubicBezTo>
                          <a:pt x="4525269" y="567863"/>
                          <a:pt x="4135733" y="473122"/>
                          <a:pt x="3920490" y="521703"/>
                        </a:cubicBezTo>
                        <a:cubicBezTo>
                          <a:pt x="3705247" y="570284"/>
                          <a:pt x="3499039" y="455236"/>
                          <a:pt x="3348990" y="521703"/>
                        </a:cubicBezTo>
                        <a:cubicBezTo>
                          <a:pt x="3198941" y="588170"/>
                          <a:pt x="2824848" y="482542"/>
                          <a:pt x="2617470" y="521703"/>
                        </a:cubicBezTo>
                        <a:cubicBezTo>
                          <a:pt x="2410092" y="560864"/>
                          <a:pt x="2368803" y="492426"/>
                          <a:pt x="2125980" y="521703"/>
                        </a:cubicBezTo>
                        <a:cubicBezTo>
                          <a:pt x="1883157" y="550980"/>
                          <a:pt x="1831678" y="497959"/>
                          <a:pt x="1554480" y="521703"/>
                        </a:cubicBezTo>
                        <a:cubicBezTo>
                          <a:pt x="1277282" y="545447"/>
                          <a:pt x="1099916" y="520404"/>
                          <a:pt x="902970" y="521703"/>
                        </a:cubicBezTo>
                        <a:cubicBezTo>
                          <a:pt x="706024" y="523002"/>
                          <a:pt x="361964" y="454909"/>
                          <a:pt x="0" y="521703"/>
                        </a:cubicBezTo>
                        <a:cubicBezTo>
                          <a:pt x="-10120" y="349607"/>
                          <a:pt x="9884" y="134447"/>
                          <a:pt x="0" y="0"/>
                        </a:cubicBezTo>
                        <a:close/>
                      </a:path>
                      <a:path w="8001000" h="521703" stroke="0" extrusionOk="0">
                        <a:moveTo>
                          <a:pt x="0" y="0"/>
                        </a:moveTo>
                        <a:cubicBezTo>
                          <a:pt x="156606" y="-784"/>
                          <a:pt x="336397" y="19746"/>
                          <a:pt x="491490" y="0"/>
                        </a:cubicBezTo>
                        <a:cubicBezTo>
                          <a:pt x="646583" y="-19746"/>
                          <a:pt x="899368" y="6363"/>
                          <a:pt x="1062990" y="0"/>
                        </a:cubicBezTo>
                        <a:cubicBezTo>
                          <a:pt x="1226612" y="-6363"/>
                          <a:pt x="1454417" y="42177"/>
                          <a:pt x="1554480" y="0"/>
                        </a:cubicBezTo>
                        <a:cubicBezTo>
                          <a:pt x="1654543" y="-42177"/>
                          <a:pt x="1940421" y="32117"/>
                          <a:pt x="2205990" y="0"/>
                        </a:cubicBezTo>
                        <a:cubicBezTo>
                          <a:pt x="2471559" y="-32117"/>
                          <a:pt x="2459457" y="4459"/>
                          <a:pt x="2537460" y="0"/>
                        </a:cubicBezTo>
                        <a:cubicBezTo>
                          <a:pt x="2615463" y="-4459"/>
                          <a:pt x="3099128" y="53174"/>
                          <a:pt x="3268980" y="0"/>
                        </a:cubicBezTo>
                        <a:cubicBezTo>
                          <a:pt x="3438832" y="-53174"/>
                          <a:pt x="3593221" y="28110"/>
                          <a:pt x="3680460" y="0"/>
                        </a:cubicBezTo>
                        <a:cubicBezTo>
                          <a:pt x="3767699" y="-28110"/>
                          <a:pt x="3904690" y="33612"/>
                          <a:pt x="4011930" y="0"/>
                        </a:cubicBezTo>
                        <a:cubicBezTo>
                          <a:pt x="4119170" y="-33612"/>
                          <a:pt x="4240550" y="18696"/>
                          <a:pt x="4343400" y="0"/>
                        </a:cubicBezTo>
                        <a:cubicBezTo>
                          <a:pt x="4446250" y="-18696"/>
                          <a:pt x="4806867" y="71579"/>
                          <a:pt x="4994910" y="0"/>
                        </a:cubicBezTo>
                        <a:cubicBezTo>
                          <a:pt x="5182953" y="-71579"/>
                          <a:pt x="5446075" y="31296"/>
                          <a:pt x="5646420" y="0"/>
                        </a:cubicBezTo>
                        <a:cubicBezTo>
                          <a:pt x="5846765" y="-31296"/>
                          <a:pt x="6057968" y="18815"/>
                          <a:pt x="6217920" y="0"/>
                        </a:cubicBezTo>
                        <a:cubicBezTo>
                          <a:pt x="6377872" y="-18815"/>
                          <a:pt x="6511429" y="47483"/>
                          <a:pt x="6629400" y="0"/>
                        </a:cubicBezTo>
                        <a:cubicBezTo>
                          <a:pt x="6747371" y="-47483"/>
                          <a:pt x="6902424" y="29002"/>
                          <a:pt x="7040880" y="0"/>
                        </a:cubicBezTo>
                        <a:cubicBezTo>
                          <a:pt x="7179336" y="-29002"/>
                          <a:pt x="7716386" y="84752"/>
                          <a:pt x="8001000" y="0"/>
                        </a:cubicBezTo>
                        <a:cubicBezTo>
                          <a:pt x="8048772" y="243265"/>
                          <a:pt x="7991996" y="269069"/>
                          <a:pt x="8001000" y="521703"/>
                        </a:cubicBezTo>
                        <a:cubicBezTo>
                          <a:pt x="7720538" y="548509"/>
                          <a:pt x="7666351" y="487341"/>
                          <a:pt x="7429500" y="521703"/>
                        </a:cubicBezTo>
                        <a:cubicBezTo>
                          <a:pt x="7192649" y="556065"/>
                          <a:pt x="7063635" y="463166"/>
                          <a:pt x="6858000" y="521703"/>
                        </a:cubicBezTo>
                        <a:cubicBezTo>
                          <a:pt x="6652365" y="580240"/>
                          <a:pt x="6300347" y="457498"/>
                          <a:pt x="6126480" y="521703"/>
                        </a:cubicBezTo>
                        <a:cubicBezTo>
                          <a:pt x="5952613" y="585908"/>
                          <a:pt x="5656531" y="442779"/>
                          <a:pt x="5394960" y="521703"/>
                        </a:cubicBezTo>
                        <a:cubicBezTo>
                          <a:pt x="5133389" y="600627"/>
                          <a:pt x="5090253" y="501341"/>
                          <a:pt x="4903470" y="521703"/>
                        </a:cubicBezTo>
                        <a:cubicBezTo>
                          <a:pt x="4716687" y="542065"/>
                          <a:pt x="4409618" y="463195"/>
                          <a:pt x="4251960" y="521703"/>
                        </a:cubicBezTo>
                        <a:cubicBezTo>
                          <a:pt x="4094302" y="580211"/>
                          <a:pt x="3861781" y="486918"/>
                          <a:pt x="3600450" y="521703"/>
                        </a:cubicBezTo>
                        <a:cubicBezTo>
                          <a:pt x="3339119" y="556488"/>
                          <a:pt x="3227243" y="463603"/>
                          <a:pt x="3028950" y="521703"/>
                        </a:cubicBezTo>
                        <a:cubicBezTo>
                          <a:pt x="2830657" y="579803"/>
                          <a:pt x="2669043" y="470420"/>
                          <a:pt x="2537460" y="521703"/>
                        </a:cubicBezTo>
                        <a:cubicBezTo>
                          <a:pt x="2405877" y="572986"/>
                          <a:pt x="2260511" y="511241"/>
                          <a:pt x="2125980" y="521703"/>
                        </a:cubicBezTo>
                        <a:cubicBezTo>
                          <a:pt x="1991449" y="532165"/>
                          <a:pt x="1863479" y="482235"/>
                          <a:pt x="1794510" y="521703"/>
                        </a:cubicBezTo>
                        <a:cubicBezTo>
                          <a:pt x="1725541" y="561171"/>
                          <a:pt x="1394385" y="437537"/>
                          <a:pt x="1062990" y="521703"/>
                        </a:cubicBezTo>
                        <a:cubicBezTo>
                          <a:pt x="731595" y="605869"/>
                          <a:pt x="857587" y="519057"/>
                          <a:pt x="731520" y="521703"/>
                        </a:cubicBezTo>
                        <a:cubicBezTo>
                          <a:pt x="605453" y="524349"/>
                          <a:pt x="184428" y="495764"/>
                          <a:pt x="0" y="521703"/>
                        </a:cubicBezTo>
                        <a:cubicBezTo>
                          <a:pt x="-19462" y="353002"/>
                          <a:pt x="48248" y="11826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>
            <a:noAutofit/>
          </a:bodyPr>
          <a:lstStyle/>
          <a:p>
            <a:r>
              <a:rPr lang="en-GB" sz="2000" b="0" i="1" cap="none">
                <a:latin typeface="Cambria"/>
                <a:ea typeface="Cambria"/>
              </a:rPr>
              <a:t>Controlled Patch-based Code Editing</a:t>
            </a:r>
            <a:endParaRPr lang="en-US" i="1" cap="none">
              <a:latin typeface="Cambria"/>
              <a:ea typeface="Cambria"/>
            </a:endParaRPr>
          </a:p>
        </p:txBody>
      </p:sp>
      <p:sp>
        <p:nvSpPr>
          <p:cNvPr id="13" name="Title 4">
            <a:extLst>
              <a:ext uri="{FF2B5EF4-FFF2-40B4-BE49-F238E27FC236}">
                <a16:creationId xmlns:a16="http://schemas.microsoft.com/office/drawing/2014/main" id="{047E4416-A9C6-80C6-DE0A-47D9E4B6A736}"/>
              </a:ext>
            </a:extLst>
          </p:cNvPr>
          <p:cNvSpPr txBox="1">
            <a:spLocks/>
          </p:cNvSpPr>
          <p:nvPr/>
        </p:nvSpPr>
        <p:spPr>
          <a:xfrm>
            <a:off x="408039" y="2467011"/>
            <a:ext cx="9392858" cy="133661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8686800"/>
                      <a:gd name="csY0" fmla="*/ 0 h 1556632"/>
                      <a:gd name="csX1" fmla="*/ 752856 w 8686800"/>
                      <a:gd name="csY1" fmla="*/ 0 h 1556632"/>
                      <a:gd name="csX2" fmla="*/ 1331976 w 8686800"/>
                      <a:gd name="csY2" fmla="*/ 0 h 1556632"/>
                      <a:gd name="csX3" fmla="*/ 1650492 w 8686800"/>
                      <a:gd name="csY3" fmla="*/ 0 h 1556632"/>
                      <a:gd name="csX4" fmla="*/ 2142744 w 8686800"/>
                      <a:gd name="csY4" fmla="*/ 0 h 1556632"/>
                      <a:gd name="csX5" fmla="*/ 2721864 w 8686800"/>
                      <a:gd name="csY5" fmla="*/ 0 h 1556632"/>
                      <a:gd name="csX6" fmla="*/ 3040380 w 8686800"/>
                      <a:gd name="csY6" fmla="*/ 0 h 1556632"/>
                      <a:gd name="csX7" fmla="*/ 3619500 w 8686800"/>
                      <a:gd name="csY7" fmla="*/ 0 h 1556632"/>
                      <a:gd name="csX8" fmla="*/ 4111752 w 8686800"/>
                      <a:gd name="csY8" fmla="*/ 0 h 1556632"/>
                      <a:gd name="csX9" fmla="*/ 4690872 w 8686800"/>
                      <a:gd name="csY9" fmla="*/ 0 h 1556632"/>
                      <a:gd name="csX10" fmla="*/ 5009388 w 8686800"/>
                      <a:gd name="csY10" fmla="*/ 0 h 1556632"/>
                      <a:gd name="csX11" fmla="*/ 5501640 w 8686800"/>
                      <a:gd name="csY11" fmla="*/ 0 h 1556632"/>
                      <a:gd name="csX12" fmla="*/ 5907024 w 8686800"/>
                      <a:gd name="csY12" fmla="*/ 0 h 1556632"/>
                      <a:gd name="csX13" fmla="*/ 6312408 w 8686800"/>
                      <a:gd name="csY13" fmla="*/ 0 h 1556632"/>
                      <a:gd name="csX14" fmla="*/ 6717792 w 8686800"/>
                      <a:gd name="csY14" fmla="*/ 0 h 1556632"/>
                      <a:gd name="csX15" fmla="*/ 7210044 w 8686800"/>
                      <a:gd name="csY15" fmla="*/ 0 h 1556632"/>
                      <a:gd name="csX16" fmla="*/ 7876032 w 8686800"/>
                      <a:gd name="csY16" fmla="*/ 0 h 1556632"/>
                      <a:gd name="csX17" fmla="*/ 8686800 w 8686800"/>
                      <a:gd name="csY17" fmla="*/ 0 h 1556632"/>
                      <a:gd name="csX18" fmla="*/ 8686800 w 8686800"/>
                      <a:gd name="csY18" fmla="*/ 472178 h 1556632"/>
                      <a:gd name="csX19" fmla="*/ 8686800 w 8686800"/>
                      <a:gd name="csY19" fmla="*/ 944357 h 1556632"/>
                      <a:gd name="csX20" fmla="*/ 8686800 w 8686800"/>
                      <a:gd name="csY20" fmla="*/ 1556632 h 1556632"/>
                      <a:gd name="csX21" fmla="*/ 8281416 w 8686800"/>
                      <a:gd name="csY21" fmla="*/ 1556632 h 1556632"/>
                      <a:gd name="csX22" fmla="*/ 7789164 w 8686800"/>
                      <a:gd name="csY22" fmla="*/ 1556632 h 1556632"/>
                      <a:gd name="csX23" fmla="*/ 7036308 w 8686800"/>
                      <a:gd name="csY23" fmla="*/ 1556632 h 1556632"/>
                      <a:gd name="csX24" fmla="*/ 6544056 w 8686800"/>
                      <a:gd name="csY24" fmla="*/ 1556632 h 1556632"/>
                      <a:gd name="csX25" fmla="*/ 6138672 w 8686800"/>
                      <a:gd name="csY25" fmla="*/ 1556632 h 1556632"/>
                      <a:gd name="csX26" fmla="*/ 5646420 w 8686800"/>
                      <a:gd name="csY26" fmla="*/ 1556632 h 1556632"/>
                      <a:gd name="csX27" fmla="*/ 5241036 w 8686800"/>
                      <a:gd name="csY27" fmla="*/ 1556632 h 1556632"/>
                      <a:gd name="csX28" fmla="*/ 4922520 w 8686800"/>
                      <a:gd name="csY28" fmla="*/ 1556632 h 1556632"/>
                      <a:gd name="csX29" fmla="*/ 4517136 w 8686800"/>
                      <a:gd name="csY29" fmla="*/ 1556632 h 1556632"/>
                      <a:gd name="csX30" fmla="*/ 3764280 w 8686800"/>
                      <a:gd name="csY30" fmla="*/ 1556632 h 1556632"/>
                      <a:gd name="csX31" fmla="*/ 3445764 w 8686800"/>
                      <a:gd name="csY31" fmla="*/ 1556632 h 1556632"/>
                      <a:gd name="csX32" fmla="*/ 2692908 w 8686800"/>
                      <a:gd name="csY32" fmla="*/ 1556632 h 1556632"/>
                      <a:gd name="csX33" fmla="*/ 2374392 w 8686800"/>
                      <a:gd name="csY33" fmla="*/ 1556632 h 1556632"/>
                      <a:gd name="csX34" fmla="*/ 1621536 w 8686800"/>
                      <a:gd name="csY34" fmla="*/ 1556632 h 1556632"/>
                      <a:gd name="csX35" fmla="*/ 1303020 w 8686800"/>
                      <a:gd name="csY35" fmla="*/ 1556632 h 1556632"/>
                      <a:gd name="csX36" fmla="*/ 723900 w 8686800"/>
                      <a:gd name="csY36" fmla="*/ 1556632 h 1556632"/>
                      <a:gd name="csX37" fmla="*/ 0 w 8686800"/>
                      <a:gd name="csY37" fmla="*/ 1556632 h 1556632"/>
                      <a:gd name="csX38" fmla="*/ 0 w 8686800"/>
                      <a:gd name="csY38" fmla="*/ 1068887 h 1556632"/>
                      <a:gd name="csX39" fmla="*/ 0 w 8686800"/>
                      <a:gd name="csY39" fmla="*/ 565576 h 1556632"/>
                      <a:gd name="csX40" fmla="*/ 0 w 8686800"/>
                      <a:gd name="csY40" fmla="*/ 0 h 15566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</a:cxnLst>
                    <a:rect l="l" t="t" r="r" b="b"/>
                    <a:pathLst>
                      <a:path w="8686800" h="1556632" fill="none" extrusionOk="0">
                        <a:moveTo>
                          <a:pt x="0" y="0"/>
                        </a:moveTo>
                        <a:cubicBezTo>
                          <a:pt x="202338" y="-47028"/>
                          <a:pt x="410896" y="27184"/>
                          <a:pt x="752856" y="0"/>
                        </a:cubicBezTo>
                        <a:cubicBezTo>
                          <a:pt x="1094816" y="-27184"/>
                          <a:pt x="1142578" y="35883"/>
                          <a:pt x="1331976" y="0"/>
                        </a:cubicBezTo>
                        <a:cubicBezTo>
                          <a:pt x="1521374" y="-35883"/>
                          <a:pt x="1546743" y="22252"/>
                          <a:pt x="1650492" y="0"/>
                        </a:cubicBezTo>
                        <a:cubicBezTo>
                          <a:pt x="1754241" y="-22252"/>
                          <a:pt x="1897555" y="37441"/>
                          <a:pt x="2142744" y="0"/>
                        </a:cubicBezTo>
                        <a:cubicBezTo>
                          <a:pt x="2387933" y="-37441"/>
                          <a:pt x="2481908" y="22824"/>
                          <a:pt x="2721864" y="0"/>
                        </a:cubicBezTo>
                        <a:cubicBezTo>
                          <a:pt x="2961820" y="-22824"/>
                          <a:pt x="2976281" y="12360"/>
                          <a:pt x="3040380" y="0"/>
                        </a:cubicBezTo>
                        <a:cubicBezTo>
                          <a:pt x="3104479" y="-12360"/>
                          <a:pt x="3387754" y="19975"/>
                          <a:pt x="3619500" y="0"/>
                        </a:cubicBezTo>
                        <a:cubicBezTo>
                          <a:pt x="3851246" y="-19975"/>
                          <a:pt x="3923559" y="18805"/>
                          <a:pt x="4111752" y="0"/>
                        </a:cubicBezTo>
                        <a:cubicBezTo>
                          <a:pt x="4299945" y="-18805"/>
                          <a:pt x="4472193" y="49328"/>
                          <a:pt x="4690872" y="0"/>
                        </a:cubicBezTo>
                        <a:cubicBezTo>
                          <a:pt x="4909551" y="-49328"/>
                          <a:pt x="4852626" y="37583"/>
                          <a:pt x="5009388" y="0"/>
                        </a:cubicBezTo>
                        <a:cubicBezTo>
                          <a:pt x="5166150" y="-37583"/>
                          <a:pt x="5342376" y="10958"/>
                          <a:pt x="5501640" y="0"/>
                        </a:cubicBezTo>
                        <a:cubicBezTo>
                          <a:pt x="5660904" y="-10958"/>
                          <a:pt x="5766034" y="6145"/>
                          <a:pt x="5907024" y="0"/>
                        </a:cubicBezTo>
                        <a:cubicBezTo>
                          <a:pt x="6048014" y="-6145"/>
                          <a:pt x="6177611" y="2938"/>
                          <a:pt x="6312408" y="0"/>
                        </a:cubicBezTo>
                        <a:cubicBezTo>
                          <a:pt x="6447205" y="-2938"/>
                          <a:pt x="6583552" y="2291"/>
                          <a:pt x="6717792" y="0"/>
                        </a:cubicBezTo>
                        <a:cubicBezTo>
                          <a:pt x="6852032" y="-2291"/>
                          <a:pt x="7050427" y="31199"/>
                          <a:pt x="7210044" y="0"/>
                        </a:cubicBezTo>
                        <a:cubicBezTo>
                          <a:pt x="7369661" y="-31199"/>
                          <a:pt x="7742715" y="71923"/>
                          <a:pt x="7876032" y="0"/>
                        </a:cubicBezTo>
                        <a:cubicBezTo>
                          <a:pt x="8009349" y="-71923"/>
                          <a:pt x="8411247" y="62715"/>
                          <a:pt x="8686800" y="0"/>
                        </a:cubicBezTo>
                        <a:cubicBezTo>
                          <a:pt x="8688817" y="233399"/>
                          <a:pt x="8668041" y="363873"/>
                          <a:pt x="8686800" y="472178"/>
                        </a:cubicBezTo>
                        <a:cubicBezTo>
                          <a:pt x="8705559" y="580483"/>
                          <a:pt x="8639396" y="831091"/>
                          <a:pt x="8686800" y="944357"/>
                        </a:cubicBezTo>
                        <a:cubicBezTo>
                          <a:pt x="8734204" y="1057623"/>
                          <a:pt x="8660763" y="1304698"/>
                          <a:pt x="8686800" y="1556632"/>
                        </a:cubicBezTo>
                        <a:cubicBezTo>
                          <a:pt x="8541861" y="1560270"/>
                          <a:pt x="8468054" y="1529273"/>
                          <a:pt x="8281416" y="1556632"/>
                        </a:cubicBezTo>
                        <a:cubicBezTo>
                          <a:pt x="8094778" y="1583991"/>
                          <a:pt x="7909343" y="1501633"/>
                          <a:pt x="7789164" y="1556632"/>
                        </a:cubicBezTo>
                        <a:cubicBezTo>
                          <a:pt x="7668985" y="1611631"/>
                          <a:pt x="7269299" y="1486363"/>
                          <a:pt x="7036308" y="1556632"/>
                        </a:cubicBezTo>
                        <a:cubicBezTo>
                          <a:pt x="6803317" y="1626901"/>
                          <a:pt x="6776367" y="1545548"/>
                          <a:pt x="6544056" y="1556632"/>
                        </a:cubicBezTo>
                        <a:cubicBezTo>
                          <a:pt x="6311745" y="1567716"/>
                          <a:pt x="6315763" y="1548094"/>
                          <a:pt x="6138672" y="1556632"/>
                        </a:cubicBezTo>
                        <a:cubicBezTo>
                          <a:pt x="5961581" y="1565170"/>
                          <a:pt x="5785366" y="1531643"/>
                          <a:pt x="5646420" y="1556632"/>
                        </a:cubicBezTo>
                        <a:cubicBezTo>
                          <a:pt x="5507474" y="1581621"/>
                          <a:pt x="5429780" y="1524203"/>
                          <a:pt x="5241036" y="1556632"/>
                        </a:cubicBezTo>
                        <a:cubicBezTo>
                          <a:pt x="5052292" y="1589061"/>
                          <a:pt x="5038589" y="1544836"/>
                          <a:pt x="4922520" y="1556632"/>
                        </a:cubicBezTo>
                        <a:cubicBezTo>
                          <a:pt x="4806451" y="1568428"/>
                          <a:pt x="4623757" y="1532627"/>
                          <a:pt x="4517136" y="1556632"/>
                        </a:cubicBezTo>
                        <a:cubicBezTo>
                          <a:pt x="4410515" y="1580637"/>
                          <a:pt x="4062504" y="1523180"/>
                          <a:pt x="3764280" y="1556632"/>
                        </a:cubicBezTo>
                        <a:cubicBezTo>
                          <a:pt x="3466056" y="1590084"/>
                          <a:pt x="3577551" y="1549125"/>
                          <a:pt x="3445764" y="1556632"/>
                        </a:cubicBezTo>
                        <a:cubicBezTo>
                          <a:pt x="3313977" y="1564139"/>
                          <a:pt x="2932247" y="1552802"/>
                          <a:pt x="2692908" y="1556632"/>
                        </a:cubicBezTo>
                        <a:cubicBezTo>
                          <a:pt x="2453569" y="1560462"/>
                          <a:pt x="2463209" y="1554000"/>
                          <a:pt x="2374392" y="1556632"/>
                        </a:cubicBezTo>
                        <a:cubicBezTo>
                          <a:pt x="2285575" y="1559264"/>
                          <a:pt x="1818460" y="1509681"/>
                          <a:pt x="1621536" y="1556632"/>
                        </a:cubicBezTo>
                        <a:cubicBezTo>
                          <a:pt x="1424612" y="1603583"/>
                          <a:pt x="1435671" y="1535639"/>
                          <a:pt x="1303020" y="1556632"/>
                        </a:cubicBezTo>
                        <a:cubicBezTo>
                          <a:pt x="1170369" y="1577625"/>
                          <a:pt x="999450" y="1538172"/>
                          <a:pt x="723900" y="1556632"/>
                        </a:cubicBezTo>
                        <a:cubicBezTo>
                          <a:pt x="448350" y="1575092"/>
                          <a:pt x="204433" y="1488971"/>
                          <a:pt x="0" y="1556632"/>
                        </a:cubicBezTo>
                        <a:cubicBezTo>
                          <a:pt x="-25787" y="1419631"/>
                          <a:pt x="18973" y="1225059"/>
                          <a:pt x="0" y="1068887"/>
                        </a:cubicBezTo>
                        <a:cubicBezTo>
                          <a:pt x="-18973" y="912715"/>
                          <a:pt x="28798" y="766393"/>
                          <a:pt x="0" y="565576"/>
                        </a:cubicBezTo>
                        <a:cubicBezTo>
                          <a:pt x="-28798" y="364759"/>
                          <a:pt x="29389" y="138948"/>
                          <a:pt x="0" y="0"/>
                        </a:cubicBezTo>
                        <a:close/>
                      </a:path>
                      <a:path w="8686800" h="1556632" stroke="0" extrusionOk="0">
                        <a:moveTo>
                          <a:pt x="0" y="0"/>
                        </a:moveTo>
                        <a:cubicBezTo>
                          <a:pt x="106027" y="-15872"/>
                          <a:pt x="374960" y="37760"/>
                          <a:pt x="492252" y="0"/>
                        </a:cubicBezTo>
                        <a:cubicBezTo>
                          <a:pt x="609544" y="-37760"/>
                          <a:pt x="833212" y="68542"/>
                          <a:pt x="1071372" y="0"/>
                        </a:cubicBezTo>
                        <a:cubicBezTo>
                          <a:pt x="1309532" y="-68542"/>
                          <a:pt x="1412224" y="26358"/>
                          <a:pt x="1563624" y="0"/>
                        </a:cubicBezTo>
                        <a:cubicBezTo>
                          <a:pt x="1715024" y="-26358"/>
                          <a:pt x="2048103" y="46015"/>
                          <a:pt x="2229612" y="0"/>
                        </a:cubicBezTo>
                        <a:cubicBezTo>
                          <a:pt x="2411121" y="-46015"/>
                          <a:pt x="2450952" y="20461"/>
                          <a:pt x="2548128" y="0"/>
                        </a:cubicBezTo>
                        <a:cubicBezTo>
                          <a:pt x="2645304" y="-20461"/>
                          <a:pt x="2929456" y="58294"/>
                          <a:pt x="3300984" y="0"/>
                        </a:cubicBezTo>
                        <a:cubicBezTo>
                          <a:pt x="3672512" y="-58294"/>
                          <a:pt x="3618055" y="3969"/>
                          <a:pt x="3706368" y="0"/>
                        </a:cubicBezTo>
                        <a:cubicBezTo>
                          <a:pt x="3794681" y="-3969"/>
                          <a:pt x="3901760" y="6363"/>
                          <a:pt x="4024884" y="0"/>
                        </a:cubicBezTo>
                        <a:cubicBezTo>
                          <a:pt x="4148008" y="-6363"/>
                          <a:pt x="4223623" y="1505"/>
                          <a:pt x="4343400" y="0"/>
                        </a:cubicBezTo>
                        <a:cubicBezTo>
                          <a:pt x="4463177" y="-1505"/>
                          <a:pt x="4775145" y="62892"/>
                          <a:pt x="5009388" y="0"/>
                        </a:cubicBezTo>
                        <a:cubicBezTo>
                          <a:pt x="5243631" y="-62892"/>
                          <a:pt x="5502876" y="12185"/>
                          <a:pt x="5675376" y="0"/>
                        </a:cubicBezTo>
                        <a:cubicBezTo>
                          <a:pt x="5847876" y="-12185"/>
                          <a:pt x="6033890" y="7842"/>
                          <a:pt x="6254496" y="0"/>
                        </a:cubicBezTo>
                        <a:cubicBezTo>
                          <a:pt x="6475102" y="-7842"/>
                          <a:pt x="6549428" y="36144"/>
                          <a:pt x="6659880" y="0"/>
                        </a:cubicBezTo>
                        <a:cubicBezTo>
                          <a:pt x="6770332" y="-36144"/>
                          <a:pt x="6966194" y="44364"/>
                          <a:pt x="7065264" y="0"/>
                        </a:cubicBezTo>
                        <a:cubicBezTo>
                          <a:pt x="7164334" y="-44364"/>
                          <a:pt x="7508858" y="20927"/>
                          <a:pt x="7731252" y="0"/>
                        </a:cubicBezTo>
                        <a:cubicBezTo>
                          <a:pt x="7953646" y="-20927"/>
                          <a:pt x="8380375" y="65864"/>
                          <a:pt x="8686800" y="0"/>
                        </a:cubicBezTo>
                        <a:cubicBezTo>
                          <a:pt x="8718864" y="214229"/>
                          <a:pt x="8638175" y="361360"/>
                          <a:pt x="8686800" y="487745"/>
                        </a:cubicBezTo>
                        <a:cubicBezTo>
                          <a:pt x="8735425" y="614130"/>
                          <a:pt x="8635670" y="795196"/>
                          <a:pt x="8686800" y="1022188"/>
                        </a:cubicBezTo>
                        <a:cubicBezTo>
                          <a:pt x="8737930" y="1249180"/>
                          <a:pt x="8654412" y="1410343"/>
                          <a:pt x="8686800" y="1556632"/>
                        </a:cubicBezTo>
                        <a:cubicBezTo>
                          <a:pt x="8488088" y="1560467"/>
                          <a:pt x="8439218" y="1513918"/>
                          <a:pt x="8281416" y="1556632"/>
                        </a:cubicBezTo>
                        <a:cubicBezTo>
                          <a:pt x="8123614" y="1599346"/>
                          <a:pt x="8001465" y="1546511"/>
                          <a:pt x="7789164" y="1556632"/>
                        </a:cubicBezTo>
                        <a:cubicBezTo>
                          <a:pt x="7576863" y="1566753"/>
                          <a:pt x="7309573" y="1496386"/>
                          <a:pt x="7123176" y="1556632"/>
                        </a:cubicBezTo>
                        <a:cubicBezTo>
                          <a:pt x="6936779" y="1616878"/>
                          <a:pt x="6608268" y="1506211"/>
                          <a:pt x="6457188" y="1556632"/>
                        </a:cubicBezTo>
                        <a:cubicBezTo>
                          <a:pt x="6306108" y="1607053"/>
                          <a:pt x="6128073" y="1544252"/>
                          <a:pt x="5878068" y="1556632"/>
                        </a:cubicBezTo>
                        <a:cubicBezTo>
                          <a:pt x="5628063" y="1569012"/>
                          <a:pt x="5484826" y="1555092"/>
                          <a:pt x="5385816" y="1556632"/>
                        </a:cubicBezTo>
                        <a:cubicBezTo>
                          <a:pt x="5286806" y="1558172"/>
                          <a:pt x="5128628" y="1523493"/>
                          <a:pt x="4980432" y="1556632"/>
                        </a:cubicBezTo>
                        <a:cubicBezTo>
                          <a:pt x="4832236" y="1589771"/>
                          <a:pt x="4790375" y="1541213"/>
                          <a:pt x="4661916" y="1556632"/>
                        </a:cubicBezTo>
                        <a:cubicBezTo>
                          <a:pt x="4533457" y="1572051"/>
                          <a:pt x="4087044" y="1513066"/>
                          <a:pt x="3909060" y="1556632"/>
                        </a:cubicBezTo>
                        <a:cubicBezTo>
                          <a:pt x="3731076" y="1600198"/>
                          <a:pt x="3734901" y="1526372"/>
                          <a:pt x="3590544" y="1556632"/>
                        </a:cubicBezTo>
                        <a:cubicBezTo>
                          <a:pt x="3446187" y="1586892"/>
                          <a:pt x="3196883" y="1541666"/>
                          <a:pt x="2924556" y="1556632"/>
                        </a:cubicBezTo>
                        <a:cubicBezTo>
                          <a:pt x="2652229" y="1571598"/>
                          <a:pt x="2472755" y="1496960"/>
                          <a:pt x="2345436" y="1556632"/>
                        </a:cubicBezTo>
                        <a:cubicBezTo>
                          <a:pt x="2218117" y="1616304"/>
                          <a:pt x="1839030" y="1470242"/>
                          <a:pt x="1592580" y="1556632"/>
                        </a:cubicBezTo>
                        <a:cubicBezTo>
                          <a:pt x="1346130" y="1643022"/>
                          <a:pt x="1323424" y="1539141"/>
                          <a:pt x="1187196" y="1556632"/>
                        </a:cubicBezTo>
                        <a:cubicBezTo>
                          <a:pt x="1050968" y="1574123"/>
                          <a:pt x="880875" y="1528768"/>
                          <a:pt x="694944" y="1556632"/>
                        </a:cubicBezTo>
                        <a:cubicBezTo>
                          <a:pt x="509013" y="1584496"/>
                          <a:pt x="229216" y="1501861"/>
                          <a:pt x="0" y="1556632"/>
                        </a:cubicBezTo>
                        <a:cubicBezTo>
                          <a:pt x="-27250" y="1432171"/>
                          <a:pt x="48257" y="1229988"/>
                          <a:pt x="0" y="1084454"/>
                        </a:cubicBezTo>
                        <a:cubicBezTo>
                          <a:pt x="-48257" y="938920"/>
                          <a:pt x="17967" y="729522"/>
                          <a:pt x="0" y="550010"/>
                        </a:cubicBezTo>
                        <a:cubicBezTo>
                          <a:pt x="-17967" y="370498"/>
                          <a:pt x="38960" y="13699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GB" sz="2400" b="0" i="1" cap="none">
                <a:latin typeface="Adobe Devanagari"/>
              </a:rPr>
              <a:t>C</a:t>
            </a:r>
            <a:r>
              <a:rPr lang="en-GB" sz="2000" b="0" i="1" cap="none">
                <a:latin typeface="Adobe Devanagari"/>
                <a:ea typeface="Cambria"/>
              </a:rPr>
              <a:t>urrent AI coding tools often </a:t>
            </a:r>
            <a:r>
              <a:rPr lang="en-GB" sz="2000" i="1" cap="none">
                <a:latin typeface="Adobe Devanagari"/>
                <a:ea typeface="Cambria"/>
              </a:rPr>
              <a:t>rewrite entire files</a:t>
            </a:r>
            <a:r>
              <a:rPr lang="en-GB" sz="2000" b="0" i="1" cap="none">
                <a:latin typeface="Adobe Devanagari"/>
                <a:ea typeface="Cambria"/>
              </a:rPr>
              <a:t> instead of making </a:t>
            </a:r>
            <a:r>
              <a:rPr lang="en-GB" sz="2000" i="1" cap="none">
                <a:latin typeface="Adobe Devanagari"/>
                <a:ea typeface="Cambria"/>
              </a:rPr>
              <a:t>small controlled updates</a:t>
            </a:r>
            <a:r>
              <a:rPr lang="en-GB" sz="2000" b="0" i="1" cap="none">
                <a:latin typeface="Adobe Devanagari"/>
                <a:ea typeface="Cambria"/>
              </a:rPr>
              <a:t>. This can </a:t>
            </a:r>
            <a:r>
              <a:rPr lang="en-GB" sz="2000" i="1" cap="none">
                <a:latin typeface="Adobe Devanagari"/>
                <a:ea typeface="Cambria"/>
              </a:rPr>
              <a:t>overwrite correct code, remove developer logic, and make changes difficult to review or roll back</a:t>
            </a:r>
            <a:r>
              <a:rPr lang="en-GB" sz="2000" b="0" i="1" cap="none">
                <a:latin typeface="Adobe Devanagari"/>
                <a:ea typeface="Cambria"/>
              </a:rPr>
              <a:t>.</a:t>
            </a:r>
          </a:p>
          <a:p>
            <a:endParaRPr lang="en-GB" sz="2000" b="0" i="1" cap="none">
              <a:ea typeface="Cambria"/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9E417EA7-36EF-082B-120D-D31A6554A627}"/>
              </a:ext>
            </a:extLst>
          </p:cNvPr>
          <p:cNvSpPr txBox="1">
            <a:spLocks/>
          </p:cNvSpPr>
          <p:nvPr/>
        </p:nvSpPr>
        <p:spPr>
          <a:xfrm>
            <a:off x="2935578" y="4701766"/>
            <a:ext cx="8511783" cy="147668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8104646"/>
                      <a:gd name="csY0" fmla="*/ 0 h 1716009"/>
                      <a:gd name="csX1" fmla="*/ 659950 w 8104646"/>
                      <a:gd name="csY1" fmla="*/ 0 h 1716009"/>
                      <a:gd name="csX2" fmla="*/ 1238853 w 8104646"/>
                      <a:gd name="csY2" fmla="*/ 0 h 1716009"/>
                      <a:gd name="csX3" fmla="*/ 1655663 w 8104646"/>
                      <a:gd name="csY3" fmla="*/ 0 h 1716009"/>
                      <a:gd name="csX4" fmla="*/ 2396660 w 8104646"/>
                      <a:gd name="csY4" fmla="*/ 0 h 1716009"/>
                      <a:gd name="csX5" fmla="*/ 2975563 w 8104646"/>
                      <a:gd name="csY5" fmla="*/ 0 h 1716009"/>
                      <a:gd name="csX6" fmla="*/ 3311327 w 8104646"/>
                      <a:gd name="csY6" fmla="*/ 0 h 1716009"/>
                      <a:gd name="csX7" fmla="*/ 3809184 w 8104646"/>
                      <a:gd name="csY7" fmla="*/ 0 h 1716009"/>
                      <a:gd name="csX8" fmla="*/ 4388087 w 8104646"/>
                      <a:gd name="csY8" fmla="*/ 0 h 1716009"/>
                      <a:gd name="csX9" fmla="*/ 4723851 w 8104646"/>
                      <a:gd name="csY9" fmla="*/ 0 h 1716009"/>
                      <a:gd name="csX10" fmla="*/ 5302754 w 8104646"/>
                      <a:gd name="csY10" fmla="*/ 0 h 1716009"/>
                      <a:gd name="csX11" fmla="*/ 5800611 w 8104646"/>
                      <a:gd name="csY11" fmla="*/ 0 h 1716009"/>
                      <a:gd name="csX12" fmla="*/ 6379514 w 8104646"/>
                      <a:gd name="csY12" fmla="*/ 0 h 1716009"/>
                      <a:gd name="csX13" fmla="*/ 6715278 w 8104646"/>
                      <a:gd name="csY13" fmla="*/ 0 h 1716009"/>
                      <a:gd name="csX14" fmla="*/ 7213135 w 8104646"/>
                      <a:gd name="csY14" fmla="*/ 0 h 1716009"/>
                      <a:gd name="csX15" fmla="*/ 8104646 w 8104646"/>
                      <a:gd name="csY15" fmla="*/ 0 h 1716009"/>
                      <a:gd name="csX16" fmla="*/ 8104646 w 8104646"/>
                      <a:gd name="csY16" fmla="*/ 537683 h 1716009"/>
                      <a:gd name="csX17" fmla="*/ 8104646 w 8104646"/>
                      <a:gd name="csY17" fmla="*/ 1126846 h 1716009"/>
                      <a:gd name="csX18" fmla="*/ 8104646 w 8104646"/>
                      <a:gd name="csY18" fmla="*/ 1716009 h 1716009"/>
                      <a:gd name="csX19" fmla="*/ 7606789 w 8104646"/>
                      <a:gd name="csY19" fmla="*/ 1716009 h 1716009"/>
                      <a:gd name="csX20" fmla="*/ 7027886 w 8104646"/>
                      <a:gd name="csY20" fmla="*/ 1716009 h 1716009"/>
                      <a:gd name="csX21" fmla="*/ 6286890 w 8104646"/>
                      <a:gd name="csY21" fmla="*/ 1716009 h 1716009"/>
                      <a:gd name="csX22" fmla="*/ 5789033 w 8104646"/>
                      <a:gd name="csY22" fmla="*/ 1716009 h 1716009"/>
                      <a:gd name="csX23" fmla="*/ 5210130 w 8104646"/>
                      <a:gd name="csY23" fmla="*/ 1716009 h 1716009"/>
                      <a:gd name="csX24" fmla="*/ 4550180 w 8104646"/>
                      <a:gd name="csY24" fmla="*/ 1716009 h 1716009"/>
                      <a:gd name="csX25" fmla="*/ 4052323 w 8104646"/>
                      <a:gd name="csY25" fmla="*/ 1716009 h 1716009"/>
                      <a:gd name="csX26" fmla="*/ 3311327 w 8104646"/>
                      <a:gd name="csY26" fmla="*/ 1716009 h 1716009"/>
                      <a:gd name="csX27" fmla="*/ 2813470 w 8104646"/>
                      <a:gd name="csY27" fmla="*/ 1716009 h 1716009"/>
                      <a:gd name="csX28" fmla="*/ 2396660 w 8104646"/>
                      <a:gd name="csY28" fmla="*/ 1716009 h 1716009"/>
                      <a:gd name="csX29" fmla="*/ 1898803 w 8104646"/>
                      <a:gd name="csY29" fmla="*/ 1716009 h 1716009"/>
                      <a:gd name="csX30" fmla="*/ 1481992 w 8104646"/>
                      <a:gd name="csY30" fmla="*/ 1716009 h 1716009"/>
                      <a:gd name="csX31" fmla="*/ 1146229 w 8104646"/>
                      <a:gd name="csY31" fmla="*/ 1716009 h 1716009"/>
                      <a:gd name="csX32" fmla="*/ 729418 w 8104646"/>
                      <a:gd name="csY32" fmla="*/ 1716009 h 1716009"/>
                      <a:gd name="csX33" fmla="*/ 0 w 8104646"/>
                      <a:gd name="csY33" fmla="*/ 1716009 h 1716009"/>
                      <a:gd name="csX34" fmla="*/ 0 w 8104646"/>
                      <a:gd name="csY34" fmla="*/ 1195486 h 1716009"/>
                      <a:gd name="csX35" fmla="*/ 0 w 8104646"/>
                      <a:gd name="csY35" fmla="*/ 589163 h 1716009"/>
                      <a:gd name="csX36" fmla="*/ 0 w 8104646"/>
                      <a:gd name="csY36" fmla="*/ 0 h 171600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</a:cxnLst>
                    <a:rect l="l" t="t" r="r" b="b"/>
                    <a:pathLst>
                      <a:path w="8104646" h="1716009" fill="none" extrusionOk="0">
                        <a:moveTo>
                          <a:pt x="0" y="0"/>
                        </a:moveTo>
                        <a:cubicBezTo>
                          <a:pt x="180409" y="-37979"/>
                          <a:pt x="413245" y="76450"/>
                          <a:pt x="659950" y="0"/>
                        </a:cubicBezTo>
                        <a:cubicBezTo>
                          <a:pt x="906655" y="-76450"/>
                          <a:pt x="985553" y="10273"/>
                          <a:pt x="1238853" y="0"/>
                        </a:cubicBezTo>
                        <a:cubicBezTo>
                          <a:pt x="1492153" y="-10273"/>
                          <a:pt x="1557613" y="16454"/>
                          <a:pt x="1655663" y="0"/>
                        </a:cubicBezTo>
                        <a:cubicBezTo>
                          <a:pt x="1753713" y="-16454"/>
                          <a:pt x="2110287" y="35039"/>
                          <a:pt x="2396660" y="0"/>
                        </a:cubicBezTo>
                        <a:cubicBezTo>
                          <a:pt x="2683033" y="-35039"/>
                          <a:pt x="2789603" y="54284"/>
                          <a:pt x="2975563" y="0"/>
                        </a:cubicBezTo>
                        <a:cubicBezTo>
                          <a:pt x="3161523" y="-54284"/>
                          <a:pt x="3225810" y="30177"/>
                          <a:pt x="3311327" y="0"/>
                        </a:cubicBezTo>
                        <a:cubicBezTo>
                          <a:pt x="3396844" y="-30177"/>
                          <a:pt x="3705233" y="44112"/>
                          <a:pt x="3809184" y="0"/>
                        </a:cubicBezTo>
                        <a:cubicBezTo>
                          <a:pt x="3913135" y="-44112"/>
                          <a:pt x="4219944" y="15979"/>
                          <a:pt x="4388087" y="0"/>
                        </a:cubicBezTo>
                        <a:cubicBezTo>
                          <a:pt x="4556230" y="-15979"/>
                          <a:pt x="4642011" y="34156"/>
                          <a:pt x="4723851" y="0"/>
                        </a:cubicBezTo>
                        <a:cubicBezTo>
                          <a:pt x="4805691" y="-34156"/>
                          <a:pt x="5018215" y="22747"/>
                          <a:pt x="5302754" y="0"/>
                        </a:cubicBezTo>
                        <a:cubicBezTo>
                          <a:pt x="5587293" y="-22747"/>
                          <a:pt x="5592255" y="26740"/>
                          <a:pt x="5800611" y="0"/>
                        </a:cubicBezTo>
                        <a:cubicBezTo>
                          <a:pt x="6008967" y="-26740"/>
                          <a:pt x="6105488" y="66"/>
                          <a:pt x="6379514" y="0"/>
                        </a:cubicBezTo>
                        <a:cubicBezTo>
                          <a:pt x="6653540" y="-66"/>
                          <a:pt x="6617007" y="5396"/>
                          <a:pt x="6715278" y="0"/>
                        </a:cubicBezTo>
                        <a:cubicBezTo>
                          <a:pt x="6813549" y="-5396"/>
                          <a:pt x="7068474" y="30831"/>
                          <a:pt x="7213135" y="0"/>
                        </a:cubicBezTo>
                        <a:cubicBezTo>
                          <a:pt x="7357796" y="-30831"/>
                          <a:pt x="7876847" y="18618"/>
                          <a:pt x="8104646" y="0"/>
                        </a:cubicBezTo>
                        <a:cubicBezTo>
                          <a:pt x="8116586" y="169624"/>
                          <a:pt x="8091402" y="401598"/>
                          <a:pt x="8104646" y="537683"/>
                        </a:cubicBezTo>
                        <a:cubicBezTo>
                          <a:pt x="8117890" y="673768"/>
                          <a:pt x="8040841" y="939286"/>
                          <a:pt x="8104646" y="1126846"/>
                        </a:cubicBezTo>
                        <a:cubicBezTo>
                          <a:pt x="8168451" y="1314406"/>
                          <a:pt x="8088632" y="1546443"/>
                          <a:pt x="8104646" y="1716009"/>
                        </a:cubicBezTo>
                        <a:cubicBezTo>
                          <a:pt x="7899682" y="1742852"/>
                          <a:pt x="7802651" y="1664435"/>
                          <a:pt x="7606789" y="1716009"/>
                        </a:cubicBezTo>
                        <a:cubicBezTo>
                          <a:pt x="7410927" y="1767583"/>
                          <a:pt x="7293557" y="1709547"/>
                          <a:pt x="7027886" y="1716009"/>
                        </a:cubicBezTo>
                        <a:cubicBezTo>
                          <a:pt x="6762215" y="1722471"/>
                          <a:pt x="6447308" y="1714534"/>
                          <a:pt x="6286890" y="1716009"/>
                        </a:cubicBezTo>
                        <a:cubicBezTo>
                          <a:pt x="6126472" y="1717484"/>
                          <a:pt x="6035743" y="1690474"/>
                          <a:pt x="5789033" y="1716009"/>
                        </a:cubicBezTo>
                        <a:cubicBezTo>
                          <a:pt x="5542323" y="1741544"/>
                          <a:pt x="5327583" y="1671814"/>
                          <a:pt x="5210130" y="1716009"/>
                        </a:cubicBezTo>
                        <a:cubicBezTo>
                          <a:pt x="5092677" y="1760204"/>
                          <a:pt x="4810492" y="1638036"/>
                          <a:pt x="4550180" y="1716009"/>
                        </a:cubicBezTo>
                        <a:cubicBezTo>
                          <a:pt x="4289868" y="1793982"/>
                          <a:pt x="4260130" y="1694510"/>
                          <a:pt x="4052323" y="1716009"/>
                        </a:cubicBezTo>
                        <a:cubicBezTo>
                          <a:pt x="3844516" y="1737508"/>
                          <a:pt x="3577519" y="1657053"/>
                          <a:pt x="3311327" y="1716009"/>
                        </a:cubicBezTo>
                        <a:cubicBezTo>
                          <a:pt x="3045135" y="1774965"/>
                          <a:pt x="2939059" y="1682378"/>
                          <a:pt x="2813470" y="1716009"/>
                        </a:cubicBezTo>
                        <a:cubicBezTo>
                          <a:pt x="2687881" y="1749640"/>
                          <a:pt x="2558238" y="1700091"/>
                          <a:pt x="2396660" y="1716009"/>
                        </a:cubicBezTo>
                        <a:cubicBezTo>
                          <a:pt x="2235082" y="1731927"/>
                          <a:pt x="2001763" y="1692912"/>
                          <a:pt x="1898803" y="1716009"/>
                        </a:cubicBezTo>
                        <a:cubicBezTo>
                          <a:pt x="1795843" y="1739106"/>
                          <a:pt x="1573598" y="1707917"/>
                          <a:pt x="1481992" y="1716009"/>
                        </a:cubicBezTo>
                        <a:cubicBezTo>
                          <a:pt x="1390386" y="1724101"/>
                          <a:pt x="1261503" y="1699305"/>
                          <a:pt x="1146229" y="1716009"/>
                        </a:cubicBezTo>
                        <a:cubicBezTo>
                          <a:pt x="1030955" y="1732713"/>
                          <a:pt x="888884" y="1668612"/>
                          <a:pt x="729418" y="1716009"/>
                        </a:cubicBezTo>
                        <a:cubicBezTo>
                          <a:pt x="569952" y="1763406"/>
                          <a:pt x="265601" y="1686107"/>
                          <a:pt x="0" y="1716009"/>
                        </a:cubicBezTo>
                        <a:cubicBezTo>
                          <a:pt x="-8374" y="1456188"/>
                          <a:pt x="54606" y="1313056"/>
                          <a:pt x="0" y="1195486"/>
                        </a:cubicBezTo>
                        <a:cubicBezTo>
                          <a:pt x="-54606" y="1077916"/>
                          <a:pt x="991" y="865503"/>
                          <a:pt x="0" y="589163"/>
                        </a:cubicBezTo>
                        <a:cubicBezTo>
                          <a:pt x="-991" y="312823"/>
                          <a:pt x="27888" y="138240"/>
                          <a:pt x="0" y="0"/>
                        </a:cubicBezTo>
                        <a:close/>
                      </a:path>
                      <a:path w="8104646" h="1716009" stroke="0" extrusionOk="0">
                        <a:moveTo>
                          <a:pt x="0" y="0"/>
                        </a:moveTo>
                        <a:cubicBezTo>
                          <a:pt x="225626" y="-8467"/>
                          <a:pt x="274850" y="58939"/>
                          <a:pt x="497857" y="0"/>
                        </a:cubicBezTo>
                        <a:cubicBezTo>
                          <a:pt x="720864" y="-58939"/>
                          <a:pt x="819824" y="36400"/>
                          <a:pt x="1076760" y="0"/>
                        </a:cubicBezTo>
                        <a:cubicBezTo>
                          <a:pt x="1333696" y="-36400"/>
                          <a:pt x="1380967" y="5425"/>
                          <a:pt x="1574617" y="0"/>
                        </a:cubicBezTo>
                        <a:cubicBezTo>
                          <a:pt x="1768267" y="-5425"/>
                          <a:pt x="2063686" y="63871"/>
                          <a:pt x="2234567" y="0"/>
                        </a:cubicBezTo>
                        <a:cubicBezTo>
                          <a:pt x="2405448" y="-63871"/>
                          <a:pt x="2449907" y="39912"/>
                          <a:pt x="2570331" y="0"/>
                        </a:cubicBezTo>
                        <a:cubicBezTo>
                          <a:pt x="2690755" y="-39912"/>
                          <a:pt x="3046007" y="85521"/>
                          <a:pt x="3311327" y="0"/>
                        </a:cubicBezTo>
                        <a:cubicBezTo>
                          <a:pt x="3576647" y="-85521"/>
                          <a:pt x="3570023" y="10962"/>
                          <a:pt x="3728137" y="0"/>
                        </a:cubicBezTo>
                        <a:cubicBezTo>
                          <a:pt x="3886251" y="-10962"/>
                          <a:pt x="3909817" y="12736"/>
                          <a:pt x="4063901" y="0"/>
                        </a:cubicBezTo>
                        <a:cubicBezTo>
                          <a:pt x="4217985" y="-12736"/>
                          <a:pt x="4254859" y="29949"/>
                          <a:pt x="4399665" y="0"/>
                        </a:cubicBezTo>
                        <a:cubicBezTo>
                          <a:pt x="4544471" y="-29949"/>
                          <a:pt x="4750140" y="52462"/>
                          <a:pt x="5059615" y="0"/>
                        </a:cubicBezTo>
                        <a:cubicBezTo>
                          <a:pt x="5369090" y="-52462"/>
                          <a:pt x="5490008" y="72925"/>
                          <a:pt x="5719564" y="0"/>
                        </a:cubicBezTo>
                        <a:cubicBezTo>
                          <a:pt x="5949120" y="-72925"/>
                          <a:pt x="6177372" y="36003"/>
                          <a:pt x="6298468" y="0"/>
                        </a:cubicBezTo>
                        <a:cubicBezTo>
                          <a:pt x="6419564" y="-36003"/>
                          <a:pt x="6604745" y="1629"/>
                          <a:pt x="6715278" y="0"/>
                        </a:cubicBezTo>
                        <a:cubicBezTo>
                          <a:pt x="6825811" y="-1629"/>
                          <a:pt x="7035546" y="33343"/>
                          <a:pt x="7132088" y="0"/>
                        </a:cubicBezTo>
                        <a:cubicBezTo>
                          <a:pt x="7228630" y="-33343"/>
                          <a:pt x="7806290" y="100648"/>
                          <a:pt x="8104646" y="0"/>
                        </a:cubicBezTo>
                        <a:cubicBezTo>
                          <a:pt x="8160394" y="245297"/>
                          <a:pt x="8055838" y="360125"/>
                          <a:pt x="8104646" y="554843"/>
                        </a:cubicBezTo>
                        <a:cubicBezTo>
                          <a:pt x="8153454" y="749561"/>
                          <a:pt x="8060006" y="964481"/>
                          <a:pt x="8104646" y="1126846"/>
                        </a:cubicBezTo>
                        <a:cubicBezTo>
                          <a:pt x="8149286" y="1289211"/>
                          <a:pt x="8061189" y="1486175"/>
                          <a:pt x="8104646" y="1716009"/>
                        </a:cubicBezTo>
                        <a:cubicBezTo>
                          <a:pt x="7840383" y="1745710"/>
                          <a:pt x="7720894" y="1659993"/>
                          <a:pt x="7444696" y="1716009"/>
                        </a:cubicBezTo>
                        <a:cubicBezTo>
                          <a:pt x="7168498" y="1772025"/>
                          <a:pt x="6961313" y="1696257"/>
                          <a:pt x="6703700" y="1716009"/>
                        </a:cubicBezTo>
                        <a:cubicBezTo>
                          <a:pt x="6446087" y="1735761"/>
                          <a:pt x="6360026" y="1713314"/>
                          <a:pt x="6205843" y="1716009"/>
                        </a:cubicBezTo>
                        <a:cubicBezTo>
                          <a:pt x="6051660" y="1718704"/>
                          <a:pt x="5850633" y="1647351"/>
                          <a:pt x="5545893" y="1716009"/>
                        </a:cubicBezTo>
                        <a:cubicBezTo>
                          <a:pt x="5241153" y="1784667"/>
                          <a:pt x="5128857" y="1694054"/>
                          <a:pt x="4885944" y="1716009"/>
                        </a:cubicBezTo>
                        <a:cubicBezTo>
                          <a:pt x="4643031" y="1737964"/>
                          <a:pt x="4571153" y="1658534"/>
                          <a:pt x="4307040" y="1716009"/>
                        </a:cubicBezTo>
                        <a:cubicBezTo>
                          <a:pt x="4042927" y="1773484"/>
                          <a:pt x="4022697" y="1658925"/>
                          <a:pt x="3809184" y="1716009"/>
                        </a:cubicBezTo>
                        <a:cubicBezTo>
                          <a:pt x="3595671" y="1773093"/>
                          <a:pt x="3519383" y="1711470"/>
                          <a:pt x="3392373" y="1716009"/>
                        </a:cubicBezTo>
                        <a:cubicBezTo>
                          <a:pt x="3265363" y="1720548"/>
                          <a:pt x="3166619" y="1695547"/>
                          <a:pt x="3056609" y="1716009"/>
                        </a:cubicBezTo>
                        <a:cubicBezTo>
                          <a:pt x="2946599" y="1736471"/>
                          <a:pt x="2567189" y="1638124"/>
                          <a:pt x="2315613" y="1716009"/>
                        </a:cubicBezTo>
                        <a:cubicBezTo>
                          <a:pt x="2064037" y="1793894"/>
                          <a:pt x="2125203" y="1715940"/>
                          <a:pt x="1979849" y="1716009"/>
                        </a:cubicBezTo>
                        <a:cubicBezTo>
                          <a:pt x="1834495" y="1716078"/>
                          <a:pt x="1645359" y="1693020"/>
                          <a:pt x="1319899" y="1716009"/>
                        </a:cubicBezTo>
                        <a:cubicBezTo>
                          <a:pt x="994439" y="1738998"/>
                          <a:pt x="1000856" y="1665408"/>
                          <a:pt x="740996" y="1716009"/>
                        </a:cubicBezTo>
                        <a:cubicBezTo>
                          <a:pt x="481136" y="1766610"/>
                          <a:pt x="238210" y="1653510"/>
                          <a:pt x="0" y="1716009"/>
                        </a:cubicBezTo>
                        <a:cubicBezTo>
                          <a:pt x="-1266" y="1530780"/>
                          <a:pt x="61554" y="1401697"/>
                          <a:pt x="0" y="1178326"/>
                        </a:cubicBezTo>
                        <a:cubicBezTo>
                          <a:pt x="-61554" y="954955"/>
                          <a:pt x="50556" y="807063"/>
                          <a:pt x="0" y="623483"/>
                        </a:cubicBezTo>
                        <a:cubicBezTo>
                          <a:pt x="-50556" y="439903"/>
                          <a:pt x="56494" y="26220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GB" sz="2000" b="0" i="1" cap="none">
                <a:latin typeface="Cambria"/>
                <a:ea typeface="Cambria"/>
              </a:rPr>
              <a:t>To Design And Implement A Development Agent Component That Automatically Generates Code, Database Schemas, And DevOps Configurations From Approved Design Artifacts While Ensuring Safe And Traceable Code Modifications Through A Patch-based Editing Approach.</a:t>
            </a:r>
            <a:endParaRPr lang="en-US" sz="2000" b="0" i="1" cap="none">
              <a:latin typeface="Cambria"/>
              <a:ea typeface="Cambria"/>
            </a:endParaRPr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02DBEC18-AB4C-2116-132F-27903CB3CF16}"/>
              </a:ext>
            </a:extLst>
          </p:cNvPr>
          <p:cNvSpPr txBox="1">
            <a:spLocks/>
          </p:cNvSpPr>
          <p:nvPr/>
        </p:nvSpPr>
        <p:spPr>
          <a:xfrm>
            <a:off x="534629" y="1269576"/>
            <a:ext cx="1341120" cy="446722"/>
          </a:xfrm>
          <a:custGeom>
            <a:avLst/>
            <a:gdLst>
              <a:gd name="csX0" fmla="*/ 0 w 1341120"/>
              <a:gd name="csY0" fmla="*/ 0 h 446722"/>
              <a:gd name="csX1" fmla="*/ 433629 w 1341120"/>
              <a:gd name="csY1" fmla="*/ 0 h 446722"/>
              <a:gd name="csX2" fmla="*/ 880669 w 1341120"/>
              <a:gd name="csY2" fmla="*/ 0 h 446722"/>
              <a:gd name="csX3" fmla="*/ 1341120 w 1341120"/>
              <a:gd name="csY3" fmla="*/ 0 h 446722"/>
              <a:gd name="csX4" fmla="*/ 1341120 w 1341120"/>
              <a:gd name="csY4" fmla="*/ 446722 h 446722"/>
              <a:gd name="csX5" fmla="*/ 907491 w 1341120"/>
              <a:gd name="csY5" fmla="*/ 446722 h 446722"/>
              <a:gd name="csX6" fmla="*/ 460451 w 1341120"/>
              <a:gd name="csY6" fmla="*/ 446722 h 446722"/>
              <a:gd name="csX7" fmla="*/ 0 w 1341120"/>
              <a:gd name="csY7" fmla="*/ 446722 h 446722"/>
              <a:gd name="csX8" fmla="*/ 0 w 1341120"/>
              <a:gd name="csY8" fmla="*/ 0 h 4467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41120" h="446722" extrusionOk="0">
                <a:moveTo>
                  <a:pt x="0" y="0"/>
                </a:moveTo>
                <a:cubicBezTo>
                  <a:pt x="169073" y="-27213"/>
                  <a:pt x="295000" y="32152"/>
                  <a:pt x="433629" y="0"/>
                </a:cubicBezTo>
                <a:cubicBezTo>
                  <a:pt x="572258" y="-32152"/>
                  <a:pt x="720722" y="31966"/>
                  <a:pt x="880669" y="0"/>
                </a:cubicBezTo>
                <a:cubicBezTo>
                  <a:pt x="1040616" y="-31966"/>
                  <a:pt x="1126210" y="4428"/>
                  <a:pt x="1341120" y="0"/>
                </a:cubicBezTo>
                <a:cubicBezTo>
                  <a:pt x="1351755" y="157424"/>
                  <a:pt x="1338150" y="343044"/>
                  <a:pt x="1341120" y="446722"/>
                </a:cubicBezTo>
                <a:cubicBezTo>
                  <a:pt x="1252644" y="452524"/>
                  <a:pt x="1049813" y="433516"/>
                  <a:pt x="907491" y="446722"/>
                </a:cubicBezTo>
                <a:cubicBezTo>
                  <a:pt x="765169" y="459928"/>
                  <a:pt x="665434" y="418367"/>
                  <a:pt x="460451" y="446722"/>
                </a:cubicBezTo>
                <a:cubicBezTo>
                  <a:pt x="255468" y="475077"/>
                  <a:pt x="148779" y="418363"/>
                  <a:pt x="0" y="446722"/>
                </a:cubicBezTo>
                <a:cubicBezTo>
                  <a:pt x="-16383" y="319723"/>
                  <a:pt x="15535" y="155379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42635973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algn="just"/>
            <a:r>
              <a:rPr lang="en-GB" sz="2000">
                <a:latin typeface="Cambria"/>
                <a:ea typeface="Cambria"/>
              </a:rPr>
              <a:t>Novelty</a:t>
            </a:r>
            <a:endParaRPr lang="en-US" sz="2400">
              <a:latin typeface="Cambria"/>
              <a:ea typeface="Cambria"/>
            </a:endParaRPr>
          </a:p>
        </p:txBody>
      </p:sp>
      <p:pic>
        <p:nvPicPr>
          <p:cNvPr id="21" name="Graphic 20" descr="A phone facing sideways">
            <a:extLst>
              <a:ext uri="{FF2B5EF4-FFF2-40B4-BE49-F238E27FC236}">
                <a16:creationId xmlns:a16="http://schemas.microsoft.com/office/drawing/2014/main" id="{6D6C515D-8532-EF33-53EA-BD069D2592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7375" y="4032454"/>
            <a:ext cx="2075836" cy="2504573"/>
          </a:xfrm>
          <a:prstGeom prst="rect">
            <a:avLst/>
          </a:prstGeom>
        </p:spPr>
      </p:pic>
      <p:sp>
        <p:nvSpPr>
          <p:cNvPr id="23" name="Title 4">
            <a:extLst>
              <a:ext uri="{FF2B5EF4-FFF2-40B4-BE49-F238E27FC236}">
                <a16:creationId xmlns:a16="http://schemas.microsoft.com/office/drawing/2014/main" id="{4ADB7D5E-8A6B-8251-E400-E4108413F62B}"/>
              </a:ext>
            </a:extLst>
          </p:cNvPr>
          <p:cNvSpPr txBox="1">
            <a:spLocks/>
          </p:cNvSpPr>
          <p:nvPr/>
        </p:nvSpPr>
        <p:spPr>
          <a:xfrm>
            <a:off x="1148817" y="4753747"/>
            <a:ext cx="1675578" cy="731520"/>
          </a:xfrm>
          <a:custGeom>
            <a:avLst/>
            <a:gdLst>
              <a:gd name="csX0" fmla="*/ 0 w 1675578"/>
              <a:gd name="csY0" fmla="*/ 0 h 731520"/>
              <a:gd name="csX1" fmla="*/ 541770 w 1675578"/>
              <a:gd name="csY1" fmla="*/ 0 h 731520"/>
              <a:gd name="csX2" fmla="*/ 1100296 w 1675578"/>
              <a:gd name="csY2" fmla="*/ 0 h 731520"/>
              <a:gd name="csX3" fmla="*/ 1675578 w 1675578"/>
              <a:gd name="csY3" fmla="*/ 0 h 731520"/>
              <a:gd name="csX4" fmla="*/ 1675578 w 1675578"/>
              <a:gd name="csY4" fmla="*/ 373075 h 731520"/>
              <a:gd name="csX5" fmla="*/ 1675578 w 1675578"/>
              <a:gd name="csY5" fmla="*/ 731520 h 731520"/>
              <a:gd name="csX6" fmla="*/ 1117052 w 1675578"/>
              <a:gd name="csY6" fmla="*/ 731520 h 731520"/>
              <a:gd name="csX7" fmla="*/ 525014 w 1675578"/>
              <a:gd name="csY7" fmla="*/ 731520 h 731520"/>
              <a:gd name="csX8" fmla="*/ 0 w 1675578"/>
              <a:gd name="csY8" fmla="*/ 731520 h 731520"/>
              <a:gd name="csX9" fmla="*/ 0 w 1675578"/>
              <a:gd name="csY9" fmla="*/ 358445 h 731520"/>
              <a:gd name="csX10" fmla="*/ 0 w 1675578"/>
              <a:gd name="csY10" fmla="*/ 0 h 7315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675578" h="731520" extrusionOk="0">
                <a:moveTo>
                  <a:pt x="0" y="0"/>
                </a:moveTo>
                <a:cubicBezTo>
                  <a:pt x="206462" y="-13813"/>
                  <a:pt x="325989" y="4140"/>
                  <a:pt x="541770" y="0"/>
                </a:cubicBezTo>
                <a:cubicBezTo>
                  <a:pt x="757551" y="-4140"/>
                  <a:pt x="833307" y="66662"/>
                  <a:pt x="1100296" y="0"/>
                </a:cubicBezTo>
                <a:cubicBezTo>
                  <a:pt x="1367285" y="-66662"/>
                  <a:pt x="1447294" y="14498"/>
                  <a:pt x="1675578" y="0"/>
                </a:cubicBezTo>
                <a:cubicBezTo>
                  <a:pt x="1710566" y="182007"/>
                  <a:pt x="1673500" y="275434"/>
                  <a:pt x="1675578" y="373075"/>
                </a:cubicBezTo>
                <a:cubicBezTo>
                  <a:pt x="1677656" y="470717"/>
                  <a:pt x="1635372" y="600110"/>
                  <a:pt x="1675578" y="731520"/>
                </a:cubicBezTo>
                <a:cubicBezTo>
                  <a:pt x="1417900" y="764899"/>
                  <a:pt x="1356450" y="702284"/>
                  <a:pt x="1117052" y="731520"/>
                </a:cubicBezTo>
                <a:cubicBezTo>
                  <a:pt x="877654" y="760756"/>
                  <a:pt x="728155" y="723179"/>
                  <a:pt x="525014" y="731520"/>
                </a:cubicBezTo>
                <a:cubicBezTo>
                  <a:pt x="321873" y="739861"/>
                  <a:pt x="165132" y="723864"/>
                  <a:pt x="0" y="731520"/>
                </a:cubicBezTo>
                <a:cubicBezTo>
                  <a:pt x="-9911" y="585080"/>
                  <a:pt x="23756" y="481360"/>
                  <a:pt x="0" y="358445"/>
                </a:cubicBezTo>
                <a:cubicBezTo>
                  <a:pt x="-23756" y="235531"/>
                  <a:pt x="1575" y="75799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42635973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algn="just"/>
            <a:r>
              <a:rPr lang="en-GB" sz="1800">
                <a:latin typeface="Adobe Devanagari"/>
              </a:rPr>
              <a:t>Research Objective</a:t>
            </a:r>
            <a:endParaRPr lang="en-US" sz="1800">
              <a:latin typeface="Adobe Devanaga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5F54A9-7952-218C-9B60-F21CC6907EBE}"/>
              </a:ext>
            </a:extLst>
          </p:cNvPr>
          <p:cNvSpPr txBox="1"/>
          <p:nvPr/>
        </p:nvSpPr>
        <p:spPr>
          <a:xfrm>
            <a:off x="139708" y="8986"/>
            <a:ext cx="11563137" cy="830997"/>
          </a:xfrm>
          <a:prstGeom prst="rect">
            <a:avLst/>
          </a:prstGeom>
          <a:noFill/>
          <a:ln>
            <a:solidFill>
              <a:srgbClr val="7030A0"/>
            </a:solidFill>
            <a:prstDash val="dash"/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2400" b="1" i="1">
                <a:solidFill>
                  <a:srgbClr val="002060"/>
                </a:solidFill>
              </a:rPr>
              <a:t>Development Agent for Automated Code Generation with Controlled Patch-Based Code Editing</a:t>
            </a:r>
            <a:endParaRPr lang="en-US" sz="2400" i="1">
              <a:solidFill>
                <a:srgbClr val="00206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1B12E0-26DC-AC45-F579-61C6A3D8A160}"/>
              </a:ext>
            </a:extLst>
          </p:cNvPr>
          <p:cNvSpPr txBox="1"/>
          <p:nvPr/>
        </p:nvSpPr>
        <p:spPr>
          <a:xfrm>
            <a:off x="3704897" y="6536121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baseline="0">
                <a:latin typeface="Cambria"/>
              </a:rPr>
              <a:t>IT22157232</a:t>
            </a:r>
            <a:r>
              <a:rPr lang="en-US" sz="1800" baseline="0">
                <a:latin typeface="Cambria"/>
              </a:rPr>
              <a:t> | </a:t>
            </a:r>
            <a:r>
              <a:rPr lang="en-US" sz="1800" b="1" baseline="0">
                <a:latin typeface="Cambria"/>
              </a:rPr>
              <a:t>Dissanayake T.C | R26-SE-033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7" name="Graphic 6" descr="An open laptop">
            <a:extLst>
              <a:ext uri="{FF2B5EF4-FFF2-40B4-BE49-F238E27FC236}">
                <a16:creationId xmlns:a16="http://schemas.microsoft.com/office/drawing/2014/main" id="{F10B1173-D137-ED79-7C17-F33B28FA88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23801" y="2387763"/>
            <a:ext cx="4007730" cy="2085172"/>
          </a:xfrm>
          <a:prstGeom prst="rect">
            <a:avLst/>
          </a:prstGeom>
        </p:spPr>
      </p:pic>
      <p:sp>
        <p:nvSpPr>
          <p:cNvPr id="19" name="Title 4">
            <a:extLst>
              <a:ext uri="{FF2B5EF4-FFF2-40B4-BE49-F238E27FC236}">
                <a16:creationId xmlns:a16="http://schemas.microsoft.com/office/drawing/2014/main" id="{4FEE4E1C-593D-F5C3-A4D2-9B43370F74AB}"/>
              </a:ext>
            </a:extLst>
          </p:cNvPr>
          <p:cNvSpPr txBox="1">
            <a:spLocks/>
          </p:cNvSpPr>
          <p:nvPr/>
        </p:nvSpPr>
        <p:spPr>
          <a:xfrm rot="20725720">
            <a:off x="10389062" y="2865056"/>
            <a:ext cx="1787012" cy="731520"/>
          </a:xfrm>
          <a:custGeom>
            <a:avLst/>
            <a:gdLst>
              <a:gd name="csX0" fmla="*/ 0 w 1787012"/>
              <a:gd name="csY0" fmla="*/ 0 h 731520"/>
              <a:gd name="csX1" fmla="*/ 577801 w 1787012"/>
              <a:gd name="csY1" fmla="*/ 0 h 731520"/>
              <a:gd name="csX2" fmla="*/ 1173471 w 1787012"/>
              <a:gd name="csY2" fmla="*/ 0 h 731520"/>
              <a:gd name="csX3" fmla="*/ 1787012 w 1787012"/>
              <a:gd name="csY3" fmla="*/ 0 h 731520"/>
              <a:gd name="csX4" fmla="*/ 1787012 w 1787012"/>
              <a:gd name="csY4" fmla="*/ 373075 h 731520"/>
              <a:gd name="csX5" fmla="*/ 1787012 w 1787012"/>
              <a:gd name="csY5" fmla="*/ 731520 h 731520"/>
              <a:gd name="csX6" fmla="*/ 1191341 w 1787012"/>
              <a:gd name="csY6" fmla="*/ 731520 h 731520"/>
              <a:gd name="csX7" fmla="*/ 559930 w 1787012"/>
              <a:gd name="csY7" fmla="*/ 731520 h 731520"/>
              <a:gd name="csX8" fmla="*/ 0 w 1787012"/>
              <a:gd name="csY8" fmla="*/ 731520 h 731520"/>
              <a:gd name="csX9" fmla="*/ 0 w 1787012"/>
              <a:gd name="csY9" fmla="*/ 358445 h 731520"/>
              <a:gd name="csX10" fmla="*/ 0 w 1787012"/>
              <a:gd name="csY10" fmla="*/ 0 h 7315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787012" h="731520" extrusionOk="0">
                <a:moveTo>
                  <a:pt x="0" y="0"/>
                </a:moveTo>
                <a:cubicBezTo>
                  <a:pt x="152364" y="-36272"/>
                  <a:pt x="372383" y="20386"/>
                  <a:pt x="577801" y="0"/>
                </a:cubicBezTo>
                <a:cubicBezTo>
                  <a:pt x="783219" y="-20386"/>
                  <a:pt x="1030249" y="31881"/>
                  <a:pt x="1173471" y="0"/>
                </a:cubicBezTo>
                <a:cubicBezTo>
                  <a:pt x="1316693" y="-31881"/>
                  <a:pt x="1529802" y="39149"/>
                  <a:pt x="1787012" y="0"/>
                </a:cubicBezTo>
                <a:cubicBezTo>
                  <a:pt x="1822000" y="182007"/>
                  <a:pt x="1784934" y="275434"/>
                  <a:pt x="1787012" y="373075"/>
                </a:cubicBezTo>
                <a:cubicBezTo>
                  <a:pt x="1789090" y="470717"/>
                  <a:pt x="1746806" y="600110"/>
                  <a:pt x="1787012" y="731520"/>
                </a:cubicBezTo>
                <a:cubicBezTo>
                  <a:pt x="1526056" y="751978"/>
                  <a:pt x="1313750" y="710044"/>
                  <a:pt x="1191341" y="731520"/>
                </a:cubicBezTo>
                <a:cubicBezTo>
                  <a:pt x="1068932" y="752996"/>
                  <a:pt x="823023" y="666850"/>
                  <a:pt x="559930" y="731520"/>
                </a:cubicBezTo>
                <a:cubicBezTo>
                  <a:pt x="296837" y="796190"/>
                  <a:pt x="210333" y="688174"/>
                  <a:pt x="0" y="731520"/>
                </a:cubicBezTo>
                <a:cubicBezTo>
                  <a:pt x="-9911" y="585080"/>
                  <a:pt x="23756" y="481360"/>
                  <a:pt x="0" y="358445"/>
                </a:cubicBezTo>
                <a:cubicBezTo>
                  <a:pt x="-23756" y="235531"/>
                  <a:pt x="1575" y="75799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42635973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algn="just"/>
            <a:r>
              <a:rPr lang="en-GB" sz="1800"/>
              <a:t>Problem Definition</a:t>
            </a:r>
            <a:endParaRPr lang="en-US" sz="20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036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A square made of dots">
            <a:extLst>
              <a:ext uri="{FF2B5EF4-FFF2-40B4-BE49-F238E27FC236}">
                <a16:creationId xmlns:a16="http://schemas.microsoft.com/office/drawing/2014/main" id="{DA0B8FB6-EE79-9977-0621-CFA115B194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0" y="-752103"/>
            <a:ext cx="4572000" cy="4572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40C0C20-A703-6C59-3A0F-2E6766CBDEB8}"/>
              </a:ext>
            </a:extLst>
          </p:cNvPr>
          <p:cNvGrpSpPr/>
          <p:nvPr/>
        </p:nvGrpSpPr>
        <p:grpSpPr>
          <a:xfrm>
            <a:off x="580103" y="1730478"/>
            <a:ext cx="2201820" cy="2761635"/>
            <a:chOff x="228600" y="1752600"/>
            <a:chExt cx="3276600" cy="4399806"/>
          </a:xfrm>
        </p:grpSpPr>
        <p:pic>
          <p:nvPicPr>
            <p:cNvPr id="7" name="Graphic 6" descr="A phone facing sideways">
              <a:extLst>
                <a:ext uri="{FF2B5EF4-FFF2-40B4-BE49-F238E27FC236}">
                  <a16:creationId xmlns:a16="http://schemas.microsoft.com/office/drawing/2014/main" id="{24BA9C17-DA86-8276-2A08-A6F4ABCF00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8600" y="1752600"/>
              <a:ext cx="3276600" cy="4399806"/>
            </a:xfrm>
            <a:prstGeom prst="rect">
              <a:avLst/>
            </a:prstGeom>
          </p:spPr>
        </p:pic>
        <p:sp>
          <p:nvSpPr>
            <p:cNvPr id="8" name="Title 4">
              <a:extLst>
                <a:ext uri="{FF2B5EF4-FFF2-40B4-BE49-F238E27FC236}">
                  <a16:creationId xmlns:a16="http://schemas.microsoft.com/office/drawing/2014/main" id="{34366A4C-1FE2-1A8F-F6DB-37E8216D765A}"/>
                </a:ext>
              </a:extLst>
            </p:cNvPr>
            <p:cNvSpPr txBox="1">
              <a:spLocks/>
            </p:cNvSpPr>
            <p:nvPr/>
          </p:nvSpPr>
          <p:spPr>
            <a:xfrm>
              <a:off x="597739" y="3449110"/>
              <a:ext cx="2896901" cy="1010564"/>
            </a:xfrm>
            <a:custGeom>
              <a:avLst/>
              <a:gdLst>
                <a:gd name="csX0" fmla="*/ 0 w 2896901"/>
                <a:gd name="csY0" fmla="*/ 0 h 1010564"/>
                <a:gd name="csX1" fmla="*/ 550411 w 2896901"/>
                <a:gd name="csY1" fmla="*/ 0 h 1010564"/>
                <a:gd name="csX2" fmla="*/ 1129791 w 2896901"/>
                <a:gd name="csY2" fmla="*/ 0 h 1010564"/>
                <a:gd name="csX3" fmla="*/ 1680203 w 2896901"/>
                <a:gd name="csY3" fmla="*/ 0 h 1010564"/>
                <a:gd name="csX4" fmla="*/ 2288552 w 2896901"/>
                <a:gd name="csY4" fmla="*/ 0 h 1010564"/>
                <a:gd name="csX5" fmla="*/ 2896901 w 2896901"/>
                <a:gd name="csY5" fmla="*/ 0 h 1010564"/>
                <a:gd name="csX6" fmla="*/ 2896901 w 2896901"/>
                <a:gd name="csY6" fmla="*/ 525493 h 1010564"/>
                <a:gd name="csX7" fmla="*/ 2896901 w 2896901"/>
                <a:gd name="csY7" fmla="*/ 1010564 h 1010564"/>
                <a:gd name="csX8" fmla="*/ 2375459 w 2896901"/>
                <a:gd name="csY8" fmla="*/ 1010564 h 1010564"/>
                <a:gd name="csX9" fmla="*/ 1767110 w 2896901"/>
                <a:gd name="csY9" fmla="*/ 1010564 h 1010564"/>
                <a:gd name="csX10" fmla="*/ 1274636 w 2896901"/>
                <a:gd name="csY10" fmla="*/ 1010564 h 1010564"/>
                <a:gd name="csX11" fmla="*/ 695256 w 2896901"/>
                <a:gd name="csY11" fmla="*/ 1010564 h 1010564"/>
                <a:gd name="csX12" fmla="*/ 0 w 2896901"/>
                <a:gd name="csY12" fmla="*/ 1010564 h 1010564"/>
                <a:gd name="csX13" fmla="*/ 0 w 2896901"/>
                <a:gd name="csY13" fmla="*/ 525493 h 1010564"/>
                <a:gd name="csX14" fmla="*/ 0 w 2896901"/>
                <a:gd name="csY14" fmla="*/ 0 h 1010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896901" h="1010564" extrusionOk="0">
                  <a:moveTo>
                    <a:pt x="0" y="0"/>
                  </a:moveTo>
                  <a:cubicBezTo>
                    <a:pt x="246972" y="-13341"/>
                    <a:pt x="358808" y="15897"/>
                    <a:pt x="550411" y="0"/>
                  </a:cubicBezTo>
                  <a:cubicBezTo>
                    <a:pt x="742014" y="-15897"/>
                    <a:pt x="950858" y="40479"/>
                    <a:pt x="1129791" y="0"/>
                  </a:cubicBezTo>
                  <a:cubicBezTo>
                    <a:pt x="1308724" y="-40479"/>
                    <a:pt x="1506465" y="3117"/>
                    <a:pt x="1680203" y="0"/>
                  </a:cubicBezTo>
                  <a:cubicBezTo>
                    <a:pt x="1853941" y="-3117"/>
                    <a:pt x="1990737" y="47397"/>
                    <a:pt x="2288552" y="0"/>
                  </a:cubicBezTo>
                  <a:cubicBezTo>
                    <a:pt x="2586367" y="-47397"/>
                    <a:pt x="2638101" y="15256"/>
                    <a:pt x="2896901" y="0"/>
                  </a:cubicBezTo>
                  <a:cubicBezTo>
                    <a:pt x="2944542" y="110568"/>
                    <a:pt x="2842693" y="305060"/>
                    <a:pt x="2896901" y="525493"/>
                  </a:cubicBezTo>
                  <a:cubicBezTo>
                    <a:pt x="2951109" y="745926"/>
                    <a:pt x="2853846" y="789892"/>
                    <a:pt x="2896901" y="1010564"/>
                  </a:cubicBezTo>
                  <a:cubicBezTo>
                    <a:pt x="2700451" y="1021855"/>
                    <a:pt x="2512098" y="994766"/>
                    <a:pt x="2375459" y="1010564"/>
                  </a:cubicBezTo>
                  <a:cubicBezTo>
                    <a:pt x="2238820" y="1026362"/>
                    <a:pt x="1900574" y="956803"/>
                    <a:pt x="1767110" y="1010564"/>
                  </a:cubicBezTo>
                  <a:cubicBezTo>
                    <a:pt x="1633646" y="1064325"/>
                    <a:pt x="1388234" y="1002811"/>
                    <a:pt x="1274636" y="1010564"/>
                  </a:cubicBezTo>
                  <a:cubicBezTo>
                    <a:pt x="1161038" y="1018317"/>
                    <a:pt x="948211" y="1004594"/>
                    <a:pt x="695256" y="1010564"/>
                  </a:cubicBezTo>
                  <a:cubicBezTo>
                    <a:pt x="442301" y="1016534"/>
                    <a:pt x="332515" y="985350"/>
                    <a:pt x="0" y="1010564"/>
                  </a:cubicBezTo>
                  <a:cubicBezTo>
                    <a:pt x="-25315" y="860849"/>
                    <a:pt x="51085" y="760277"/>
                    <a:pt x="0" y="525493"/>
                  </a:cubicBezTo>
                  <a:cubicBezTo>
                    <a:pt x="-51085" y="290709"/>
                    <a:pt x="20135" y="178221"/>
                    <a:pt x="0" y="0"/>
                  </a:cubicBezTo>
                  <a:close/>
                </a:path>
              </a:pathLst>
            </a:custGeom>
            <a:noFill/>
            <a:ln>
              <a:noFill/>
              <a:extLst>
                <a:ext uri="{C807C97D-BFC1-408E-A445-0C87EB9F89A2}">
                  <ask:lineSketchStyleProps xmlns:ask="http://schemas.microsoft.com/office/drawing/2018/sketchyshapes" sd="426359736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4000" b="1" kern="1200" cap="all">
                  <a:solidFill>
                    <a:schemeClr val="tx1"/>
                  </a:solidFill>
                  <a:latin typeface="Adobe Devanagari" pitchFamily="18" charset="0"/>
                  <a:ea typeface="+mj-ea"/>
                  <a:cs typeface="Adobe Devanagari" pitchFamily="18" charset="0"/>
                </a:defRPr>
              </a:lvl1pPr>
            </a:lstStyle>
            <a:p>
              <a:pPr algn="ctr"/>
              <a:r>
                <a:rPr lang="en-GB" sz="1800"/>
                <a:t>SUB </a:t>
              </a:r>
            </a:p>
            <a:p>
              <a:pPr algn="ctr"/>
              <a:r>
                <a:rPr lang="en-GB" sz="1800"/>
                <a:t>OBJECTIVEs</a:t>
              </a:r>
              <a:endParaRPr lang="en-US" sz="1800">
                <a:latin typeface="Aptos" panose="020B0004020202020204" pitchFamily="34" charset="0"/>
              </a:endParaRPr>
            </a:p>
          </p:txBody>
        </p:sp>
      </p:grpSp>
      <p:sp>
        <p:nvSpPr>
          <p:cNvPr id="11" name="Title 4">
            <a:extLst>
              <a:ext uri="{FF2B5EF4-FFF2-40B4-BE49-F238E27FC236}">
                <a16:creationId xmlns:a16="http://schemas.microsoft.com/office/drawing/2014/main" id="{3EBD7362-CA15-2BD4-2CB7-14BCD098C4BB}"/>
              </a:ext>
            </a:extLst>
          </p:cNvPr>
          <p:cNvSpPr txBox="1">
            <a:spLocks/>
          </p:cNvSpPr>
          <p:nvPr/>
        </p:nvSpPr>
        <p:spPr>
          <a:xfrm>
            <a:off x="3291516" y="2379112"/>
            <a:ext cx="6836331" cy="1996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6650620"/>
                      <a:gd name="csY0" fmla="*/ 0 h 1880420"/>
                      <a:gd name="csX1" fmla="*/ 554218 w 6650620"/>
                      <a:gd name="csY1" fmla="*/ 0 h 1880420"/>
                      <a:gd name="csX2" fmla="*/ 1241449 w 6650620"/>
                      <a:gd name="csY2" fmla="*/ 0 h 1880420"/>
                      <a:gd name="csX3" fmla="*/ 1662655 w 6650620"/>
                      <a:gd name="csY3" fmla="*/ 0 h 1880420"/>
                      <a:gd name="csX4" fmla="*/ 2083861 w 6650620"/>
                      <a:gd name="csY4" fmla="*/ 0 h 1880420"/>
                      <a:gd name="csX5" fmla="*/ 2638079 w 6650620"/>
                      <a:gd name="csY5" fmla="*/ 0 h 1880420"/>
                      <a:gd name="csX6" fmla="*/ 3059285 w 6650620"/>
                      <a:gd name="csY6" fmla="*/ 0 h 1880420"/>
                      <a:gd name="csX7" fmla="*/ 3746516 w 6650620"/>
                      <a:gd name="csY7" fmla="*/ 0 h 1880420"/>
                      <a:gd name="csX8" fmla="*/ 4300734 w 6650620"/>
                      <a:gd name="csY8" fmla="*/ 0 h 1880420"/>
                      <a:gd name="csX9" fmla="*/ 4655434 w 6650620"/>
                      <a:gd name="csY9" fmla="*/ 0 h 1880420"/>
                      <a:gd name="csX10" fmla="*/ 5143146 w 6650620"/>
                      <a:gd name="csY10" fmla="*/ 0 h 1880420"/>
                      <a:gd name="csX11" fmla="*/ 5697364 w 6650620"/>
                      <a:gd name="csY11" fmla="*/ 0 h 1880420"/>
                      <a:gd name="csX12" fmla="*/ 6052064 w 6650620"/>
                      <a:gd name="csY12" fmla="*/ 0 h 1880420"/>
                      <a:gd name="csX13" fmla="*/ 6650620 w 6650620"/>
                      <a:gd name="csY13" fmla="*/ 0 h 1880420"/>
                      <a:gd name="csX14" fmla="*/ 6650620 w 6650620"/>
                      <a:gd name="csY14" fmla="*/ 451301 h 1880420"/>
                      <a:gd name="csX15" fmla="*/ 6650620 w 6650620"/>
                      <a:gd name="csY15" fmla="*/ 883797 h 1880420"/>
                      <a:gd name="csX16" fmla="*/ 6650620 w 6650620"/>
                      <a:gd name="csY16" fmla="*/ 1391511 h 1880420"/>
                      <a:gd name="csX17" fmla="*/ 6650620 w 6650620"/>
                      <a:gd name="csY17" fmla="*/ 1880420 h 1880420"/>
                      <a:gd name="csX18" fmla="*/ 5963389 w 6650620"/>
                      <a:gd name="csY18" fmla="*/ 1880420 h 1880420"/>
                      <a:gd name="csX19" fmla="*/ 5276159 w 6650620"/>
                      <a:gd name="csY19" fmla="*/ 1880420 h 1880420"/>
                      <a:gd name="csX20" fmla="*/ 4588928 w 6650620"/>
                      <a:gd name="csY20" fmla="*/ 1880420 h 1880420"/>
                      <a:gd name="csX21" fmla="*/ 4167722 w 6650620"/>
                      <a:gd name="csY21" fmla="*/ 1880420 h 1880420"/>
                      <a:gd name="csX22" fmla="*/ 3480491 w 6650620"/>
                      <a:gd name="csY22" fmla="*/ 1880420 h 1880420"/>
                      <a:gd name="csX23" fmla="*/ 2926273 w 6650620"/>
                      <a:gd name="csY23" fmla="*/ 1880420 h 1880420"/>
                      <a:gd name="csX24" fmla="*/ 2239042 w 6650620"/>
                      <a:gd name="csY24" fmla="*/ 1880420 h 1880420"/>
                      <a:gd name="csX25" fmla="*/ 1751330 w 6650620"/>
                      <a:gd name="csY25" fmla="*/ 1880420 h 1880420"/>
                      <a:gd name="csX26" fmla="*/ 1197112 w 6650620"/>
                      <a:gd name="csY26" fmla="*/ 1880420 h 1880420"/>
                      <a:gd name="csX27" fmla="*/ 576387 w 6650620"/>
                      <a:gd name="csY27" fmla="*/ 1880420 h 1880420"/>
                      <a:gd name="csX28" fmla="*/ 0 w 6650620"/>
                      <a:gd name="csY28" fmla="*/ 1880420 h 1880420"/>
                      <a:gd name="csX29" fmla="*/ 0 w 6650620"/>
                      <a:gd name="csY29" fmla="*/ 1372707 h 1880420"/>
                      <a:gd name="csX30" fmla="*/ 0 w 6650620"/>
                      <a:gd name="csY30" fmla="*/ 864993 h 1880420"/>
                      <a:gd name="csX31" fmla="*/ 0 w 6650620"/>
                      <a:gd name="csY31" fmla="*/ 413692 h 1880420"/>
                      <a:gd name="csX32" fmla="*/ 0 w 6650620"/>
                      <a:gd name="csY32" fmla="*/ 0 h 188042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</a:cxnLst>
                    <a:rect l="l" t="t" r="r" b="b"/>
                    <a:pathLst>
                      <a:path w="6650620" h="1880420" fill="none" extrusionOk="0">
                        <a:moveTo>
                          <a:pt x="0" y="0"/>
                        </a:moveTo>
                        <a:cubicBezTo>
                          <a:pt x="268255" y="-32715"/>
                          <a:pt x="394491" y="15522"/>
                          <a:pt x="554218" y="0"/>
                        </a:cubicBezTo>
                        <a:cubicBezTo>
                          <a:pt x="713945" y="-15522"/>
                          <a:pt x="1030242" y="2353"/>
                          <a:pt x="1241449" y="0"/>
                        </a:cubicBezTo>
                        <a:cubicBezTo>
                          <a:pt x="1452656" y="-2353"/>
                          <a:pt x="1561226" y="22493"/>
                          <a:pt x="1662655" y="0"/>
                        </a:cubicBezTo>
                        <a:cubicBezTo>
                          <a:pt x="1764084" y="-22493"/>
                          <a:pt x="1891812" y="15851"/>
                          <a:pt x="2083861" y="0"/>
                        </a:cubicBezTo>
                        <a:cubicBezTo>
                          <a:pt x="2275910" y="-15851"/>
                          <a:pt x="2426241" y="41912"/>
                          <a:pt x="2638079" y="0"/>
                        </a:cubicBezTo>
                        <a:cubicBezTo>
                          <a:pt x="2849917" y="-41912"/>
                          <a:pt x="2880125" y="49322"/>
                          <a:pt x="3059285" y="0"/>
                        </a:cubicBezTo>
                        <a:cubicBezTo>
                          <a:pt x="3238445" y="-49322"/>
                          <a:pt x="3513112" y="25495"/>
                          <a:pt x="3746516" y="0"/>
                        </a:cubicBezTo>
                        <a:cubicBezTo>
                          <a:pt x="3979920" y="-25495"/>
                          <a:pt x="4062748" y="19708"/>
                          <a:pt x="4300734" y="0"/>
                        </a:cubicBezTo>
                        <a:cubicBezTo>
                          <a:pt x="4538720" y="-19708"/>
                          <a:pt x="4482384" y="33970"/>
                          <a:pt x="4655434" y="0"/>
                        </a:cubicBezTo>
                        <a:cubicBezTo>
                          <a:pt x="4828484" y="-33970"/>
                          <a:pt x="4941903" y="50788"/>
                          <a:pt x="5143146" y="0"/>
                        </a:cubicBezTo>
                        <a:cubicBezTo>
                          <a:pt x="5344389" y="-50788"/>
                          <a:pt x="5507122" y="49156"/>
                          <a:pt x="5697364" y="0"/>
                        </a:cubicBezTo>
                        <a:cubicBezTo>
                          <a:pt x="5887606" y="-49156"/>
                          <a:pt x="5954977" y="22513"/>
                          <a:pt x="6052064" y="0"/>
                        </a:cubicBezTo>
                        <a:cubicBezTo>
                          <a:pt x="6149151" y="-22513"/>
                          <a:pt x="6522474" y="4677"/>
                          <a:pt x="6650620" y="0"/>
                        </a:cubicBezTo>
                        <a:cubicBezTo>
                          <a:pt x="6677116" y="199362"/>
                          <a:pt x="6619987" y="300884"/>
                          <a:pt x="6650620" y="451301"/>
                        </a:cubicBezTo>
                        <a:cubicBezTo>
                          <a:pt x="6681253" y="601718"/>
                          <a:pt x="6647697" y="792997"/>
                          <a:pt x="6650620" y="883797"/>
                        </a:cubicBezTo>
                        <a:cubicBezTo>
                          <a:pt x="6653543" y="974597"/>
                          <a:pt x="6595416" y="1176289"/>
                          <a:pt x="6650620" y="1391511"/>
                        </a:cubicBezTo>
                        <a:cubicBezTo>
                          <a:pt x="6705824" y="1606733"/>
                          <a:pt x="6602363" y="1651344"/>
                          <a:pt x="6650620" y="1880420"/>
                        </a:cubicBezTo>
                        <a:cubicBezTo>
                          <a:pt x="6343799" y="1898560"/>
                          <a:pt x="6119575" y="1810825"/>
                          <a:pt x="5963389" y="1880420"/>
                        </a:cubicBezTo>
                        <a:cubicBezTo>
                          <a:pt x="5807203" y="1950015"/>
                          <a:pt x="5492796" y="1812852"/>
                          <a:pt x="5276159" y="1880420"/>
                        </a:cubicBezTo>
                        <a:cubicBezTo>
                          <a:pt x="5059522" y="1947988"/>
                          <a:pt x="4896905" y="1833413"/>
                          <a:pt x="4588928" y="1880420"/>
                        </a:cubicBezTo>
                        <a:cubicBezTo>
                          <a:pt x="4280951" y="1927427"/>
                          <a:pt x="4298253" y="1839206"/>
                          <a:pt x="4167722" y="1880420"/>
                        </a:cubicBezTo>
                        <a:cubicBezTo>
                          <a:pt x="4037191" y="1921634"/>
                          <a:pt x="3817464" y="1848682"/>
                          <a:pt x="3480491" y="1880420"/>
                        </a:cubicBezTo>
                        <a:cubicBezTo>
                          <a:pt x="3143518" y="1912158"/>
                          <a:pt x="3091085" y="1827123"/>
                          <a:pt x="2926273" y="1880420"/>
                        </a:cubicBezTo>
                        <a:cubicBezTo>
                          <a:pt x="2761461" y="1933717"/>
                          <a:pt x="2536499" y="1814418"/>
                          <a:pt x="2239042" y="1880420"/>
                        </a:cubicBezTo>
                        <a:cubicBezTo>
                          <a:pt x="1941585" y="1946422"/>
                          <a:pt x="1941677" y="1879006"/>
                          <a:pt x="1751330" y="1880420"/>
                        </a:cubicBezTo>
                        <a:cubicBezTo>
                          <a:pt x="1560983" y="1881834"/>
                          <a:pt x="1402934" y="1836400"/>
                          <a:pt x="1197112" y="1880420"/>
                        </a:cubicBezTo>
                        <a:cubicBezTo>
                          <a:pt x="991290" y="1924440"/>
                          <a:pt x="884307" y="1879172"/>
                          <a:pt x="576387" y="1880420"/>
                        </a:cubicBezTo>
                        <a:cubicBezTo>
                          <a:pt x="268468" y="1881668"/>
                          <a:pt x="118905" y="1840657"/>
                          <a:pt x="0" y="1880420"/>
                        </a:cubicBezTo>
                        <a:cubicBezTo>
                          <a:pt x="-30663" y="1749472"/>
                          <a:pt x="57698" y="1584344"/>
                          <a:pt x="0" y="1372707"/>
                        </a:cubicBezTo>
                        <a:cubicBezTo>
                          <a:pt x="-57698" y="1161070"/>
                          <a:pt x="40429" y="1030363"/>
                          <a:pt x="0" y="864993"/>
                        </a:cubicBezTo>
                        <a:cubicBezTo>
                          <a:pt x="-40429" y="699623"/>
                          <a:pt x="28423" y="624802"/>
                          <a:pt x="0" y="413692"/>
                        </a:cubicBezTo>
                        <a:cubicBezTo>
                          <a:pt x="-28423" y="202582"/>
                          <a:pt x="16979" y="110405"/>
                          <a:pt x="0" y="0"/>
                        </a:cubicBezTo>
                        <a:close/>
                      </a:path>
                      <a:path w="6650620" h="1880420" stroke="0" extrusionOk="0">
                        <a:moveTo>
                          <a:pt x="0" y="0"/>
                        </a:moveTo>
                        <a:cubicBezTo>
                          <a:pt x="125697" y="-21615"/>
                          <a:pt x="295165" y="1858"/>
                          <a:pt x="487712" y="0"/>
                        </a:cubicBezTo>
                        <a:cubicBezTo>
                          <a:pt x="680259" y="-1858"/>
                          <a:pt x="888377" y="38229"/>
                          <a:pt x="1041930" y="0"/>
                        </a:cubicBezTo>
                        <a:cubicBezTo>
                          <a:pt x="1195483" y="-38229"/>
                          <a:pt x="1400498" y="16425"/>
                          <a:pt x="1529643" y="0"/>
                        </a:cubicBezTo>
                        <a:cubicBezTo>
                          <a:pt x="1658788" y="-16425"/>
                          <a:pt x="1849118" y="42140"/>
                          <a:pt x="2150367" y="0"/>
                        </a:cubicBezTo>
                        <a:cubicBezTo>
                          <a:pt x="2451616" y="-42140"/>
                          <a:pt x="2396736" y="11804"/>
                          <a:pt x="2505067" y="0"/>
                        </a:cubicBezTo>
                        <a:cubicBezTo>
                          <a:pt x="2613398" y="-11804"/>
                          <a:pt x="3018175" y="75210"/>
                          <a:pt x="3192298" y="0"/>
                        </a:cubicBezTo>
                        <a:cubicBezTo>
                          <a:pt x="3366421" y="-75210"/>
                          <a:pt x="3465914" y="16104"/>
                          <a:pt x="3613504" y="0"/>
                        </a:cubicBezTo>
                        <a:cubicBezTo>
                          <a:pt x="3761094" y="-16104"/>
                          <a:pt x="3808080" y="32234"/>
                          <a:pt x="3968203" y="0"/>
                        </a:cubicBezTo>
                        <a:cubicBezTo>
                          <a:pt x="4128326" y="-32234"/>
                          <a:pt x="4158219" y="21216"/>
                          <a:pt x="4322903" y="0"/>
                        </a:cubicBezTo>
                        <a:cubicBezTo>
                          <a:pt x="4487587" y="-21216"/>
                          <a:pt x="4775493" y="41353"/>
                          <a:pt x="4943628" y="0"/>
                        </a:cubicBezTo>
                        <a:cubicBezTo>
                          <a:pt x="5111764" y="-41353"/>
                          <a:pt x="5277089" y="66137"/>
                          <a:pt x="5564352" y="0"/>
                        </a:cubicBezTo>
                        <a:cubicBezTo>
                          <a:pt x="5851615" y="-66137"/>
                          <a:pt x="5960525" y="2965"/>
                          <a:pt x="6118570" y="0"/>
                        </a:cubicBezTo>
                        <a:cubicBezTo>
                          <a:pt x="6276615" y="-2965"/>
                          <a:pt x="6534583" y="11173"/>
                          <a:pt x="6650620" y="0"/>
                        </a:cubicBezTo>
                        <a:cubicBezTo>
                          <a:pt x="6651325" y="144441"/>
                          <a:pt x="6627284" y="281669"/>
                          <a:pt x="6650620" y="432497"/>
                        </a:cubicBezTo>
                        <a:cubicBezTo>
                          <a:pt x="6673956" y="583325"/>
                          <a:pt x="6610044" y="737491"/>
                          <a:pt x="6650620" y="864993"/>
                        </a:cubicBezTo>
                        <a:cubicBezTo>
                          <a:pt x="6691196" y="992495"/>
                          <a:pt x="6645138" y="1172303"/>
                          <a:pt x="6650620" y="1278686"/>
                        </a:cubicBezTo>
                        <a:cubicBezTo>
                          <a:pt x="6656102" y="1385069"/>
                          <a:pt x="6590042" y="1692106"/>
                          <a:pt x="6650620" y="1880420"/>
                        </a:cubicBezTo>
                        <a:cubicBezTo>
                          <a:pt x="6364684" y="1932635"/>
                          <a:pt x="6227422" y="1829485"/>
                          <a:pt x="6029895" y="1880420"/>
                        </a:cubicBezTo>
                        <a:cubicBezTo>
                          <a:pt x="5832369" y="1931355"/>
                          <a:pt x="5556437" y="1831212"/>
                          <a:pt x="5342665" y="1880420"/>
                        </a:cubicBezTo>
                        <a:cubicBezTo>
                          <a:pt x="5128893" y="1929628"/>
                          <a:pt x="4892286" y="1854991"/>
                          <a:pt x="4655434" y="1880420"/>
                        </a:cubicBezTo>
                        <a:cubicBezTo>
                          <a:pt x="4418582" y="1905849"/>
                          <a:pt x="4368826" y="1854909"/>
                          <a:pt x="4167722" y="1880420"/>
                        </a:cubicBezTo>
                        <a:cubicBezTo>
                          <a:pt x="3966618" y="1905931"/>
                          <a:pt x="3818700" y="1871732"/>
                          <a:pt x="3546997" y="1880420"/>
                        </a:cubicBezTo>
                        <a:cubicBezTo>
                          <a:pt x="3275294" y="1889108"/>
                          <a:pt x="3169202" y="1875075"/>
                          <a:pt x="2926273" y="1880420"/>
                        </a:cubicBezTo>
                        <a:cubicBezTo>
                          <a:pt x="2683344" y="1885765"/>
                          <a:pt x="2544004" y="1867891"/>
                          <a:pt x="2372054" y="1880420"/>
                        </a:cubicBezTo>
                        <a:cubicBezTo>
                          <a:pt x="2200104" y="1892949"/>
                          <a:pt x="2009209" y="1852747"/>
                          <a:pt x="1884342" y="1880420"/>
                        </a:cubicBezTo>
                        <a:cubicBezTo>
                          <a:pt x="1759475" y="1908093"/>
                          <a:pt x="1579338" y="1879181"/>
                          <a:pt x="1463136" y="1880420"/>
                        </a:cubicBezTo>
                        <a:cubicBezTo>
                          <a:pt x="1346934" y="1881659"/>
                          <a:pt x="1254912" y="1848594"/>
                          <a:pt x="1108437" y="1880420"/>
                        </a:cubicBezTo>
                        <a:cubicBezTo>
                          <a:pt x="961962" y="1912246"/>
                          <a:pt x="440890" y="1831785"/>
                          <a:pt x="0" y="1880420"/>
                        </a:cubicBezTo>
                        <a:cubicBezTo>
                          <a:pt x="-4003" y="1694792"/>
                          <a:pt x="12111" y="1603719"/>
                          <a:pt x="0" y="1466728"/>
                        </a:cubicBezTo>
                        <a:cubicBezTo>
                          <a:pt x="-12111" y="1329737"/>
                          <a:pt x="55104" y="1174574"/>
                          <a:pt x="0" y="996623"/>
                        </a:cubicBezTo>
                        <a:cubicBezTo>
                          <a:pt x="-55104" y="818672"/>
                          <a:pt x="30018" y="687437"/>
                          <a:pt x="0" y="526518"/>
                        </a:cubicBezTo>
                        <a:cubicBezTo>
                          <a:pt x="-30018" y="365600"/>
                          <a:pt x="4369" y="22376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b="0" i="1" cap="none">
                <a:latin typeface="Cambria"/>
                <a:ea typeface="Cambria"/>
              </a:rPr>
              <a:t>Generate Prototype + Working Product Application Code Based On Architecture Artifacts And API Contracts </a:t>
            </a:r>
            <a:endParaRPr lang="en-GB" sz="2000" b="0" i="1">
              <a:latin typeface="Cambria"/>
              <a:ea typeface="Cambria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b="0" i="1" cap="none">
                <a:latin typeface="Cambria"/>
                <a:ea typeface="Cambria"/>
              </a:rPr>
              <a:t>Automatically Generate Database Schemas And Migration Scripts  From The Approved SRS.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b="0" i="1" cap="none">
                <a:latin typeface="Cambria"/>
                <a:ea typeface="Cambria"/>
              </a:rPr>
              <a:t>Produce Containerization And CI/CD Configurations</a:t>
            </a:r>
            <a:endParaRPr lang="en-GB" i="1">
              <a:latin typeface="Cambria"/>
              <a:ea typeface="Cambri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E224CC-F392-55BD-343E-5E813F9FA4F9}"/>
              </a:ext>
            </a:extLst>
          </p:cNvPr>
          <p:cNvSpPr txBox="1"/>
          <p:nvPr/>
        </p:nvSpPr>
        <p:spPr>
          <a:xfrm>
            <a:off x="373224" y="323105"/>
            <a:ext cx="11563137" cy="830997"/>
          </a:xfrm>
          <a:prstGeom prst="rect">
            <a:avLst/>
          </a:prstGeom>
          <a:noFill/>
          <a:ln>
            <a:solidFill>
              <a:srgbClr val="7030A0"/>
            </a:solidFill>
            <a:prstDash val="dash"/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2400" b="1" i="1">
                <a:solidFill>
                  <a:srgbClr val="002060"/>
                </a:solidFill>
              </a:rPr>
              <a:t>Development Agent for Automated Code Generation with Controlled Patch-Based Code Editing</a:t>
            </a:r>
            <a:endParaRPr lang="en-US" sz="2400" i="1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7CF714-7C3F-52DC-264F-EBB2253810E1}"/>
              </a:ext>
            </a:extLst>
          </p:cNvPr>
          <p:cNvSpPr txBox="1"/>
          <p:nvPr/>
        </p:nvSpPr>
        <p:spPr>
          <a:xfrm>
            <a:off x="3534103" y="6536121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baseline="0">
                <a:latin typeface="Cambria"/>
              </a:rPr>
              <a:t>IT22157232</a:t>
            </a:r>
            <a:r>
              <a:rPr lang="en-US" sz="1800" baseline="0">
                <a:latin typeface="Cambria"/>
              </a:rPr>
              <a:t> | </a:t>
            </a:r>
            <a:r>
              <a:rPr lang="en-US" sz="1800" b="1" baseline="0">
                <a:latin typeface="Cambria"/>
              </a:rPr>
              <a:t>Dissanayake T.C | R26-SE-033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670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1427929-EE9D-9332-D91A-660CE418FBA5}"/>
              </a:ext>
            </a:extLst>
          </p:cNvPr>
          <p:cNvSpPr txBox="1"/>
          <p:nvPr/>
        </p:nvSpPr>
        <p:spPr>
          <a:xfrm>
            <a:off x="373224" y="323105"/>
            <a:ext cx="11612298" cy="830997"/>
          </a:xfrm>
          <a:prstGeom prst="rect">
            <a:avLst/>
          </a:prstGeom>
          <a:noFill/>
          <a:ln>
            <a:solidFill>
              <a:srgbClr val="7030A0"/>
            </a:solidFill>
            <a:prstDash val="dash"/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2400" b="1" i="1">
                <a:solidFill>
                  <a:srgbClr val="002060"/>
                </a:solidFill>
              </a:rPr>
              <a:t>Development Agent for Automated Code Generation with Controlled Patch-Based Code Editing</a:t>
            </a:r>
            <a:endParaRPr lang="en-US" sz="2400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B8BC9640-C22A-4CB8-E7FB-A5576259E11D}"/>
              </a:ext>
            </a:extLst>
          </p:cNvPr>
          <p:cNvSpPr txBox="1">
            <a:spLocks/>
          </p:cNvSpPr>
          <p:nvPr/>
        </p:nvSpPr>
        <p:spPr>
          <a:xfrm>
            <a:off x="3906641" y="1301573"/>
            <a:ext cx="7912136" cy="21266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7578087"/>
                      <a:gd name="csY0" fmla="*/ 0 h 2261419"/>
                      <a:gd name="csX1" fmla="*/ 658711 w 7578087"/>
                      <a:gd name="csY1" fmla="*/ 0 h 2261419"/>
                      <a:gd name="csX2" fmla="*/ 1241640 w 7578087"/>
                      <a:gd name="csY2" fmla="*/ 0 h 2261419"/>
                      <a:gd name="csX3" fmla="*/ 1673008 w 7578087"/>
                      <a:gd name="csY3" fmla="*/ 0 h 2261419"/>
                      <a:gd name="csX4" fmla="*/ 2407500 w 7578087"/>
                      <a:gd name="csY4" fmla="*/ 0 h 2261419"/>
                      <a:gd name="csX5" fmla="*/ 2990430 w 7578087"/>
                      <a:gd name="csY5" fmla="*/ 0 h 2261419"/>
                      <a:gd name="csX6" fmla="*/ 3346017 w 7578087"/>
                      <a:gd name="csY6" fmla="*/ 0 h 2261419"/>
                      <a:gd name="csX7" fmla="*/ 3853166 w 7578087"/>
                      <a:gd name="csY7" fmla="*/ 0 h 2261419"/>
                      <a:gd name="csX8" fmla="*/ 4436096 w 7578087"/>
                      <a:gd name="csY8" fmla="*/ 0 h 2261419"/>
                      <a:gd name="csX9" fmla="*/ 4791683 w 7578087"/>
                      <a:gd name="csY9" fmla="*/ 0 h 2261419"/>
                      <a:gd name="csX10" fmla="*/ 5374612 w 7578087"/>
                      <a:gd name="csY10" fmla="*/ 0 h 2261419"/>
                      <a:gd name="csX11" fmla="*/ 5881761 w 7578087"/>
                      <a:gd name="csY11" fmla="*/ 0 h 2261419"/>
                      <a:gd name="csX12" fmla="*/ 6464691 w 7578087"/>
                      <a:gd name="csY12" fmla="*/ 0 h 2261419"/>
                      <a:gd name="csX13" fmla="*/ 6820278 w 7578087"/>
                      <a:gd name="csY13" fmla="*/ 0 h 2261419"/>
                      <a:gd name="csX14" fmla="*/ 7578087 w 7578087"/>
                      <a:gd name="csY14" fmla="*/ 0 h 2261419"/>
                      <a:gd name="csX15" fmla="*/ 7578087 w 7578087"/>
                      <a:gd name="csY15" fmla="*/ 520126 h 2261419"/>
                      <a:gd name="csX16" fmla="*/ 7578087 w 7578087"/>
                      <a:gd name="csY16" fmla="*/ 1040253 h 2261419"/>
                      <a:gd name="csX17" fmla="*/ 7578087 w 7578087"/>
                      <a:gd name="csY17" fmla="*/ 1628222 h 2261419"/>
                      <a:gd name="csX18" fmla="*/ 7578087 w 7578087"/>
                      <a:gd name="csY18" fmla="*/ 2261419 h 2261419"/>
                      <a:gd name="csX19" fmla="*/ 7070938 w 7578087"/>
                      <a:gd name="csY19" fmla="*/ 2261419 h 2261419"/>
                      <a:gd name="csX20" fmla="*/ 6488008 w 7578087"/>
                      <a:gd name="csY20" fmla="*/ 2261419 h 2261419"/>
                      <a:gd name="csX21" fmla="*/ 5753517 w 7578087"/>
                      <a:gd name="csY21" fmla="*/ 2261419 h 2261419"/>
                      <a:gd name="csX22" fmla="*/ 5246368 w 7578087"/>
                      <a:gd name="csY22" fmla="*/ 2261419 h 2261419"/>
                      <a:gd name="csX23" fmla="*/ 4663438 w 7578087"/>
                      <a:gd name="csY23" fmla="*/ 2261419 h 2261419"/>
                      <a:gd name="csX24" fmla="*/ 4004728 w 7578087"/>
                      <a:gd name="csY24" fmla="*/ 2261419 h 2261419"/>
                      <a:gd name="csX25" fmla="*/ 3497579 w 7578087"/>
                      <a:gd name="csY25" fmla="*/ 2261419 h 2261419"/>
                      <a:gd name="csX26" fmla="*/ 2763087 w 7578087"/>
                      <a:gd name="csY26" fmla="*/ 2261419 h 2261419"/>
                      <a:gd name="csX27" fmla="*/ 2255938 w 7578087"/>
                      <a:gd name="csY27" fmla="*/ 2261419 h 2261419"/>
                      <a:gd name="csX28" fmla="*/ 1824570 w 7578087"/>
                      <a:gd name="csY28" fmla="*/ 2261419 h 2261419"/>
                      <a:gd name="csX29" fmla="*/ 1317421 w 7578087"/>
                      <a:gd name="csY29" fmla="*/ 2261419 h 2261419"/>
                      <a:gd name="csX30" fmla="*/ 886053 w 7578087"/>
                      <a:gd name="csY30" fmla="*/ 2261419 h 2261419"/>
                      <a:gd name="csX31" fmla="*/ 530466 w 7578087"/>
                      <a:gd name="csY31" fmla="*/ 2261419 h 2261419"/>
                      <a:gd name="csX32" fmla="*/ 0 w 7578087"/>
                      <a:gd name="csY32" fmla="*/ 2261419 h 2261419"/>
                      <a:gd name="csX33" fmla="*/ 0 w 7578087"/>
                      <a:gd name="csY33" fmla="*/ 1650836 h 2261419"/>
                      <a:gd name="csX34" fmla="*/ 0 w 7578087"/>
                      <a:gd name="csY34" fmla="*/ 1153324 h 2261419"/>
                      <a:gd name="csX35" fmla="*/ 0 w 7578087"/>
                      <a:gd name="csY35" fmla="*/ 542741 h 2261419"/>
                      <a:gd name="csX36" fmla="*/ 0 w 7578087"/>
                      <a:gd name="csY36" fmla="*/ 0 h 226141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</a:cxnLst>
                    <a:rect l="l" t="t" r="r" b="b"/>
                    <a:pathLst>
                      <a:path w="7578087" h="2261419" fill="none" extrusionOk="0">
                        <a:moveTo>
                          <a:pt x="0" y="0"/>
                        </a:moveTo>
                        <a:cubicBezTo>
                          <a:pt x="219357" y="-32672"/>
                          <a:pt x="389041" y="2692"/>
                          <a:pt x="658711" y="0"/>
                        </a:cubicBezTo>
                        <a:cubicBezTo>
                          <a:pt x="928381" y="-2692"/>
                          <a:pt x="1059110" y="57243"/>
                          <a:pt x="1241640" y="0"/>
                        </a:cubicBezTo>
                        <a:cubicBezTo>
                          <a:pt x="1424170" y="-57243"/>
                          <a:pt x="1461341" y="32886"/>
                          <a:pt x="1673008" y="0"/>
                        </a:cubicBezTo>
                        <a:cubicBezTo>
                          <a:pt x="1884675" y="-32886"/>
                          <a:pt x="2218834" y="12924"/>
                          <a:pt x="2407500" y="0"/>
                        </a:cubicBezTo>
                        <a:cubicBezTo>
                          <a:pt x="2596166" y="-12924"/>
                          <a:pt x="2708917" y="24453"/>
                          <a:pt x="2990430" y="0"/>
                        </a:cubicBezTo>
                        <a:cubicBezTo>
                          <a:pt x="3271943" y="-24453"/>
                          <a:pt x="3191848" y="9712"/>
                          <a:pt x="3346017" y="0"/>
                        </a:cubicBezTo>
                        <a:cubicBezTo>
                          <a:pt x="3500186" y="-9712"/>
                          <a:pt x="3721476" y="41038"/>
                          <a:pt x="3853166" y="0"/>
                        </a:cubicBezTo>
                        <a:cubicBezTo>
                          <a:pt x="3984856" y="-41038"/>
                          <a:pt x="4181704" y="61686"/>
                          <a:pt x="4436096" y="0"/>
                        </a:cubicBezTo>
                        <a:cubicBezTo>
                          <a:pt x="4690488" y="-61686"/>
                          <a:pt x="4630909" y="13448"/>
                          <a:pt x="4791683" y="0"/>
                        </a:cubicBezTo>
                        <a:cubicBezTo>
                          <a:pt x="4952457" y="-13448"/>
                          <a:pt x="5091868" y="69902"/>
                          <a:pt x="5374612" y="0"/>
                        </a:cubicBezTo>
                        <a:cubicBezTo>
                          <a:pt x="5657356" y="-69902"/>
                          <a:pt x="5769265" y="31090"/>
                          <a:pt x="5881761" y="0"/>
                        </a:cubicBezTo>
                        <a:cubicBezTo>
                          <a:pt x="5994257" y="-31090"/>
                          <a:pt x="6311626" y="62130"/>
                          <a:pt x="6464691" y="0"/>
                        </a:cubicBezTo>
                        <a:cubicBezTo>
                          <a:pt x="6617756" y="-62130"/>
                          <a:pt x="6656072" y="9225"/>
                          <a:pt x="6820278" y="0"/>
                        </a:cubicBezTo>
                        <a:cubicBezTo>
                          <a:pt x="6984484" y="-9225"/>
                          <a:pt x="7406812" y="79355"/>
                          <a:pt x="7578087" y="0"/>
                        </a:cubicBezTo>
                        <a:cubicBezTo>
                          <a:pt x="7620982" y="257444"/>
                          <a:pt x="7516944" y="280082"/>
                          <a:pt x="7578087" y="520126"/>
                        </a:cubicBezTo>
                        <a:cubicBezTo>
                          <a:pt x="7639230" y="760170"/>
                          <a:pt x="7565745" y="891132"/>
                          <a:pt x="7578087" y="1040253"/>
                        </a:cubicBezTo>
                        <a:cubicBezTo>
                          <a:pt x="7590429" y="1189374"/>
                          <a:pt x="7516801" y="1497652"/>
                          <a:pt x="7578087" y="1628222"/>
                        </a:cubicBezTo>
                        <a:cubicBezTo>
                          <a:pt x="7639373" y="1758792"/>
                          <a:pt x="7562567" y="2083714"/>
                          <a:pt x="7578087" y="2261419"/>
                        </a:cubicBezTo>
                        <a:cubicBezTo>
                          <a:pt x="7359183" y="2281916"/>
                          <a:pt x="7287717" y="2205430"/>
                          <a:pt x="7070938" y="2261419"/>
                        </a:cubicBezTo>
                        <a:cubicBezTo>
                          <a:pt x="6854159" y="2317408"/>
                          <a:pt x="6605785" y="2207296"/>
                          <a:pt x="6488008" y="2261419"/>
                        </a:cubicBezTo>
                        <a:cubicBezTo>
                          <a:pt x="6370231" y="2315542"/>
                          <a:pt x="5985522" y="2221395"/>
                          <a:pt x="5753517" y="2261419"/>
                        </a:cubicBezTo>
                        <a:cubicBezTo>
                          <a:pt x="5521512" y="2301443"/>
                          <a:pt x="5477502" y="2255791"/>
                          <a:pt x="5246368" y="2261419"/>
                        </a:cubicBezTo>
                        <a:cubicBezTo>
                          <a:pt x="5015234" y="2267047"/>
                          <a:pt x="4891206" y="2228074"/>
                          <a:pt x="4663438" y="2261419"/>
                        </a:cubicBezTo>
                        <a:cubicBezTo>
                          <a:pt x="4435670" y="2294764"/>
                          <a:pt x="4253532" y="2208863"/>
                          <a:pt x="4004728" y="2261419"/>
                        </a:cubicBezTo>
                        <a:cubicBezTo>
                          <a:pt x="3755924" y="2313975"/>
                          <a:pt x="3691890" y="2225614"/>
                          <a:pt x="3497579" y="2261419"/>
                        </a:cubicBezTo>
                        <a:cubicBezTo>
                          <a:pt x="3303268" y="2297224"/>
                          <a:pt x="3107147" y="2204406"/>
                          <a:pt x="2763087" y="2261419"/>
                        </a:cubicBezTo>
                        <a:cubicBezTo>
                          <a:pt x="2419027" y="2318432"/>
                          <a:pt x="2417669" y="2241369"/>
                          <a:pt x="2255938" y="2261419"/>
                        </a:cubicBezTo>
                        <a:cubicBezTo>
                          <a:pt x="2094207" y="2281469"/>
                          <a:pt x="2020608" y="2252350"/>
                          <a:pt x="1824570" y="2261419"/>
                        </a:cubicBezTo>
                        <a:cubicBezTo>
                          <a:pt x="1628532" y="2270488"/>
                          <a:pt x="1501080" y="2208319"/>
                          <a:pt x="1317421" y="2261419"/>
                        </a:cubicBezTo>
                        <a:cubicBezTo>
                          <a:pt x="1133762" y="2314519"/>
                          <a:pt x="1063066" y="2252570"/>
                          <a:pt x="886053" y="2261419"/>
                        </a:cubicBezTo>
                        <a:cubicBezTo>
                          <a:pt x="709040" y="2270268"/>
                          <a:pt x="690472" y="2250316"/>
                          <a:pt x="530466" y="2261419"/>
                        </a:cubicBezTo>
                        <a:cubicBezTo>
                          <a:pt x="370460" y="2272522"/>
                          <a:pt x="224863" y="2260533"/>
                          <a:pt x="0" y="2261419"/>
                        </a:cubicBezTo>
                        <a:cubicBezTo>
                          <a:pt x="-67796" y="2088907"/>
                          <a:pt x="49597" y="1845061"/>
                          <a:pt x="0" y="1650836"/>
                        </a:cubicBezTo>
                        <a:cubicBezTo>
                          <a:pt x="-49597" y="1456611"/>
                          <a:pt x="23578" y="1372923"/>
                          <a:pt x="0" y="1153324"/>
                        </a:cubicBezTo>
                        <a:cubicBezTo>
                          <a:pt x="-23578" y="933725"/>
                          <a:pt x="59868" y="844436"/>
                          <a:pt x="0" y="542741"/>
                        </a:cubicBezTo>
                        <a:cubicBezTo>
                          <a:pt x="-59868" y="241046"/>
                          <a:pt x="2517" y="193067"/>
                          <a:pt x="0" y="0"/>
                        </a:cubicBezTo>
                        <a:close/>
                      </a:path>
                      <a:path w="7578087" h="2261419" stroke="0" extrusionOk="0">
                        <a:moveTo>
                          <a:pt x="0" y="0"/>
                        </a:moveTo>
                        <a:cubicBezTo>
                          <a:pt x="177319" y="-22904"/>
                          <a:pt x="265067" y="15616"/>
                          <a:pt x="507149" y="0"/>
                        </a:cubicBezTo>
                        <a:cubicBezTo>
                          <a:pt x="749231" y="-15616"/>
                          <a:pt x="876371" y="35167"/>
                          <a:pt x="1090079" y="0"/>
                        </a:cubicBezTo>
                        <a:cubicBezTo>
                          <a:pt x="1303787" y="-35167"/>
                          <a:pt x="1382872" y="33164"/>
                          <a:pt x="1597228" y="0"/>
                        </a:cubicBezTo>
                        <a:cubicBezTo>
                          <a:pt x="1811584" y="-33164"/>
                          <a:pt x="1983465" y="43694"/>
                          <a:pt x="2255938" y="0"/>
                        </a:cubicBezTo>
                        <a:cubicBezTo>
                          <a:pt x="2528411" y="-43694"/>
                          <a:pt x="2516279" y="25851"/>
                          <a:pt x="2611525" y="0"/>
                        </a:cubicBezTo>
                        <a:cubicBezTo>
                          <a:pt x="2706771" y="-25851"/>
                          <a:pt x="3023943" y="59028"/>
                          <a:pt x="3346017" y="0"/>
                        </a:cubicBezTo>
                        <a:cubicBezTo>
                          <a:pt x="3668091" y="-59028"/>
                          <a:pt x="3615907" y="21764"/>
                          <a:pt x="3777385" y="0"/>
                        </a:cubicBezTo>
                        <a:cubicBezTo>
                          <a:pt x="3938863" y="-21764"/>
                          <a:pt x="3963608" y="4747"/>
                          <a:pt x="4132972" y="0"/>
                        </a:cubicBezTo>
                        <a:cubicBezTo>
                          <a:pt x="4302336" y="-4747"/>
                          <a:pt x="4370756" y="20080"/>
                          <a:pt x="4488559" y="0"/>
                        </a:cubicBezTo>
                        <a:cubicBezTo>
                          <a:pt x="4606362" y="-20080"/>
                          <a:pt x="4862519" y="23426"/>
                          <a:pt x="5147270" y="0"/>
                        </a:cubicBezTo>
                        <a:cubicBezTo>
                          <a:pt x="5432021" y="-23426"/>
                          <a:pt x="5527164" y="3482"/>
                          <a:pt x="5805981" y="0"/>
                        </a:cubicBezTo>
                        <a:cubicBezTo>
                          <a:pt x="6084798" y="-3482"/>
                          <a:pt x="6144822" y="31515"/>
                          <a:pt x="6388910" y="0"/>
                        </a:cubicBezTo>
                        <a:cubicBezTo>
                          <a:pt x="6632998" y="-31515"/>
                          <a:pt x="6721655" y="11535"/>
                          <a:pt x="6820278" y="0"/>
                        </a:cubicBezTo>
                        <a:cubicBezTo>
                          <a:pt x="6918901" y="-11535"/>
                          <a:pt x="7206843" y="37643"/>
                          <a:pt x="7578087" y="0"/>
                        </a:cubicBezTo>
                        <a:cubicBezTo>
                          <a:pt x="7600070" y="146557"/>
                          <a:pt x="7551895" y="401659"/>
                          <a:pt x="7578087" y="587969"/>
                        </a:cubicBezTo>
                        <a:cubicBezTo>
                          <a:pt x="7604279" y="774279"/>
                          <a:pt x="7548088" y="889792"/>
                          <a:pt x="7578087" y="1085481"/>
                        </a:cubicBezTo>
                        <a:cubicBezTo>
                          <a:pt x="7608086" y="1281170"/>
                          <a:pt x="7516332" y="1436527"/>
                          <a:pt x="7578087" y="1650836"/>
                        </a:cubicBezTo>
                        <a:cubicBezTo>
                          <a:pt x="7639842" y="1865145"/>
                          <a:pt x="7534675" y="2029033"/>
                          <a:pt x="7578087" y="2261419"/>
                        </a:cubicBezTo>
                        <a:cubicBezTo>
                          <a:pt x="7264877" y="2328806"/>
                          <a:pt x="7103962" y="2212261"/>
                          <a:pt x="6919376" y="2261419"/>
                        </a:cubicBezTo>
                        <a:cubicBezTo>
                          <a:pt x="6734790" y="2310577"/>
                          <a:pt x="6382001" y="2207963"/>
                          <a:pt x="6184885" y="2261419"/>
                        </a:cubicBezTo>
                        <a:cubicBezTo>
                          <a:pt x="5987769" y="2314875"/>
                          <a:pt x="5858860" y="2217244"/>
                          <a:pt x="5677736" y="2261419"/>
                        </a:cubicBezTo>
                        <a:cubicBezTo>
                          <a:pt x="5496612" y="2305594"/>
                          <a:pt x="5215241" y="2212028"/>
                          <a:pt x="5019025" y="2261419"/>
                        </a:cubicBezTo>
                        <a:cubicBezTo>
                          <a:pt x="4822809" y="2310810"/>
                          <a:pt x="4687480" y="2241538"/>
                          <a:pt x="4360315" y="2261419"/>
                        </a:cubicBezTo>
                        <a:cubicBezTo>
                          <a:pt x="4033150" y="2281300"/>
                          <a:pt x="4049818" y="2207434"/>
                          <a:pt x="3777385" y="2261419"/>
                        </a:cubicBezTo>
                        <a:cubicBezTo>
                          <a:pt x="3504952" y="2315404"/>
                          <a:pt x="3503007" y="2201044"/>
                          <a:pt x="3270236" y="2261419"/>
                        </a:cubicBezTo>
                        <a:cubicBezTo>
                          <a:pt x="3037465" y="2321794"/>
                          <a:pt x="3026039" y="2212757"/>
                          <a:pt x="2838868" y="2261419"/>
                        </a:cubicBezTo>
                        <a:cubicBezTo>
                          <a:pt x="2651697" y="2310081"/>
                          <a:pt x="2622375" y="2251679"/>
                          <a:pt x="2483281" y="2261419"/>
                        </a:cubicBezTo>
                        <a:cubicBezTo>
                          <a:pt x="2344187" y="2271159"/>
                          <a:pt x="2114758" y="2232609"/>
                          <a:pt x="1748789" y="2261419"/>
                        </a:cubicBezTo>
                        <a:cubicBezTo>
                          <a:pt x="1382820" y="2290229"/>
                          <a:pt x="1482841" y="2242038"/>
                          <a:pt x="1393202" y="2261419"/>
                        </a:cubicBezTo>
                        <a:cubicBezTo>
                          <a:pt x="1303563" y="2280800"/>
                          <a:pt x="935072" y="2237370"/>
                          <a:pt x="734492" y="2261419"/>
                        </a:cubicBezTo>
                        <a:cubicBezTo>
                          <a:pt x="533912" y="2285468"/>
                          <a:pt x="192332" y="2222642"/>
                          <a:pt x="0" y="2261419"/>
                        </a:cubicBezTo>
                        <a:cubicBezTo>
                          <a:pt x="-16100" y="2132538"/>
                          <a:pt x="1065" y="1783753"/>
                          <a:pt x="0" y="1650836"/>
                        </a:cubicBezTo>
                        <a:cubicBezTo>
                          <a:pt x="-1065" y="1517919"/>
                          <a:pt x="34002" y="1242545"/>
                          <a:pt x="0" y="1085481"/>
                        </a:cubicBezTo>
                        <a:cubicBezTo>
                          <a:pt x="-34002" y="928418"/>
                          <a:pt x="23658" y="704462"/>
                          <a:pt x="0" y="542741"/>
                        </a:cubicBezTo>
                        <a:cubicBezTo>
                          <a:pt x="-23658" y="381020"/>
                          <a:pt x="59767" y="19200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b="0" i="1" cap="none">
                <a:latin typeface="Cambria"/>
                <a:ea typeface="Cambria"/>
              </a:rPr>
              <a:t>Ai-assisted Software Development Using Large Language Models (LLMs)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b="0" i="1" cap="none">
                <a:latin typeface="Cambria"/>
                <a:ea typeface="Cambria"/>
              </a:rPr>
              <a:t>Prototype-driven Development From Approved Design Artifacts</a:t>
            </a:r>
            <a:endParaRPr lang="en-GB" sz="2000" b="0" i="1">
              <a:latin typeface="Cambria"/>
              <a:ea typeface="Cambria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b="0" i="1" cap="none">
                <a:latin typeface="Cambria"/>
                <a:ea typeface="Cambria"/>
              </a:rPr>
              <a:t>Multi-agent Software Engineering Workflow.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b="0" i="1" cap="none">
                <a:latin typeface="Cambria"/>
                <a:ea typeface="Cambria"/>
              </a:rPr>
              <a:t>Automated Code Generation From Architecture And API Contracts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b="0" i="1" cap="none">
                <a:latin typeface="Cambria"/>
                <a:ea typeface="Cambria"/>
              </a:rPr>
              <a:t>Patch-based Code Modification Instead Of Full File Rewriting</a:t>
            </a:r>
            <a:endParaRPr lang="en-GB" sz="2000" b="0" i="1">
              <a:latin typeface="Cambria"/>
              <a:ea typeface="Cambria"/>
            </a:endParaRPr>
          </a:p>
        </p:txBody>
      </p:sp>
      <p:sp>
        <p:nvSpPr>
          <p:cNvPr id="13" name="Title 4">
            <a:extLst>
              <a:ext uri="{FF2B5EF4-FFF2-40B4-BE49-F238E27FC236}">
                <a16:creationId xmlns:a16="http://schemas.microsoft.com/office/drawing/2014/main" id="{707DBD1F-05F7-AFB3-C6F3-9B51A0DFA01D}"/>
              </a:ext>
            </a:extLst>
          </p:cNvPr>
          <p:cNvSpPr txBox="1">
            <a:spLocks/>
          </p:cNvSpPr>
          <p:nvPr/>
        </p:nvSpPr>
        <p:spPr>
          <a:xfrm>
            <a:off x="609324" y="3692545"/>
            <a:ext cx="7712873" cy="257929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7086925"/>
                      <a:gd name="csY0" fmla="*/ 429891 h 2579294"/>
                      <a:gd name="csX1" fmla="*/ 429891 w 7086925"/>
                      <a:gd name="csY1" fmla="*/ 0 h 2579294"/>
                      <a:gd name="csX2" fmla="*/ 1120538 w 7086925"/>
                      <a:gd name="csY2" fmla="*/ 0 h 2579294"/>
                      <a:gd name="csX3" fmla="*/ 1811185 w 7086925"/>
                      <a:gd name="csY3" fmla="*/ 0 h 2579294"/>
                      <a:gd name="csX4" fmla="*/ 2439560 w 7086925"/>
                      <a:gd name="csY4" fmla="*/ 0 h 2579294"/>
                      <a:gd name="csX5" fmla="*/ 3130207 w 7086925"/>
                      <a:gd name="csY5" fmla="*/ 0 h 2579294"/>
                      <a:gd name="csX6" fmla="*/ 3571768 w 7086925"/>
                      <a:gd name="csY6" fmla="*/ 0 h 2579294"/>
                      <a:gd name="csX7" fmla="*/ 3951057 w 7086925"/>
                      <a:gd name="csY7" fmla="*/ 0 h 2579294"/>
                      <a:gd name="csX8" fmla="*/ 4579433 w 7086925"/>
                      <a:gd name="csY8" fmla="*/ 0 h 2579294"/>
                      <a:gd name="csX9" fmla="*/ 5207808 w 7086925"/>
                      <a:gd name="csY9" fmla="*/ 0 h 2579294"/>
                      <a:gd name="csX10" fmla="*/ 5836183 w 7086925"/>
                      <a:gd name="csY10" fmla="*/ 0 h 2579294"/>
                      <a:gd name="csX11" fmla="*/ 6657034 w 7086925"/>
                      <a:gd name="csY11" fmla="*/ 0 h 2579294"/>
                      <a:gd name="csX12" fmla="*/ 7086925 w 7086925"/>
                      <a:gd name="csY12" fmla="*/ 429891 h 2579294"/>
                      <a:gd name="csX13" fmla="*/ 7086925 w 7086925"/>
                      <a:gd name="csY13" fmla="*/ 985867 h 2579294"/>
                      <a:gd name="csX14" fmla="*/ 7086925 w 7086925"/>
                      <a:gd name="csY14" fmla="*/ 1524647 h 2579294"/>
                      <a:gd name="csX15" fmla="*/ 7086925 w 7086925"/>
                      <a:gd name="csY15" fmla="*/ 2149403 h 2579294"/>
                      <a:gd name="csX16" fmla="*/ 6657034 w 7086925"/>
                      <a:gd name="csY16" fmla="*/ 2579294 h 2579294"/>
                      <a:gd name="csX17" fmla="*/ 6215473 w 7086925"/>
                      <a:gd name="csY17" fmla="*/ 2579294 h 2579294"/>
                      <a:gd name="csX18" fmla="*/ 5587098 w 7086925"/>
                      <a:gd name="csY18" fmla="*/ 2579294 h 2579294"/>
                      <a:gd name="csX19" fmla="*/ 4958722 w 7086925"/>
                      <a:gd name="csY19" fmla="*/ 2579294 h 2579294"/>
                      <a:gd name="csX20" fmla="*/ 4454890 w 7086925"/>
                      <a:gd name="csY20" fmla="*/ 2579294 h 2579294"/>
                      <a:gd name="csX21" fmla="*/ 4075600 w 7086925"/>
                      <a:gd name="csY21" fmla="*/ 2579294 h 2579294"/>
                      <a:gd name="csX22" fmla="*/ 3696311 w 7086925"/>
                      <a:gd name="csY22" fmla="*/ 2579294 h 2579294"/>
                      <a:gd name="csX23" fmla="*/ 3317021 w 7086925"/>
                      <a:gd name="csY23" fmla="*/ 2579294 h 2579294"/>
                      <a:gd name="csX24" fmla="*/ 2937731 w 7086925"/>
                      <a:gd name="csY24" fmla="*/ 2579294 h 2579294"/>
                      <a:gd name="csX25" fmla="*/ 2496170 w 7086925"/>
                      <a:gd name="csY25" fmla="*/ 2579294 h 2579294"/>
                      <a:gd name="csX26" fmla="*/ 1805523 w 7086925"/>
                      <a:gd name="csY26" fmla="*/ 2579294 h 2579294"/>
                      <a:gd name="csX27" fmla="*/ 1363962 w 7086925"/>
                      <a:gd name="csY27" fmla="*/ 2579294 h 2579294"/>
                      <a:gd name="csX28" fmla="*/ 984673 w 7086925"/>
                      <a:gd name="csY28" fmla="*/ 2579294 h 2579294"/>
                      <a:gd name="csX29" fmla="*/ 429891 w 7086925"/>
                      <a:gd name="csY29" fmla="*/ 2579294 h 2579294"/>
                      <a:gd name="csX30" fmla="*/ 0 w 7086925"/>
                      <a:gd name="csY30" fmla="*/ 2149403 h 2579294"/>
                      <a:gd name="csX31" fmla="*/ 0 w 7086925"/>
                      <a:gd name="csY31" fmla="*/ 1559037 h 2579294"/>
                      <a:gd name="csX32" fmla="*/ 0 w 7086925"/>
                      <a:gd name="csY32" fmla="*/ 1003062 h 2579294"/>
                      <a:gd name="csX33" fmla="*/ 0 w 7086925"/>
                      <a:gd name="csY33" fmla="*/ 429891 h 257929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</a:cxnLst>
                    <a:rect l="l" t="t" r="r" b="b"/>
                    <a:pathLst>
                      <a:path w="7086925" h="2579294" fill="none" extrusionOk="0">
                        <a:moveTo>
                          <a:pt x="0" y="429891"/>
                        </a:moveTo>
                        <a:cubicBezTo>
                          <a:pt x="-31335" y="148245"/>
                          <a:pt x="231416" y="2340"/>
                          <a:pt x="429891" y="0"/>
                        </a:cubicBezTo>
                        <a:cubicBezTo>
                          <a:pt x="585730" y="-73250"/>
                          <a:pt x="803016" y="47820"/>
                          <a:pt x="1120538" y="0"/>
                        </a:cubicBezTo>
                        <a:cubicBezTo>
                          <a:pt x="1438060" y="-47820"/>
                          <a:pt x="1543441" y="13208"/>
                          <a:pt x="1811185" y="0"/>
                        </a:cubicBezTo>
                        <a:cubicBezTo>
                          <a:pt x="2078929" y="-13208"/>
                          <a:pt x="2212483" y="73526"/>
                          <a:pt x="2439560" y="0"/>
                        </a:cubicBezTo>
                        <a:cubicBezTo>
                          <a:pt x="2666637" y="-73526"/>
                          <a:pt x="2871894" y="78777"/>
                          <a:pt x="3130207" y="0"/>
                        </a:cubicBezTo>
                        <a:cubicBezTo>
                          <a:pt x="3388520" y="-78777"/>
                          <a:pt x="3440394" y="50499"/>
                          <a:pt x="3571768" y="0"/>
                        </a:cubicBezTo>
                        <a:cubicBezTo>
                          <a:pt x="3703142" y="-50499"/>
                          <a:pt x="3785378" y="1238"/>
                          <a:pt x="3951057" y="0"/>
                        </a:cubicBezTo>
                        <a:cubicBezTo>
                          <a:pt x="4116736" y="-1238"/>
                          <a:pt x="4340212" y="23938"/>
                          <a:pt x="4579433" y="0"/>
                        </a:cubicBezTo>
                        <a:cubicBezTo>
                          <a:pt x="4818654" y="-23938"/>
                          <a:pt x="5041002" y="12819"/>
                          <a:pt x="5207808" y="0"/>
                        </a:cubicBezTo>
                        <a:cubicBezTo>
                          <a:pt x="5374614" y="-12819"/>
                          <a:pt x="5569895" y="63118"/>
                          <a:pt x="5836183" y="0"/>
                        </a:cubicBezTo>
                        <a:cubicBezTo>
                          <a:pt x="6102471" y="-63118"/>
                          <a:pt x="6368692" y="67000"/>
                          <a:pt x="6657034" y="0"/>
                        </a:cubicBezTo>
                        <a:cubicBezTo>
                          <a:pt x="6836505" y="-9151"/>
                          <a:pt x="7101472" y="214099"/>
                          <a:pt x="7086925" y="429891"/>
                        </a:cubicBezTo>
                        <a:cubicBezTo>
                          <a:pt x="7124747" y="633081"/>
                          <a:pt x="7069433" y="847039"/>
                          <a:pt x="7086925" y="985867"/>
                        </a:cubicBezTo>
                        <a:cubicBezTo>
                          <a:pt x="7104417" y="1124695"/>
                          <a:pt x="7040090" y="1375583"/>
                          <a:pt x="7086925" y="1524647"/>
                        </a:cubicBezTo>
                        <a:cubicBezTo>
                          <a:pt x="7133760" y="1673711"/>
                          <a:pt x="7066688" y="1894631"/>
                          <a:pt x="7086925" y="2149403"/>
                        </a:cubicBezTo>
                        <a:cubicBezTo>
                          <a:pt x="7091078" y="2379067"/>
                          <a:pt x="6885818" y="2556781"/>
                          <a:pt x="6657034" y="2579294"/>
                        </a:cubicBezTo>
                        <a:cubicBezTo>
                          <a:pt x="6508165" y="2620863"/>
                          <a:pt x="6311720" y="2567192"/>
                          <a:pt x="6215473" y="2579294"/>
                        </a:cubicBezTo>
                        <a:cubicBezTo>
                          <a:pt x="6119226" y="2591396"/>
                          <a:pt x="5792316" y="2561460"/>
                          <a:pt x="5587098" y="2579294"/>
                        </a:cubicBezTo>
                        <a:cubicBezTo>
                          <a:pt x="5381881" y="2597128"/>
                          <a:pt x="5097061" y="2524567"/>
                          <a:pt x="4958722" y="2579294"/>
                        </a:cubicBezTo>
                        <a:cubicBezTo>
                          <a:pt x="4820383" y="2634021"/>
                          <a:pt x="4692997" y="2547561"/>
                          <a:pt x="4454890" y="2579294"/>
                        </a:cubicBezTo>
                        <a:cubicBezTo>
                          <a:pt x="4216783" y="2611027"/>
                          <a:pt x="4167241" y="2571271"/>
                          <a:pt x="4075600" y="2579294"/>
                        </a:cubicBezTo>
                        <a:cubicBezTo>
                          <a:pt x="3983959" y="2587317"/>
                          <a:pt x="3849846" y="2558780"/>
                          <a:pt x="3696311" y="2579294"/>
                        </a:cubicBezTo>
                        <a:cubicBezTo>
                          <a:pt x="3542776" y="2599808"/>
                          <a:pt x="3419105" y="2576130"/>
                          <a:pt x="3317021" y="2579294"/>
                        </a:cubicBezTo>
                        <a:cubicBezTo>
                          <a:pt x="3214937" y="2582458"/>
                          <a:pt x="3122106" y="2560695"/>
                          <a:pt x="2937731" y="2579294"/>
                        </a:cubicBezTo>
                        <a:cubicBezTo>
                          <a:pt x="2753356" y="2597893"/>
                          <a:pt x="2640223" y="2565913"/>
                          <a:pt x="2496170" y="2579294"/>
                        </a:cubicBezTo>
                        <a:cubicBezTo>
                          <a:pt x="2352117" y="2592675"/>
                          <a:pt x="1966880" y="2564981"/>
                          <a:pt x="1805523" y="2579294"/>
                        </a:cubicBezTo>
                        <a:cubicBezTo>
                          <a:pt x="1644166" y="2593607"/>
                          <a:pt x="1579129" y="2550616"/>
                          <a:pt x="1363962" y="2579294"/>
                        </a:cubicBezTo>
                        <a:cubicBezTo>
                          <a:pt x="1148795" y="2607972"/>
                          <a:pt x="1095083" y="2569065"/>
                          <a:pt x="984673" y="2579294"/>
                        </a:cubicBezTo>
                        <a:cubicBezTo>
                          <a:pt x="874263" y="2589523"/>
                          <a:pt x="648985" y="2537250"/>
                          <a:pt x="429891" y="2579294"/>
                        </a:cubicBezTo>
                        <a:cubicBezTo>
                          <a:pt x="165782" y="2552082"/>
                          <a:pt x="6765" y="2367488"/>
                          <a:pt x="0" y="2149403"/>
                        </a:cubicBezTo>
                        <a:cubicBezTo>
                          <a:pt x="-51373" y="2015580"/>
                          <a:pt x="14880" y="1686674"/>
                          <a:pt x="0" y="1559037"/>
                        </a:cubicBezTo>
                        <a:cubicBezTo>
                          <a:pt x="-14880" y="1431400"/>
                          <a:pt x="24805" y="1244436"/>
                          <a:pt x="0" y="1003062"/>
                        </a:cubicBezTo>
                        <a:cubicBezTo>
                          <a:pt x="-24805" y="761688"/>
                          <a:pt x="30107" y="670322"/>
                          <a:pt x="0" y="429891"/>
                        </a:cubicBezTo>
                        <a:close/>
                      </a:path>
                      <a:path w="7086925" h="2579294" stroke="0" extrusionOk="0">
                        <a:moveTo>
                          <a:pt x="0" y="429891"/>
                        </a:moveTo>
                        <a:cubicBezTo>
                          <a:pt x="4706" y="188437"/>
                          <a:pt x="214810" y="65512"/>
                          <a:pt x="429891" y="0"/>
                        </a:cubicBezTo>
                        <a:cubicBezTo>
                          <a:pt x="716054" y="-50882"/>
                          <a:pt x="781717" y="39113"/>
                          <a:pt x="1120538" y="0"/>
                        </a:cubicBezTo>
                        <a:cubicBezTo>
                          <a:pt x="1459359" y="-39113"/>
                          <a:pt x="1597467" y="1972"/>
                          <a:pt x="1748913" y="0"/>
                        </a:cubicBezTo>
                        <a:cubicBezTo>
                          <a:pt x="1900360" y="-1972"/>
                          <a:pt x="2073350" y="55713"/>
                          <a:pt x="2377288" y="0"/>
                        </a:cubicBezTo>
                        <a:cubicBezTo>
                          <a:pt x="2681227" y="-55713"/>
                          <a:pt x="2690747" y="20427"/>
                          <a:pt x="2881121" y="0"/>
                        </a:cubicBezTo>
                        <a:cubicBezTo>
                          <a:pt x="3071495" y="-20427"/>
                          <a:pt x="3131134" y="46746"/>
                          <a:pt x="3322682" y="0"/>
                        </a:cubicBezTo>
                        <a:cubicBezTo>
                          <a:pt x="3514230" y="-46746"/>
                          <a:pt x="3708841" y="2113"/>
                          <a:pt x="3888786" y="0"/>
                        </a:cubicBezTo>
                        <a:cubicBezTo>
                          <a:pt x="4068731" y="-2113"/>
                          <a:pt x="4420033" y="43596"/>
                          <a:pt x="4579433" y="0"/>
                        </a:cubicBezTo>
                        <a:cubicBezTo>
                          <a:pt x="4738833" y="-43596"/>
                          <a:pt x="5034683" y="22612"/>
                          <a:pt x="5270079" y="0"/>
                        </a:cubicBezTo>
                        <a:cubicBezTo>
                          <a:pt x="5505475" y="-22612"/>
                          <a:pt x="5758098" y="45043"/>
                          <a:pt x="5898455" y="0"/>
                        </a:cubicBezTo>
                        <a:cubicBezTo>
                          <a:pt x="6038812" y="-45043"/>
                          <a:pt x="6495533" y="24704"/>
                          <a:pt x="6657034" y="0"/>
                        </a:cubicBezTo>
                        <a:cubicBezTo>
                          <a:pt x="6892860" y="-24792"/>
                          <a:pt x="7074015" y="158556"/>
                          <a:pt x="7086925" y="429891"/>
                        </a:cubicBezTo>
                        <a:cubicBezTo>
                          <a:pt x="7140008" y="592189"/>
                          <a:pt x="7054377" y="818635"/>
                          <a:pt x="7086925" y="968671"/>
                        </a:cubicBezTo>
                        <a:cubicBezTo>
                          <a:pt x="7119473" y="1118707"/>
                          <a:pt x="7046362" y="1325578"/>
                          <a:pt x="7086925" y="1507452"/>
                        </a:cubicBezTo>
                        <a:cubicBezTo>
                          <a:pt x="7127488" y="1689326"/>
                          <a:pt x="7078781" y="1831286"/>
                          <a:pt x="7086925" y="2149403"/>
                        </a:cubicBezTo>
                        <a:cubicBezTo>
                          <a:pt x="7089988" y="2393629"/>
                          <a:pt x="6916119" y="2575533"/>
                          <a:pt x="6657034" y="2579294"/>
                        </a:cubicBezTo>
                        <a:cubicBezTo>
                          <a:pt x="6420265" y="2599316"/>
                          <a:pt x="6204271" y="2566042"/>
                          <a:pt x="6028659" y="2579294"/>
                        </a:cubicBezTo>
                        <a:cubicBezTo>
                          <a:pt x="5853047" y="2592546"/>
                          <a:pt x="5530148" y="2572131"/>
                          <a:pt x="5338012" y="2579294"/>
                        </a:cubicBezTo>
                        <a:cubicBezTo>
                          <a:pt x="5145876" y="2586457"/>
                          <a:pt x="4893956" y="2541837"/>
                          <a:pt x="4647365" y="2579294"/>
                        </a:cubicBezTo>
                        <a:cubicBezTo>
                          <a:pt x="4400774" y="2616751"/>
                          <a:pt x="4353852" y="2525471"/>
                          <a:pt x="4143533" y="2579294"/>
                        </a:cubicBezTo>
                        <a:cubicBezTo>
                          <a:pt x="3933214" y="2633117"/>
                          <a:pt x="3722549" y="2560160"/>
                          <a:pt x="3515157" y="2579294"/>
                        </a:cubicBezTo>
                        <a:cubicBezTo>
                          <a:pt x="3307765" y="2598428"/>
                          <a:pt x="3097573" y="2560246"/>
                          <a:pt x="2886782" y="2579294"/>
                        </a:cubicBezTo>
                        <a:cubicBezTo>
                          <a:pt x="2675991" y="2598342"/>
                          <a:pt x="2594530" y="2550276"/>
                          <a:pt x="2320678" y="2579294"/>
                        </a:cubicBezTo>
                        <a:cubicBezTo>
                          <a:pt x="2046826" y="2608312"/>
                          <a:pt x="1977852" y="2539361"/>
                          <a:pt x="1816846" y="2579294"/>
                        </a:cubicBezTo>
                        <a:cubicBezTo>
                          <a:pt x="1655840" y="2619227"/>
                          <a:pt x="1533394" y="2536478"/>
                          <a:pt x="1375285" y="2579294"/>
                        </a:cubicBezTo>
                        <a:cubicBezTo>
                          <a:pt x="1217176" y="2622110"/>
                          <a:pt x="1133706" y="2538476"/>
                          <a:pt x="995995" y="2579294"/>
                        </a:cubicBezTo>
                        <a:cubicBezTo>
                          <a:pt x="858284" y="2620112"/>
                          <a:pt x="675392" y="2554090"/>
                          <a:pt x="429891" y="2579294"/>
                        </a:cubicBezTo>
                        <a:cubicBezTo>
                          <a:pt x="204287" y="2577788"/>
                          <a:pt x="14168" y="2390309"/>
                          <a:pt x="0" y="2149403"/>
                        </a:cubicBezTo>
                        <a:cubicBezTo>
                          <a:pt x="-65382" y="2020087"/>
                          <a:pt x="64854" y="1666958"/>
                          <a:pt x="0" y="1541842"/>
                        </a:cubicBezTo>
                        <a:cubicBezTo>
                          <a:pt x="-64854" y="1416726"/>
                          <a:pt x="67652" y="1212880"/>
                          <a:pt x="0" y="934281"/>
                        </a:cubicBezTo>
                        <a:cubicBezTo>
                          <a:pt x="-67652" y="655682"/>
                          <a:pt x="50218" y="615697"/>
                          <a:pt x="0" y="429891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i="1" cap="none">
                <a:latin typeface="Cambria"/>
                <a:ea typeface="Cambria"/>
              </a:rPr>
              <a:t>Python</a:t>
            </a:r>
            <a:r>
              <a:rPr lang="en-GB" sz="2000" b="0" i="1" cap="none">
                <a:latin typeface="Cambria"/>
                <a:ea typeface="Cambria"/>
              </a:rPr>
              <a:t> – Core Implementation Language</a:t>
            </a:r>
            <a:endParaRPr lang="en-GB" sz="2000" i="1">
              <a:latin typeface="Cambria"/>
              <a:ea typeface="Cambria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i="1" cap="none">
                <a:latin typeface="Cambria"/>
                <a:ea typeface="Cambria"/>
              </a:rPr>
              <a:t>LLM APIs</a:t>
            </a:r>
            <a:r>
              <a:rPr lang="en-GB" sz="2000" b="0" i="1" cap="none">
                <a:latin typeface="Cambria"/>
                <a:ea typeface="Cambria"/>
              </a:rPr>
              <a:t> – Code Generation And Code Modification </a:t>
            </a:r>
            <a:endParaRPr lang="en-GB" sz="2000" b="0" i="1">
              <a:latin typeface="Cambria"/>
              <a:ea typeface="Cambria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i="1" cap="none" err="1">
                <a:latin typeface="Cambria"/>
                <a:ea typeface="Cambria"/>
              </a:rPr>
              <a:t>FastAPI</a:t>
            </a:r>
            <a:r>
              <a:rPr lang="en-GB" sz="2000" b="0" i="1" cap="none">
                <a:latin typeface="Cambria"/>
                <a:ea typeface="Cambria"/>
              </a:rPr>
              <a:t> – Backend API Development </a:t>
            </a:r>
            <a:endParaRPr lang="en-GB" sz="2000" b="0" i="1">
              <a:latin typeface="Cambria"/>
              <a:ea typeface="Cambria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i="1" cap="none">
                <a:latin typeface="Cambria"/>
                <a:ea typeface="Cambria"/>
              </a:rPr>
              <a:t>PostgreSQL</a:t>
            </a:r>
            <a:r>
              <a:rPr lang="en-GB" sz="2000" b="0" i="1" cap="none">
                <a:latin typeface="Cambria"/>
                <a:ea typeface="Cambria"/>
              </a:rPr>
              <a:t>– Database Schema Implementation.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i="1" cap="none">
                <a:latin typeface="Cambria"/>
                <a:ea typeface="Cambria"/>
              </a:rPr>
              <a:t>Docker</a:t>
            </a:r>
            <a:r>
              <a:rPr lang="en-GB" sz="2000" b="0" i="1" cap="none">
                <a:latin typeface="Cambria"/>
                <a:ea typeface="Cambria"/>
              </a:rPr>
              <a:t> – Containerization And Reproducible Environments</a:t>
            </a:r>
            <a:endParaRPr lang="en-GB" sz="2000" b="0" i="1">
              <a:latin typeface="Cambria"/>
              <a:ea typeface="Cambria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i="1" cap="none">
                <a:latin typeface="Cambria"/>
                <a:ea typeface="Cambria"/>
              </a:rPr>
              <a:t>Git-style Diff/Patch Mechanism</a:t>
            </a:r>
            <a:r>
              <a:rPr lang="en-GB" sz="2000" b="0" i="1" cap="none">
                <a:latin typeface="Cambria"/>
                <a:ea typeface="Cambria"/>
              </a:rPr>
              <a:t> – Controlled Code Modification</a:t>
            </a:r>
            <a:endParaRPr lang="en-GB" sz="2000" b="0" i="1">
              <a:latin typeface="Cambria"/>
              <a:ea typeface="Cambria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000" i="1" cap="none">
                <a:latin typeface="Cambria"/>
                <a:ea typeface="Cambria"/>
              </a:rPr>
              <a:t>CI/CD Pipelines</a:t>
            </a:r>
            <a:r>
              <a:rPr lang="en-GB" sz="2000" b="0" i="1" cap="none">
                <a:latin typeface="Cambria"/>
                <a:ea typeface="Cambria"/>
              </a:rPr>
              <a:t> – Automated Build And Validation</a:t>
            </a:r>
            <a:r>
              <a:rPr lang="en-GB" sz="1800" b="0" i="1" cap="none">
                <a:latin typeface="Cambria"/>
                <a:ea typeface="Cambria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217AEE-086F-07B6-FECB-F23BA9567B62}"/>
              </a:ext>
            </a:extLst>
          </p:cNvPr>
          <p:cNvSpPr txBox="1"/>
          <p:nvPr/>
        </p:nvSpPr>
        <p:spPr>
          <a:xfrm>
            <a:off x="3757448" y="6536121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baseline="0">
                <a:latin typeface="Cambria"/>
              </a:rPr>
              <a:t>IT22157232</a:t>
            </a:r>
            <a:r>
              <a:rPr lang="en-US" sz="1800" baseline="0">
                <a:latin typeface="Cambria"/>
              </a:rPr>
              <a:t> | </a:t>
            </a:r>
            <a:r>
              <a:rPr lang="en-US" sz="1800" b="1" baseline="0">
                <a:latin typeface="Cambria"/>
              </a:rPr>
              <a:t>Dissanayake T.C | R26-SE-033</a:t>
            </a:r>
            <a:endParaRPr lang="en-US"/>
          </a:p>
          <a:p>
            <a:pPr algn="ctr"/>
            <a:endParaRPr lang="en-US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3BD9D2C-56EF-21E8-79F4-31D4A6B0B5B4}"/>
              </a:ext>
            </a:extLst>
          </p:cNvPr>
          <p:cNvSpPr txBox="1">
            <a:spLocks/>
          </p:cNvSpPr>
          <p:nvPr/>
        </p:nvSpPr>
        <p:spPr>
          <a:xfrm>
            <a:off x="373223" y="1416254"/>
            <a:ext cx="3289199" cy="1040183"/>
          </a:xfrm>
          <a:prstGeom prst="roundRect">
            <a:avLst/>
          </a:prstGeom>
          <a:noFill/>
          <a:ln w="28575">
            <a:solidFill>
              <a:schemeClr val="bg1">
                <a:lumMod val="7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3773247103">
                  <a:custGeom>
                    <a:avLst/>
                    <a:gdLst>
                      <a:gd name="csX0" fmla="*/ 0 w 3432464"/>
                      <a:gd name="csY0" fmla="*/ 0 h 531595"/>
                      <a:gd name="csX1" fmla="*/ 640727 w 3432464"/>
                      <a:gd name="csY1" fmla="*/ 0 h 531595"/>
                      <a:gd name="csX2" fmla="*/ 1109830 w 3432464"/>
                      <a:gd name="csY2" fmla="*/ 0 h 531595"/>
                      <a:gd name="csX3" fmla="*/ 1578933 w 3432464"/>
                      <a:gd name="csY3" fmla="*/ 0 h 531595"/>
                      <a:gd name="csX4" fmla="*/ 2219660 w 3432464"/>
                      <a:gd name="csY4" fmla="*/ 0 h 531595"/>
                      <a:gd name="csX5" fmla="*/ 2791737 w 3432464"/>
                      <a:gd name="csY5" fmla="*/ 0 h 531595"/>
                      <a:gd name="csX6" fmla="*/ 3432464 w 3432464"/>
                      <a:gd name="csY6" fmla="*/ 0 h 531595"/>
                      <a:gd name="csX7" fmla="*/ 3432464 w 3432464"/>
                      <a:gd name="csY7" fmla="*/ 531595 h 531595"/>
                      <a:gd name="csX8" fmla="*/ 2791737 w 3432464"/>
                      <a:gd name="csY8" fmla="*/ 531595 h 531595"/>
                      <a:gd name="csX9" fmla="*/ 2219660 w 3432464"/>
                      <a:gd name="csY9" fmla="*/ 531595 h 531595"/>
                      <a:gd name="csX10" fmla="*/ 1578933 w 3432464"/>
                      <a:gd name="csY10" fmla="*/ 531595 h 531595"/>
                      <a:gd name="csX11" fmla="*/ 1109830 w 3432464"/>
                      <a:gd name="csY11" fmla="*/ 531595 h 531595"/>
                      <a:gd name="csX12" fmla="*/ 572077 w 3432464"/>
                      <a:gd name="csY12" fmla="*/ 531595 h 531595"/>
                      <a:gd name="csX13" fmla="*/ 0 w 3432464"/>
                      <a:gd name="csY13" fmla="*/ 531595 h 531595"/>
                      <a:gd name="csX14" fmla="*/ 0 w 3432464"/>
                      <a:gd name="csY14" fmla="*/ 0 h 53159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3432464" h="531595" extrusionOk="0">
                        <a:moveTo>
                          <a:pt x="0" y="0"/>
                        </a:moveTo>
                        <a:cubicBezTo>
                          <a:pt x="317494" y="-42052"/>
                          <a:pt x="341571" y="33469"/>
                          <a:pt x="640727" y="0"/>
                        </a:cubicBezTo>
                        <a:cubicBezTo>
                          <a:pt x="939883" y="-33469"/>
                          <a:pt x="941545" y="11861"/>
                          <a:pt x="1109830" y="0"/>
                        </a:cubicBezTo>
                        <a:cubicBezTo>
                          <a:pt x="1278115" y="-11861"/>
                          <a:pt x="1445935" y="4871"/>
                          <a:pt x="1578933" y="0"/>
                        </a:cubicBezTo>
                        <a:cubicBezTo>
                          <a:pt x="1711931" y="-4871"/>
                          <a:pt x="2073945" y="30318"/>
                          <a:pt x="2219660" y="0"/>
                        </a:cubicBezTo>
                        <a:cubicBezTo>
                          <a:pt x="2365375" y="-30318"/>
                          <a:pt x="2657237" y="55175"/>
                          <a:pt x="2791737" y="0"/>
                        </a:cubicBezTo>
                        <a:cubicBezTo>
                          <a:pt x="2926237" y="-55175"/>
                          <a:pt x="3303616" y="32636"/>
                          <a:pt x="3432464" y="0"/>
                        </a:cubicBezTo>
                        <a:cubicBezTo>
                          <a:pt x="3472867" y="165178"/>
                          <a:pt x="3385654" y="285025"/>
                          <a:pt x="3432464" y="531595"/>
                        </a:cubicBezTo>
                        <a:cubicBezTo>
                          <a:pt x="3185718" y="606407"/>
                          <a:pt x="2964633" y="492176"/>
                          <a:pt x="2791737" y="531595"/>
                        </a:cubicBezTo>
                        <a:cubicBezTo>
                          <a:pt x="2618841" y="571014"/>
                          <a:pt x="2449408" y="522809"/>
                          <a:pt x="2219660" y="531595"/>
                        </a:cubicBezTo>
                        <a:cubicBezTo>
                          <a:pt x="1989912" y="540381"/>
                          <a:pt x="1857007" y="515838"/>
                          <a:pt x="1578933" y="531595"/>
                        </a:cubicBezTo>
                        <a:cubicBezTo>
                          <a:pt x="1300859" y="547352"/>
                          <a:pt x="1321533" y="510969"/>
                          <a:pt x="1109830" y="531595"/>
                        </a:cubicBezTo>
                        <a:cubicBezTo>
                          <a:pt x="898127" y="552221"/>
                          <a:pt x="709921" y="504467"/>
                          <a:pt x="572077" y="531595"/>
                        </a:cubicBezTo>
                        <a:cubicBezTo>
                          <a:pt x="434233" y="558723"/>
                          <a:pt x="283507" y="505368"/>
                          <a:pt x="0" y="531595"/>
                        </a:cubicBezTo>
                        <a:cubicBezTo>
                          <a:pt x="-13824" y="383066"/>
                          <a:pt x="53379" y="1528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800" b="1" i="1">
                <a:solidFill>
                  <a:schemeClr val="tx1"/>
                </a:solidFill>
                <a:latin typeface="Cambria"/>
                <a:ea typeface="Cambria"/>
              </a:rPr>
              <a:t>Research Methodology</a:t>
            </a:r>
            <a:endParaRPr lang="en-US" b="1" i="1">
              <a:solidFill>
                <a:schemeClr val="tx1"/>
              </a:solidFill>
              <a:latin typeface="Cambria"/>
              <a:ea typeface="Cambria"/>
            </a:endParaRPr>
          </a:p>
        </p:txBody>
      </p: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61F8FEB1-E301-8BCF-0AD8-30C756E45DFB}"/>
              </a:ext>
            </a:extLst>
          </p:cNvPr>
          <p:cNvCxnSpPr>
            <a:cxnSpLocks/>
          </p:cNvCxnSpPr>
          <p:nvPr/>
        </p:nvCxnSpPr>
        <p:spPr>
          <a:xfrm>
            <a:off x="1637293" y="2527678"/>
            <a:ext cx="2269348" cy="504889"/>
          </a:xfrm>
          <a:prstGeom prst="curvedConnector3">
            <a:avLst/>
          </a:prstGeom>
          <a:ln w="28575"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859D880D-B909-D7F9-D889-354588B66124}"/>
              </a:ext>
            </a:extLst>
          </p:cNvPr>
          <p:cNvSpPr txBox="1">
            <a:spLocks/>
          </p:cNvSpPr>
          <p:nvPr/>
        </p:nvSpPr>
        <p:spPr>
          <a:xfrm>
            <a:off x="8935658" y="4911609"/>
            <a:ext cx="2549070" cy="1042752"/>
          </a:xfrm>
          <a:prstGeom prst="roundRect">
            <a:avLst/>
          </a:prstGeom>
          <a:noFill/>
          <a:ln w="28575">
            <a:solidFill>
              <a:schemeClr val="bg1">
                <a:lumMod val="7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3773247103">
                  <a:custGeom>
                    <a:avLst/>
                    <a:gdLst>
                      <a:gd name="csX0" fmla="*/ 0 w 3432464"/>
                      <a:gd name="csY0" fmla="*/ 0 h 531595"/>
                      <a:gd name="csX1" fmla="*/ 640727 w 3432464"/>
                      <a:gd name="csY1" fmla="*/ 0 h 531595"/>
                      <a:gd name="csX2" fmla="*/ 1109830 w 3432464"/>
                      <a:gd name="csY2" fmla="*/ 0 h 531595"/>
                      <a:gd name="csX3" fmla="*/ 1578933 w 3432464"/>
                      <a:gd name="csY3" fmla="*/ 0 h 531595"/>
                      <a:gd name="csX4" fmla="*/ 2219660 w 3432464"/>
                      <a:gd name="csY4" fmla="*/ 0 h 531595"/>
                      <a:gd name="csX5" fmla="*/ 2791737 w 3432464"/>
                      <a:gd name="csY5" fmla="*/ 0 h 531595"/>
                      <a:gd name="csX6" fmla="*/ 3432464 w 3432464"/>
                      <a:gd name="csY6" fmla="*/ 0 h 531595"/>
                      <a:gd name="csX7" fmla="*/ 3432464 w 3432464"/>
                      <a:gd name="csY7" fmla="*/ 531595 h 531595"/>
                      <a:gd name="csX8" fmla="*/ 2791737 w 3432464"/>
                      <a:gd name="csY8" fmla="*/ 531595 h 531595"/>
                      <a:gd name="csX9" fmla="*/ 2219660 w 3432464"/>
                      <a:gd name="csY9" fmla="*/ 531595 h 531595"/>
                      <a:gd name="csX10" fmla="*/ 1578933 w 3432464"/>
                      <a:gd name="csY10" fmla="*/ 531595 h 531595"/>
                      <a:gd name="csX11" fmla="*/ 1109830 w 3432464"/>
                      <a:gd name="csY11" fmla="*/ 531595 h 531595"/>
                      <a:gd name="csX12" fmla="*/ 572077 w 3432464"/>
                      <a:gd name="csY12" fmla="*/ 531595 h 531595"/>
                      <a:gd name="csX13" fmla="*/ 0 w 3432464"/>
                      <a:gd name="csY13" fmla="*/ 531595 h 531595"/>
                      <a:gd name="csX14" fmla="*/ 0 w 3432464"/>
                      <a:gd name="csY14" fmla="*/ 0 h 53159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3432464" h="531595" extrusionOk="0">
                        <a:moveTo>
                          <a:pt x="0" y="0"/>
                        </a:moveTo>
                        <a:cubicBezTo>
                          <a:pt x="317494" y="-42052"/>
                          <a:pt x="341571" y="33469"/>
                          <a:pt x="640727" y="0"/>
                        </a:cubicBezTo>
                        <a:cubicBezTo>
                          <a:pt x="939883" y="-33469"/>
                          <a:pt x="941545" y="11861"/>
                          <a:pt x="1109830" y="0"/>
                        </a:cubicBezTo>
                        <a:cubicBezTo>
                          <a:pt x="1278115" y="-11861"/>
                          <a:pt x="1445935" y="4871"/>
                          <a:pt x="1578933" y="0"/>
                        </a:cubicBezTo>
                        <a:cubicBezTo>
                          <a:pt x="1711931" y="-4871"/>
                          <a:pt x="2073945" y="30318"/>
                          <a:pt x="2219660" y="0"/>
                        </a:cubicBezTo>
                        <a:cubicBezTo>
                          <a:pt x="2365375" y="-30318"/>
                          <a:pt x="2657237" y="55175"/>
                          <a:pt x="2791737" y="0"/>
                        </a:cubicBezTo>
                        <a:cubicBezTo>
                          <a:pt x="2926237" y="-55175"/>
                          <a:pt x="3303616" y="32636"/>
                          <a:pt x="3432464" y="0"/>
                        </a:cubicBezTo>
                        <a:cubicBezTo>
                          <a:pt x="3472867" y="165178"/>
                          <a:pt x="3385654" y="285025"/>
                          <a:pt x="3432464" y="531595"/>
                        </a:cubicBezTo>
                        <a:cubicBezTo>
                          <a:pt x="3185718" y="606407"/>
                          <a:pt x="2964633" y="492176"/>
                          <a:pt x="2791737" y="531595"/>
                        </a:cubicBezTo>
                        <a:cubicBezTo>
                          <a:pt x="2618841" y="571014"/>
                          <a:pt x="2449408" y="522809"/>
                          <a:pt x="2219660" y="531595"/>
                        </a:cubicBezTo>
                        <a:cubicBezTo>
                          <a:pt x="1989912" y="540381"/>
                          <a:pt x="1857007" y="515838"/>
                          <a:pt x="1578933" y="531595"/>
                        </a:cubicBezTo>
                        <a:cubicBezTo>
                          <a:pt x="1300859" y="547352"/>
                          <a:pt x="1321533" y="510969"/>
                          <a:pt x="1109830" y="531595"/>
                        </a:cubicBezTo>
                        <a:cubicBezTo>
                          <a:pt x="898127" y="552221"/>
                          <a:pt x="709921" y="504467"/>
                          <a:pt x="572077" y="531595"/>
                        </a:cubicBezTo>
                        <a:cubicBezTo>
                          <a:pt x="434233" y="558723"/>
                          <a:pt x="283507" y="505368"/>
                          <a:pt x="0" y="531595"/>
                        </a:cubicBezTo>
                        <a:cubicBezTo>
                          <a:pt x="-13824" y="383066"/>
                          <a:pt x="53379" y="1528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800" b="1" i="1">
                <a:solidFill>
                  <a:schemeClr val="tx1"/>
                </a:solidFill>
                <a:latin typeface="Cambria"/>
                <a:ea typeface="Cambria"/>
              </a:rPr>
              <a:t>Latest Technology</a:t>
            </a:r>
            <a:endParaRPr lang="en-US" b="1" i="1">
              <a:solidFill>
                <a:schemeClr val="tx1"/>
              </a:solidFill>
              <a:latin typeface="Cambria"/>
              <a:ea typeface="Cambria"/>
            </a:endParaRP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341C3CF8-878C-7938-CA86-DFF2A908A3EE}"/>
              </a:ext>
            </a:extLst>
          </p:cNvPr>
          <p:cNvCxnSpPr>
            <a:cxnSpLocks/>
          </p:cNvCxnSpPr>
          <p:nvPr/>
        </p:nvCxnSpPr>
        <p:spPr>
          <a:xfrm rot="10800000">
            <a:off x="8304783" y="4396243"/>
            <a:ext cx="1548665" cy="502167"/>
          </a:xfrm>
          <a:prstGeom prst="curvedConnector3">
            <a:avLst/>
          </a:prstGeom>
          <a:ln w="28575"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4322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 descr="A circle filled with irregular dots">
            <a:extLst>
              <a:ext uri="{FF2B5EF4-FFF2-40B4-BE49-F238E27FC236}">
                <a16:creationId xmlns:a16="http://schemas.microsoft.com/office/drawing/2014/main" id="{7975DE62-4C6E-9EE2-8AD3-341E13D749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056041" y="970219"/>
            <a:ext cx="5547018" cy="5547018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364A0E4-715A-2058-E206-8AAB4353B0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826836"/>
              </p:ext>
            </p:extLst>
          </p:nvPr>
        </p:nvGraphicFramePr>
        <p:xfrm>
          <a:off x="1494712" y="1884106"/>
          <a:ext cx="81280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2893557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16843750"/>
                    </a:ext>
                  </a:extLst>
                </a:gridCol>
              </a:tblGrid>
              <a:tr h="5611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1">
                          <a:solidFill>
                            <a:schemeClr val="tx1"/>
                          </a:solidFill>
                        </a:rPr>
                        <a:t>Validation &amp; Evaluation</a:t>
                      </a:r>
                    </a:p>
                    <a:p>
                      <a:endParaRPr lang="en-GB" i="1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1">
                          <a:solidFill>
                            <a:schemeClr val="tx1"/>
                          </a:solidFill>
                        </a:rPr>
                        <a:t>Data Availability</a:t>
                      </a:r>
                      <a:endParaRPr lang="en-GB" sz="1800" b="1" i="1"/>
                    </a:p>
                    <a:p>
                      <a:endParaRPr lang="en-GB" i="1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776484"/>
                  </a:ext>
                </a:extLst>
              </a:tr>
              <a:tr h="56119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800" b="0" i="1" u="none" strike="noStrike" noProof="0">
                          <a:solidFill>
                            <a:schemeClr val="tx1"/>
                          </a:solidFill>
                          <a:latin typeface="Cambria"/>
                          <a:ea typeface="Cambria"/>
                        </a:rPr>
                        <a:t>Correctness of patch-based code updates</a:t>
                      </a:r>
                      <a:endParaRPr lang="en-GB" i="1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800" b="0" i="1" u="none" strike="noStrike" noProof="0">
                          <a:latin typeface="Cambria"/>
                          <a:ea typeface="Cambria"/>
                        </a:rPr>
                        <a:t>Uses design artifacts generated within </a:t>
                      </a:r>
                      <a:r>
                        <a:rPr lang="en-GB" sz="1800" b="0" i="1" u="none" strike="noStrike" noProof="0" err="1">
                          <a:latin typeface="Cambria"/>
                          <a:ea typeface="Cambria"/>
                        </a:rPr>
                        <a:t>AutoForge</a:t>
                      </a:r>
                      <a:endParaRPr lang="en-GB" sz="1800" b="0" i="1" u="none" strike="noStrike" noProof="0">
                        <a:latin typeface="Cambria"/>
                        <a:ea typeface="Cambria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270008"/>
                  </a:ext>
                </a:extLst>
              </a:tr>
              <a:tr h="803273">
                <a:tc>
                  <a:txBody>
                    <a:bodyPr/>
                    <a:lstStyle/>
                    <a:p>
                      <a:pPr marL="285750" marR="0" lvl="0" indent="-2857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GB" sz="1800" b="0" i="1" u="none" strike="noStrike" noProof="0">
                          <a:solidFill>
                            <a:schemeClr val="tx1"/>
                          </a:solidFill>
                          <a:latin typeface="Cambria"/>
                          <a:ea typeface="Cambria"/>
                        </a:rPr>
                        <a:t>Automated build validation through CI / CD</a:t>
                      </a:r>
                      <a:endParaRPr lang="en-GB" sz="1800" i="1">
                        <a:solidFill>
                          <a:schemeClr val="tx1"/>
                        </a:solidFill>
                      </a:endParaRPr>
                    </a:p>
                    <a:p>
                      <a:endParaRPr lang="en-GB" i="1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i="1"/>
                        <a:t>Inputs: </a:t>
                      </a:r>
                      <a:r>
                        <a:rPr lang="en-GB" sz="1800" b="0" i="1" u="none" strike="noStrike" noProof="0">
                          <a:latin typeface="Cambria"/>
                          <a:ea typeface="Cambria"/>
                        </a:rPr>
                        <a:t>API contracts, </a:t>
                      </a:r>
                      <a:r>
                        <a:rPr lang="en-GB" sz="1800" b="0" i="1" u="none" strike="noStrike" noProof="0"/>
                        <a:t>architecture specifications, </a:t>
                      </a:r>
                      <a:r>
                        <a:rPr lang="en-GB" sz="1800" b="0" i="1" u="none" strike="noStrike" noProof="0">
                          <a:latin typeface="Cambria"/>
                          <a:ea typeface="Cambria"/>
                        </a:rPr>
                        <a:t>system requirements</a:t>
                      </a:r>
                      <a:endParaRPr lang="en-GB" i="1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875649"/>
                  </a:ext>
                </a:extLst>
              </a:tr>
              <a:tr h="561190">
                <a:tc>
                  <a:txBody>
                    <a:bodyPr/>
                    <a:lstStyle/>
                    <a:p>
                      <a:pPr marL="285750" marR="0" lvl="0" indent="-2857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GB" sz="1800" b="0" i="1" u="none" strike="noStrike" noProof="0">
                          <a:solidFill>
                            <a:schemeClr val="tx1"/>
                          </a:solidFill>
                          <a:latin typeface="Cambria"/>
                          <a:ea typeface="Cambria"/>
                        </a:rPr>
                        <a:t>Database schema and migration consistency</a:t>
                      </a:r>
                      <a:endParaRPr lang="en-GB" sz="1800" i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800" b="0" i="1" u="none" strike="noStrike" noProof="0">
                          <a:latin typeface="Cambria"/>
                          <a:ea typeface="Cambria"/>
                        </a:rPr>
                        <a:t>No external sensitive datasets required </a:t>
                      </a:r>
                      <a:endParaRPr lang="en-GB" i="1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9337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E9E3400-4312-07C4-F613-DD02E0D94D4E}"/>
              </a:ext>
            </a:extLst>
          </p:cNvPr>
          <p:cNvSpPr txBox="1"/>
          <p:nvPr/>
        </p:nvSpPr>
        <p:spPr>
          <a:xfrm>
            <a:off x="373224" y="323105"/>
            <a:ext cx="10370976" cy="830997"/>
          </a:xfrm>
          <a:prstGeom prst="rect">
            <a:avLst/>
          </a:prstGeom>
          <a:noFill/>
          <a:ln>
            <a:solidFill>
              <a:srgbClr val="7030A0"/>
            </a:solidFill>
            <a:prstDash val="dash"/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2400" b="1" i="1">
                <a:solidFill>
                  <a:srgbClr val="002060"/>
                </a:solidFill>
              </a:rPr>
              <a:t>Development Agent for Automated Code Generation with Controlled </a:t>
            </a:r>
            <a:endParaRPr lang="en-US" sz="2400">
              <a:solidFill>
                <a:srgbClr val="000000"/>
              </a:solidFill>
            </a:endParaRPr>
          </a:p>
          <a:p>
            <a:pPr algn="ctr"/>
            <a:r>
              <a:rPr lang="en-GB" sz="2400" b="1" i="1">
                <a:solidFill>
                  <a:srgbClr val="002060"/>
                </a:solidFill>
              </a:rPr>
              <a:t>Patch-Based Code Editing</a:t>
            </a:r>
            <a:endParaRPr lang="en-US" sz="2400">
              <a:ea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44F93E-854A-E504-EFC7-A15A3A83F757}"/>
              </a:ext>
            </a:extLst>
          </p:cNvPr>
          <p:cNvSpPr txBox="1"/>
          <p:nvPr/>
        </p:nvSpPr>
        <p:spPr>
          <a:xfrm>
            <a:off x="3527534" y="653612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baseline="0">
                <a:latin typeface="Cambria"/>
              </a:rPr>
              <a:t>IT22157232</a:t>
            </a:r>
            <a:r>
              <a:rPr lang="en-US" sz="1800" baseline="0">
                <a:latin typeface="Cambria"/>
              </a:rPr>
              <a:t> | </a:t>
            </a:r>
            <a:r>
              <a:rPr lang="en-US" sz="1800" b="1" baseline="0">
                <a:latin typeface="Cambria"/>
              </a:rPr>
              <a:t>Dissanayake T.C | R26-SE-033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3831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621230-B976-20BA-31B7-018A78E1D3C5}"/>
              </a:ext>
            </a:extLst>
          </p:cNvPr>
          <p:cNvSpPr txBox="1"/>
          <p:nvPr/>
        </p:nvSpPr>
        <p:spPr>
          <a:xfrm>
            <a:off x="373224" y="323105"/>
            <a:ext cx="10370976" cy="830997"/>
          </a:xfrm>
          <a:prstGeom prst="rect">
            <a:avLst/>
          </a:prstGeom>
          <a:noFill/>
          <a:ln>
            <a:solidFill>
              <a:srgbClr val="7030A0"/>
            </a:solidFill>
            <a:prstDash val="dash"/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2400" b="1" i="1">
                <a:solidFill>
                  <a:srgbClr val="002060"/>
                </a:solidFill>
              </a:rPr>
              <a:t>Development Agent for Automated Code Generation with Controlled </a:t>
            </a:r>
            <a:endParaRPr lang="en-US" sz="2400">
              <a:solidFill>
                <a:srgbClr val="000000"/>
              </a:solidFill>
            </a:endParaRPr>
          </a:p>
          <a:p>
            <a:pPr algn="ctr"/>
            <a:r>
              <a:rPr lang="en-GB" sz="2400" b="1" i="1">
                <a:solidFill>
                  <a:srgbClr val="002060"/>
                </a:solidFill>
              </a:rPr>
              <a:t>Patch-Based Code Editing</a:t>
            </a:r>
            <a:endParaRPr lang="en-GB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C47E387-68D2-613F-689E-F86FBFF14E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248476"/>
              </p:ext>
            </p:extLst>
          </p:nvPr>
        </p:nvGraphicFramePr>
        <p:xfrm>
          <a:off x="1008397" y="1810577"/>
          <a:ext cx="9097088" cy="3222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9578">
                  <a:extLst>
                    <a:ext uri="{9D8B030D-6E8A-4147-A177-3AD203B41FA5}">
                      <a16:colId xmlns:a16="http://schemas.microsoft.com/office/drawing/2014/main" val="1428935577"/>
                    </a:ext>
                  </a:extLst>
                </a:gridCol>
                <a:gridCol w="4497510">
                  <a:extLst>
                    <a:ext uri="{9D8B030D-6E8A-4147-A177-3AD203B41FA5}">
                      <a16:colId xmlns:a16="http://schemas.microsoft.com/office/drawing/2014/main" val="1416843750"/>
                    </a:ext>
                  </a:extLst>
                </a:gridCol>
              </a:tblGrid>
              <a:tr h="5837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1">
                          <a:solidFill>
                            <a:schemeClr val="tx1"/>
                          </a:solidFill>
                        </a:rPr>
                        <a:t>Security Considerations</a:t>
                      </a:r>
                    </a:p>
                    <a:p>
                      <a:endParaRPr lang="en-GB" i="1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1">
                          <a:solidFill>
                            <a:schemeClr val="tx1"/>
                          </a:solidFill>
                        </a:rPr>
                        <a:t>Ethical Considerations</a:t>
                      </a:r>
                      <a:endParaRPr lang="en-GB" sz="1800" b="1" i="1"/>
                    </a:p>
                    <a:p>
                      <a:endParaRPr lang="en-GB" i="1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776484"/>
                  </a:ext>
                </a:extLst>
              </a:tr>
              <a:tr h="833887"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GB" sz="1800" b="0" i="1" u="none" strike="noStrike" noProof="0">
                          <a:solidFill>
                            <a:schemeClr val="tx1"/>
                          </a:solidFill>
                          <a:latin typeface="Cambria"/>
                          <a:ea typeface="Cambria"/>
                        </a:rPr>
                        <a:t>Secure containerized execution using Docker</a:t>
                      </a:r>
                      <a:endParaRPr lang="en-GB" sz="1800" i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GB" sz="1800" b="0" i="1" u="none" strike="noStrike" noProof="0">
                          <a:solidFill>
                            <a:schemeClr val="tx1"/>
                          </a:solidFill>
                          <a:latin typeface="Cambria"/>
                          <a:ea typeface="Cambria"/>
                        </a:rPr>
                        <a:t>System designed to assist developers, not replace them</a:t>
                      </a:r>
                      <a:endParaRPr lang="en-GB" sz="1800" i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270008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GB" sz="1800" b="0" i="1" u="none" strike="noStrike" noProof="0">
                          <a:solidFill>
                            <a:srgbClr val="000000"/>
                          </a:solidFill>
                          <a:latin typeface="Cambria"/>
                          <a:ea typeface="Cambria"/>
                        </a:rPr>
                        <a:t>Patch-only code editing reduces accidental overwriting of correct existing code</a:t>
                      </a:r>
                      <a:endParaRPr lang="en-GB" i="1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GB" sz="1800" b="0" i="1" u="none" strike="noStrike" noProof="0">
                          <a:solidFill>
                            <a:schemeClr val="tx1"/>
                          </a:solidFill>
                          <a:latin typeface="Cambria"/>
                          <a:ea typeface="Cambria"/>
                        </a:rPr>
                        <a:t>Generated code remains reviewable and traceable</a:t>
                      </a:r>
                      <a:endParaRPr lang="en-GB" sz="1800" i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875649"/>
                  </a:ext>
                </a:extLst>
              </a:tr>
              <a:tr h="83388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800" b="0" i="1" u="none" strike="noStrike" noProof="0">
                          <a:solidFill>
                            <a:srgbClr val="000000"/>
                          </a:solidFill>
                          <a:latin typeface="Cambria"/>
                          <a:ea typeface="Cambria"/>
                        </a:rPr>
                        <a:t>Role-based access and controlled artifact storage help protect generated outputs</a:t>
                      </a:r>
                      <a:endParaRPr lang="en-GB" i="1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sz="1800" b="0" i="1" u="none" strike="noStrike" noProof="0">
                          <a:solidFill>
                            <a:schemeClr val="tx1"/>
                          </a:solidFill>
                          <a:latin typeface="Cambria"/>
                          <a:ea typeface="Cambria"/>
                        </a:rPr>
                        <a:t>Developers maintain control over final implementation </a:t>
                      </a:r>
                      <a:endParaRPr lang="en-GB" sz="1800" i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93376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EB60DD2-1F0D-E64E-6CE8-F020D0374A8D}"/>
              </a:ext>
            </a:extLst>
          </p:cNvPr>
          <p:cNvSpPr txBox="1"/>
          <p:nvPr/>
        </p:nvSpPr>
        <p:spPr>
          <a:xfrm>
            <a:off x="3665483" y="6536121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baseline="0">
                <a:latin typeface="Cambria"/>
              </a:rPr>
              <a:t>IT22157232</a:t>
            </a:r>
            <a:r>
              <a:rPr lang="en-US" sz="1800" baseline="0">
                <a:latin typeface="Cambria"/>
              </a:rPr>
              <a:t> | </a:t>
            </a:r>
            <a:r>
              <a:rPr lang="en-US" sz="1800" b="1" baseline="0">
                <a:latin typeface="Cambria"/>
              </a:rPr>
              <a:t>Dissanayake T.C | R26-SE-033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Graphic 2" descr="Curly hair boy">
            <a:extLst>
              <a:ext uri="{FF2B5EF4-FFF2-40B4-BE49-F238E27FC236}">
                <a16:creationId xmlns:a16="http://schemas.microsoft.com/office/drawing/2014/main" id="{D316BEE8-5F01-556F-423F-9573228E40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16289" y="2662182"/>
            <a:ext cx="1266825" cy="3876675"/>
          </a:xfrm>
          <a:prstGeom prst="rect">
            <a:avLst/>
          </a:prstGeom>
        </p:spPr>
      </p:pic>
      <p:pic>
        <p:nvPicPr>
          <p:cNvPr id="10" name="Graphic 9" descr="Thought bubble outline">
            <a:extLst>
              <a:ext uri="{FF2B5EF4-FFF2-40B4-BE49-F238E27FC236}">
                <a16:creationId xmlns:a16="http://schemas.microsoft.com/office/drawing/2014/main" id="{E9F5D24A-8788-5E22-76B8-F5B59363FD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34115" y="1067997"/>
            <a:ext cx="1494712" cy="186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5110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A391FE5-E99C-A0D4-076F-B79C02374EDD}"/>
              </a:ext>
            </a:extLst>
          </p:cNvPr>
          <p:cNvSpPr txBox="1"/>
          <p:nvPr/>
        </p:nvSpPr>
        <p:spPr>
          <a:xfrm>
            <a:off x="373224" y="323105"/>
            <a:ext cx="10370976" cy="830997"/>
          </a:xfrm>
          <a:prstGeom prst="rect">
            <a:avLst/>
          </a:prstGeom>
          <a:noFill/>
          <a:ln>
            <a:solidFill>
              <a:srgbClr val="7030A0"/>
            </a:solidFill>
            <a:prstDash val="dash"/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2400" b="1" i="1">
                <a:solidFill>
                  <a:srgbClr val="002060"/>
                </a:solidFill>
              </a:rPr>
              <a:t>Development Agent for Automated Code Generation with Controlled </a:t>
            </a:r>
            <a:endParaRPr lang="en-US" sz="2400">
              <a:solidFill>
                <a:srgbClr val="000000"/>
              </a:solidFill>
            </a:endParaRPr>
          </a:p>
          <a:p>
            <a:pPr algn="ctr"/>
            <a:r>
              <a:rPr lang="en-GB" sz="2400" b="1" i="1">
                <a:solidFill>
                  <a:srgbClr val="002060"/>
                </a:solidFill>
              </a:rPr>
              <a:t>Patch-Based Code Editing</a:t>
            </a:r>
            <a:endParaRPr lang="en-GB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9CA31AA2-96A8-FC2F-09FD-7549D99F5854}"/>
              </a:ext>
            </a:extLst>
          </p:cNvPr>
          <p:cNvSpPr txBox="1">
            <a:spLocks/>
          </p:cNvSpPr>
          <p:nvPr/>
        </p:nvSpPr>
        <p:spPr>
          <a:xfrm>
            <a:off x="3734577" y="1498217"/>
            <a:ext cx="7735934" cy="177170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7565797"/>
                      <a:gd name="csY0" fmla="*/ 0 h 1696064"/>
                      <a:gd name="csX1" fmla="*/ 7565797 w 7565797"/>
                      <a:gd name="csY1" fmla="*/ 0 h 1696064"/>
                      <a:gd name="csX2" fmla="*/ 7565797 w 7565797"/>
                      <a:gd name="csY2" fmla="*/ 1696064 h 1696064"/>
                      <a:gd name="csX3" fmla="*/ 0 w 7565797"/>
                      <a:gd name="csY3" fmla="*/ 1696064 h 1696064"/>
                      <a:gd name="csX4" fmla="*/ 0 w 7565797"/>
                      <a:gd name="csY4" fmla="*/ 0 h 169606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7565797" h="1696064" fill="none" extrusionOk="0">
                        <a:moveTo>
                          <a:pt x="0" y="0"/>
                        </a:moveTo>
                        <a:cubicBezTo>
                          <a:pt x="3344814" y="68163"/>
                          <a:pt x="4466152" y="44153"/>
                          <a:pt x="7565797" y="0"/>
                        </a:cubicBezTo>
                        <a:cubicBezTo>
                          <a:pt x="7644915" y="684205"/>
                          <a:pt x="7693486" y="1259449"/>
                          <a:pt x="7565797" y="1696064"/>
                        </a:cubicBezTo>
                        <a:cubicBezTo>
                          <a:pt x="6280861" y="1671889"/>
                          <a:pt x="3596483" y="1624131"/>
                          <a:pt x="0" y="1696064"/>
                        </a:cubicBezTo>
                        <a:cubicBezTo>
                          <a:pt x="-7403" y="1022659"/>
                          <a:pt x="-50384" y="422199"/>
                          <a:pt x="0" y="0"/>
                        </a:cubicBezTo>
                        <a:close/>
                      </a:path>
                      <a:path w="7565797" h="1696064" stroke="0" extrusionOk="0">
                        <a:moveTo>
                          <a:pt x="0" y="0"/>
                        </a:moveTo>
                        <a:cubicBezTo>
                          <a:pt x="1826902" y="-112892"/>
                          <a:pt x="4099141" y="85284"/>
                          <a:pt x="7565797" y="0"/>
                        </a:cubicBezTo>
                        <a:cubicBezTo>
                          <a:pt x="7439136" y="422374"/>
                          <a:pt x="7631618" y="1205326"/>
                          <a:pt x="7565797" y="1696064"/>
                        </a:cubicBezTo>
                        <a:cubicBezTo>
                          <a:pt x="4712910" y="1708502"/>
                          <a:pt x="2638617" y="1832342"/>
                          <a:pt x="0" y="1696064"/>
                        </a:cubicBezTo>
                        <a:cubicBezTo>
                          <a:pt x="-134247" y="1347870"/>
                          <a:pt x="77707" y="21035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1800" i="1" cap="none">
                <a:latin typeface="Cambria"/>
                <a:ea typeface="Cambria"/>
              </a:rPr>
              <a:t>Developer Agent</a:t>
            </a:r>
            <a:r>
              <a:rPr lang="en-GB" sz="1800" b="0" i="1" cap="none">
                <a:latin typeface="Cambria"/>
                <a:ea typeface="Cambria"/>
              </a:rPr>
              <a:t> → Code Generation</a:t>
            </a:r>
            <a:endParaRPr lang="en-GB" sz="1800" b="0" i="1">
              <a:latin typeface="Cambria"/>
              <a:ea typeface="Cambria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1800" i="1" cap="none">
                <a:latin typeface="Cambria"/>
                <a:ea typeface="Cambria"/>
              </a:rPr>
              <a:t>Patch-only Editing</a:t>
            </a:r>
            <a:r>
              <a:rPr lang="en-GB" sz="1800" b="0" i="1" cap="none">
                <a:latin typeface="Cambria"/>
                <a:ea typeface="Cambria"/>
              </a:rPr>
              <a:t> → Safe Code Updates As Diffs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1800" i="1" cap="none">
                <a:latin typeface="Cambria"/>
                <a:ea typeface="Cambria"/>
              </a:rPr>
              <a:t>Database Agent</a:t>
            </a:r>
            <a:r>
              <a:rPr lang="en-GB" sz="1800" b="0" i="1" cap="none">
                <a:latin typeface="Cambria"/>
                <a:ea typeface="Cambria"/>
              </a:rPr>
              <a:t> → Schema + Migrations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1800" i="1" cap="none">
                <a:latin typeface="Cambria"/>
                <a:ea typeface="Cambria"/>
              </a:rPr>
              <a:t>DevOps Agent </a:t>
            </a:r>
            <a:r>
              <a:rPr lang="en-GB" sz="1800" b="0" i="1" cap="none">
                <a:latin typeface="Cambria"/>
                <a:ea typeface="Cambria"/>
              </a:rPr>
              <a:t>→ Docker + CI/CD Configs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1800" i="1" cap="none">
                <a:latin typeface="Cambria"/>
                <a:ea typeface="Cambria"/>
              </a:rPr>
              <a:t>Output</a:t>
            </a:r>
            <a:r>
              <a:rPr lang="en-GB" sz="1800" b="0" i="1" cap="none">
                <a:latin typeface="Cambria"/>
                <a:ea typeface="Cambria"/>
              </a:rPr>
              <a:t> → Runnable Prototype + Working Product After </a:t>
            </a:r>
            <a:r>
              <a:rPr lang="en-GB" sz="1600" b="0" i="1" cap="none">
                <a:latin typeface="Cambria"/>
                <a:ea typeface="Cambria"/>
              </a:rPr>
              <a:t>Approval</a:t>
            </a:r>
            <a:r>
              <a:rPr lang="en-GB" sz="1800" b="0" i="1" cap="none">
                <a:latin typeface="Cambria"/>
                <a:ea typeface="Cambria"/>
              </a:rPr>
              <a:t>/Testing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GB" sz="2000" b="0" i="1"/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GB" sz="2000" b="0" i="1"/>
          </a:p>
        </p:txBody>
      </p:sp>
      <p:sp>
        <p:nvSpPr>
          <p:cNvPr id="13" name="Title 4">
            <a:extLst>
              <a:ext uri="{FF2B5EF4-FFF2-40B4-BE49-F238E27FC236}">
                <a16:creationId xmlns:a16="http://schemas.microsoft.com/office/drawing/2014/main" id="{FB81A9A1-86F1-D7C8-328B-38A4EA107BD6}"/>
              </a:ext>
            </a:extLst>
          </p:cNvPr>
          <p:cNvSpPr txBox="1">
            <a:spLocks/>
          </p:cNvSpPr>
          <p:nvPr/>
        </p:nvSpPr>
        <p:spPr>
          <a:xfrm>
            <a:off x="373224" y="3612658"/>
            <a:ext cx="7470225" cy="231505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6816539"/>
                      <a:gd name="csY0" fmla="*/ 0 h 2616165"/>
                      <a:gd name="csX1" fmla="*/ 636210 w 6816539"/>
                      <a:gd name="csY1" fmla="*/ 0 h 2616165"/>
                      <a:gd name="csX2" fmla="*/ 1204255 w 6816539"/>
                      <a:gd name="csY2" fmla="*/ 0 h 2616165"/>
                      <a:gd name="csX3" fmla="*/ 1635969 w 6816539"/>
                      <a:gd name="csY3" fmla="*/ 0 h 2616165"/>
                      <a:gd name="csX4" fmla="*/ 2340345 w 6816539"/>
                      <a:gd name="csY4" fmla="*/ 0 h 2616165"/>
                      <a:gd name="csX5" fmla="*/ 2908390 w 6816539"/>
                      <a:gd name="csY5" fmla="*/ 0 h 2616165"/>
                      <a:gd name="csX6" fmla="*/ 3271939 w 6816539"/>
                      <a:gd name="csY6" fmla="*/ 0 h 2616165"/>
                      <a:gd name="csX7" fmla="*/ 3771818 w 6816539"/>
                      <a:gd name="csY7" fmla="*/ 0 h 2616165"/>
                      <a:gd name="csX8" fmla="*/ 4339863 w 6816539"/>
                      <a:gd name="csY8" fmla="*/ 0 h 2616165"/>
                      <a:gd name="csX9" fmla="*/ 4703412 w 6816539"/>
                      <a:gd name="csY9" fmla="*/ 0 h 2616165"/>
                      <a:gd name="csX10" fmla="*/ 5271457 w 6816539"/>
                      <a:gd name="csY10" fmla="*/ 0 h 2616165"/>
                      <a:gd name="csX11" fmla="*/ 5771336 w 6816539"/>
                      <a:gd name="csY11" fmla="*/ 0 h 2616165"/>
                      <a:gd name="csX12" fmla="*/ 6816539 w 6816539"/>
                      <a:gd name="csY12" fmla="*/ 0 h 2616165"/>
                      <a:gd name="csX13" fmla="*/ 6816539 w 6816539"/>
                      <a:gd name="csY13" fmla="*/ 444748 h 2616165"/>
                      <a:gd name="csX14" fmla="*/ 6816539 w 6816539"/>
                      <a:gd name="csY14" fmla="*/ 994143 h 2616165"/>
                      <a:gd name="csX15" fmla="*/ 6816539 w 6816539"/>
                      <a:gd name="csY15" fmla="*/ 1569699 h 2616165"/>
                      <a:gd name="csX16" fmla="*/ 6816539 w 6816539"/>
                      <a:gd name="csY16" fmla="*/ 2040609 h 2616165"/>
                      <a:gd name="csX17" fmla="*/ 6816539 w 6816539"/>
                      <a:gd name="csY17" fmla="*/ 2616165 h 2616165"/>
                      <a:gd name="csX18" fmla="*/ 6180329 w 6816539"/>
                      <a:gd name="csY18" fmla="*/ 2616165 h 2616165"/>
                      <a:gd name="csX19" fmla="*/ 5475953 w 6816539"/>
                      <a:gd name="csY19" fmla="*/ 2616165 h 2616165"/>
                      <a:gd name="csX20" fmla="*/ 4907908 w 6816539"/>
                      <a:gd name="csY20" fmla="*/ 2616165 h 2616165"/>
                      <a:gd name="csX21" fmla="*/ 4203532 w 6816539"/>
                      <a:gd name="csY21" fmla="*/ 2616165 h 2616165"/>
                      <a:gd name="csX22" fmla="*/ 3703653 w 6816539"/>
                      <a:gd name="csY22" fmla="*/ 2616165 h 2616165"/>
                      <a:gd name="csX23" fmla="*/ 3135608 w 6816539"/>
                      <a:gd name="csY23" fmla="*/ 2616165 h 2616165"/>
                      <a:gd name="csX24" fmla="*/ 2499398 w 6816539"/>
                      <a:gd name="csY24" fmla="*/ 2616165 h 2616165"/>
                      <a:gd name="csX25" fmla="*/ 1999518 w 6816539"/>
                      <a:gd name="csY25" fmla="*/ 2616165 h 2616165"/>
                      <a:gd name="csX26" fmla="*/ 1295142 w 6816539"/>
                      <a:gd name="csY26" fmla="*/ 2616165 h 2616165"/>
                      <a:gd name="csX27" fmla="*/ 795263 w 6816539"/>
                      <a:gd name="csY27" fmla="*/ 2616165 h 2616165"/>
                      <a:gd name="csX28" fmla="*/ 0 w 6816539"/>
                      <a:gd name="csY28" fmla="*/ 2616165 h 2616165"/>
                      <a:gd name="csX29" fmla="*/ 0 w 6816539"/>
                      <a:gd name="csY29" fmla="*/ 2119094 h 2616165"/>
                      <a:gd name="csX30" fmla="*/ 0 w 6816539"/>
                      <a:gd name="csY30" fmla="*/ 1569699 h 2616165"/>
                      <a:gd name="csX31" fmla="*/ 0 w 6816539"/>
                      <a:gd name="csY31" fmla="*/ 1124951 h 2616165"/>
                      <a:gd name="csX32" fmla="*/ 0 w 6816539"/>
                      <a:gd name="csY32" fmla="*/ 575556 h 2616165"/>
                      <a:gd name="csX33" fmla="*/ 0 w 6816539"/>
                      <a:gd name="csY33" fmla="*/ 0 h 261616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</a:cxnLst>
                    <a:rect l="l" t="t" r="r" b="b"/>
                    <a:pathLst>
                      <a:path w="6816539" h="2616165" fill="none" extrusionOk="0">
                        <a:moveTo>
                          <a:pt x="0" y="0"/>
                        </a:moveTo>
                        <a:cubicBezTo>
                          <a:pt x="284085" y="-56280"/>
                          <a:pt x="502511" y="36576"/>
                          <a:pt x="636210" y="0"/>
                        </a:cubicBezTo>
                        <a:cubicBezTo>
                          <a:pt x="769909" y="-36576"/>
                          <a:pt x="971522" y="55866"/>
                          <a:pt x="1204255" y="0"/>
                        </a:cubicBezTo>
                        <a:cubicBezTo>
                          <a:pt x="1436989" y="-55866"/>
                          <a:pt x="1440077" y="22935"/>
                          <a:pt x="1635969" y="0"/>
                        </a:cubicBezTo>
                        <a:cubicBezTo>
                          <a:pt x="1831861" y="-22935"/>
                          <a:pt x="2165744" y="4432"/>
                          <a:pt x="2340345" y="0"/>
                        </a:cubicBezTo>
                        <a:cubicBezTo>
                          <a:pt x="2514946" y="-4432"/>
                          <a:pt x="2734620" y="33422"/>
                          <a:pt x="2908390" y="0"/>
                        </a:cubicBezTo>
                        <a:cubicBezTo>
                          <a:pt x="3082160" y="-33422"/>
                          <a:pt x="3124422" y="24879"/>
                          <a:pt x="3271939" y="0"/>
                        </a:cubicBezTo>
                        <a:cubicBezTo>
                          <a:pt x="3419456" y="-24879"/>
                          <a:pt x="3669939" y="31568"/>
                          <a:pt x="3771818" y="0"/>
                        </a:cubicBezTo>
                        <a:cubicBezTo>
                          <a:pt x="3873697" y="-31568"/>
                          <a:pt x="4190565" y="32074"/>
                          <a:pt x="4339863" y="0"/>
                        </a:cubicBezTo>
                        <a:cubicBezTo>
                          <a:pt x="4489162" y="-32074"/>
                          <a:pt x="4580910" y="26656"/>
                          <a:pt x="4703412" y="0"/>
                        </a:cubicBezTo>
                        <a:cubicBezTo>
                          <a:pt x="4825914" y="-26656"/>
                          <a:pt x="5084622" y="30216"/>
                          <a:pt x="5271457" y="0"/>
                        </a:cubicBezTo>
                        <a:cubicBezTo>
                          <a:pt x="5458293" y="-30216"/>
                          <a:pt x="5607706" y="51405"/>
                          <a:pt x="5771336" y="0"/>
                        </a:cubicBezTo>
                        <a:cubicBezTo>
                          <a:pt x="5934966" y="-51405"/>
                          <a:pt x="6597513" y="110434"/>
                          <a:pt x="6816539" y="0"/>
                        </a:cubicBezTo>
                        <a:cubicBezTo>
                          <a:pt x="6862982" y="183962"/>
                          <a:pt x="6804875" y="296458"/>
                          <a:pt x="6816539" y="444748"/>
                        </a:cubicBezTo>
                        <a:cubicBezTo>
                          <a:pt x="6828203" y="593038"/>
                          <a:pt x="6795656" y="873059"/>
                          <a:pt x="6816539" y="994143"/>
                        </a:cubicBezTo>
                        <a:cubicBezTo>
                          <a:pt x="6837422" y="1115227"/>
                          <a:pt x="6773885" y="1370450"/>
                          <a:pt x="6816539" y="1569699"/>
                        </a:cubicBezTo>
                        <a:cubicBezTo>
                          <a:pt x="6859193" y="1768948"/>
                          <a:pt x="6800450" y="1883357"/>
                          <a:pt x="6816539" y="2040609"/>
                        </a:cubicBezTo>
                        <a:cubicBezTo>
                          <a:pt x="6832628" y="2197861"/>
                          <a:pt x="6754281" y="2331638"/>
                          <a:pt x="6816539" y="2616165"/>
                        </a:cubicBezTo>
                        <a:cubicBezTo>
                          <a:pt x="6561625" y="2647602"/>
                          <a:pt x="6411240" y="2611002"/>
                          <a:pt x="6180329" y="2616165"/>
                        </a:cubicBezTo>
                        <a:cubicBezTo>
                          <a:pt x="5949418" y="2621328"/>
                          <a:pt x="5819436" y="2596139"/>
                          <a:pt x="5475953" y="2616165"/>
                        </a:cubicBezTo>
                        <a:cubicBezTo>
                          <a:pt x="5132470" y="2636191"/>
                          <a:pt x="5045153" y="2562810"/>
                          <a:pt x="4907908" y="2616165"/>
                        </a:cubicBezTo>
                        <a:cubicBezTo>
                          <a:pt x="4770664" y="2669520"/>
                          <a:pt x="4487303" y="2535981"/>
                          <a:pt x="4203532" y="2616165"/>
                        </a:cubicBezTo>
                        <a:cubicBezTo>
                          <a:pt x="3919761" y="2696349"/>
                          <a:pt x="3911816" y="2581426"/>
                          <a:pt x="3703653" y="2616165"/>
                        </a:cubicBezTo>
                        <a:cubicBezTo>
                          <a:pt x="3495490" y="2650904"/>
                          <a:pt x="3399643" y="2583920"/>
                          <a:pt x="3135608" y="2616165"/>
                        </a:cubicBezTo>
                        <a:cubicBezTo>
                          <a:pt x="2871574" y="2648410"/>
                          <a:pt x="2658062" y="2580166"/>
                          <a:pt x="2499398" y="2616165"/>
                        </a:cubicBezTo>
                        <a:cubicBezTo>
                          <a:pt x="2340734" y="2652164"/>
                          <a:pt x="2136843" y="2589015"/>
                          <a:pt x="1999518" y="2616165"/>
                        </a:cubicBezTo>
                        <a:cubicBezTo>
                          <a:pt x="1862193" y="2643315"/>
                          <a:pt x="1464452" y="2600072"/>
                          <a:pt x="1295142" y="2616165"/>
                        </a:cubicBezTo>
                        <a:cubicBezTo>
                          <a:pt x="1125832" y="2632258"/>
                          <a:pt x="1004633" y="2601427"/>
                          <a:pt x="795263" y="2616165"/>
                        </a:cubicBezTo>
                        <a:cubicBezTo>
                          <a:pt x="585893" y="2630903"/>
                          <a:pt x="176290" y="2563807"/>
                          <a:pt x="0" y="2616165"/>
                        </a:cubicBezTo>
                        <a:cubicBezTo>
                          <a:pt x="-39649" y="2472067"/>
                          <a:pt x="22544" y="2323324"/>
                          <a:pt x="0" y="2119094"/>
                        </a:cubicBezTo>
                        <a:cubicBezTo>
                          <a:pt x="-22544" y="1914864"/>
                          <a:pt x="45642" y="1696040"/>
                          <a:pt x="0" y="1569699"/>
                        </a:cubicBezTo>
                        <a:cubicBezTo>
                          <a:pt x="-45642" y="1443358"/>
                          <a:pt x="30216" y="1244626"/>
                          <a:pt x="0" y="1124951"/>
                        </a:cubicBezTo>
                        <a:cubicBezTo>
                          <a:pt x="-30216" y="1005276"/>
                          <a:pt x="34778" y="806533"/>
                          <a:pt x="0" y="575556"/>
                        </a:cubicBezTo>
                        <a:cubicBezTo>
                          <a:pt x="-34778" y="344580"/>
                          <a:pt x="30942" y="126574"/>
                          <a:pt x="0" y="0"/>
                        </a:cubicBezTo>
                        <a:close/>
                      </a:path>
                      <a:path w="6816539" h="2616165" stroke="0" extrusionOk="0">
                        <a:moveTo>
                          <a:pt x="0" y="0"/>
                        </a:moveTo>
                        <a:cubicBezTo>
                          <a:pt x="174869" y="-55239"/>
                          <a:pt x="302869" y="59031"/>
                          <a:pt x="499880" y="0"/>
                        </a:cubicBezTo>
                        <a:cubicBezTo>
                          <a:pt x="696891" y="-59031"/>
                          <a:pt x="905620" y="13357"/>
                          <a:pt x="1067924" y="0"/>
                        </a:cubicBezTo>
                        <a:cubicBezTo>
                          <a:pt x="1230228" y="-13357"/>
                          <a:pt x="1422181" y="5151"/>
                          <a:pt x="1567804" y="0"/>
                        </a:cubicBezTo>
                        <a:cubicBezTo>
                          <a:pt x="1713427" y="-5151"/>
                          <a:pt x="1916217" y="59451"/>
                          <a:pt x="2204014" y="0"/>
                        </a:cubicBezTo>
                        <a:cubicBezTo>
                          <a:pt x="2491811" y="-59451"/>
                          <a:pt x="2483182" y="10616"/>
                          <a:pt x="2567563" y="0"/>
                        </a:cubicBezTo>
                        <a:cubicBezTo>
                          <a:pt x="2651944" y="-10616"/>
                          <a:pt x="3083400" y="83621"/>
                          <a:pt x="3271939" y="0"/>
                        </a:cubicBezTo>
                        <a:cubicBezTo>
                          <a:pt x="3460478" y="-83621"/>
                          <a:pt x="3595325" y="26202"/>
                          <a:pt x="3703653" y="0"/>
                        </a:cubicBezTo>
                        <a:cubicBezTo>
                          <a:pt x="3811981" y="-26202"/>
                          <a:pt x="3989756" y="7472"/>
                          <a:pt x="4067202" y="0"/>
                        </a:cubicBezTo>
                        <a:cubicBezTo>
                          <a:pt x="4144648" y="-7472"/>
                          <a:pt x="4344572" y="1615"/>
                          <a:pt x="4430750" y="0"/>
                        </a:cubicBezTo>
                        <a:cubicBezTo>
                          <a:pt x="4516928" y="-1615"/>
                          <a:pt x="4889822" y="5721"/>
                          <a:pt x="5066961" y="0"/>
                        </a:cubicBezTo>
                        <a:cubicBezTo>
                          <a:pt x="5244100" y="-5721"/>
                          <a:pt x="5435664" y="22828"/>
                          <a:pt x="5703171" y="0"/>
                        </a:cubicBezTo>
                        <a:cubicBezTo>
                          <a:pt x="5970678" y="-22828"/>
                          <a:pt x="6044889" y="38422"/>
                          <a:pt x="6271216" y="0"/>
                        </a:cubicBezTo>
                        <a:cubicBezTo>
                          <a:pt x="6497543" y="-38422"/>
                          <a:pt x="6617249" y="58119"/>
                          <a:pt x="6816539" y="0"/>
                        </a:cubicBezTo>
                        <a:cubicBezTo>
                          <a:pt x="6840190" y="173303"/>
                          <a:pt x="6795450" y="302637"/>
                          <a:pt x="6816539" y="470910"/>
                        </a:cubicBezTo>
                        <a:cubicBezTo>
                          <a:pt x="6837628" y="639183"/>
                          <a:pt x="6811533" y="834802"/>
                          <a:pt x="6816539" y="941819"/>
                        </a:cubicBezTo>
                        <a:cubicBezTo>
                          <a:pt x="6821545" y="1048836"/>
                          <a:pt x="6793855" y="1200668"/>
                          <a:pt x="6816539" y="1386567"/>
                        </a:cubicBezTo>
                        <a:cubicBezTo>
                          <a:pt x="6839223" y="1572466"/>
                          <a:pt x="6794105" y="1798420"/>
                          <a:pt x="6816539" y="1909800"/>
                        </a:cubicBezTo>
                        <a:cubicBezTo>
                          <a:pt x="6838973" y="2021180"/>
                          <a:pt x="6776554" y="2316189"/>
                          <a:pt x="6816539" y="2616165"/>
                        </a:cubicBezTo>
                        <a:cubicBezTo>
                          <a:pt x="6599616" y="2651634"/>
                          <a:pt x="6328971" y="2579198"/>
                          <a:pt x="6180329" y="2616165"/>
                        </a:cubicBezTo>
                        <a:cubicBezTo>
                          <a:pt x="6031687" y="2653132"/>
                          <a:pt x="5801341" y="2533388"/>
                          <a:pt x="5475953" y="2616165"/>
                        </a:cubicBezTo>
                        <a:cubicBezTo>
                          <a:pt x="5150565" y="2698942"/>
                          <a:pt x="5081259" y="2567692"/>
                          <a:pt x="4976073" y="2616165"/>
                        </a:cubicBezTo>
                        <a:cubicBezTo>
                          <a:pt x="4870887" y="2664638"/>
                          <a:pt x="4647765" y="2584343"/>
                          <a:pt x="4339863" y="2616165"/>
                        </a:cubicBezTo>
                        <a:cubicBezTo>
                          <a:pt x="4031961" y="2647987"/>
                          <a:pt x="3860104" y="2543904"/>
                          <a:pt x="3703653" y="2616165"/>
                        </a:cubicBezTo>
                        <a:cubicBezTo>
                          <a:pt x="3547202" y="2688426"/>
                          <a:pt x="3297807" y="2574710"/>
                          <a:pt x="3135608" y="2616165"/>
                        </a:cubicBezTo>
                        <a:cubicBezTo>
                          <a:pt x="2973409" y="2657620"/>
                          <a:pt x="2757990" y="2603205"/>
                          <a:pt x="2635728" y="2616165"/>
                        </a:cubicBezTo>
                        <a:cubicBezTo>
                          <a:pt x="2513466" y="2629125"/>
                          <a:pt x="2379255" y="2605334"/>
                          <a:pt x="2204014" y="2616165"/>
                        </a:cubicBezTo>
                        <a:cubicBezTo>
                          <a:pt x="2028773" y="2626996"/>
                          <a:pt x="2002008" y="2591338"/>
                          <a:pt x="1840466" y="2616165"/>
                        </a:cubicBezTo>
                        <a:cubicBezTo>
                          <a:pt x="1678924" y="2640992"/>
                          <a:pt x="1394063" y="2549746"/>
                          <a:pt x="1136090" y="2616165"/>
                        </a:cubicBezTo>
                        <a:cubicBezTo>
                          <a:pt x="878117" y="2682584"/>
                          <a:pt x="901647" y="2583304"/>
                          <a:pt x="772541" y="2616165"/>
                        </a:cubicBezTo>
                        <a:cubicBezTo>
                          <a:pt x="643435" y="2649026"/>
                          <a:pt x="207474" y="2536185"/>
                          <a:pt x="0" y="2616165"/>
                        </a:cubicBezTo>
                        <a:cubicBezTo>
                          <a:pt x="-4641" y="2501180"/>
                          <a:pt x="34528" y="2296763"/>
                          <a:pt x="0" y="2092932"/>
                        </a:cubicBezTo>
                        <a:cubicBezTo>
                          <a:pt x="-34528" y="1889101"/>
                          <a:pt x="6200" y="1843431"/>
                          <a:pt x="0" y="1648184"/>
                        </a:cubicBezTo>
                        <a:cubicBezTo>
                          <a:pt x="-6200" y="1452937"/>
                          <a:pt x="46059" y="1319576"/>
                          <a:pt x="0" y="1124951"/>
                        </a:cubicBezTo>
                        <a:cubicBezTo>
                          <a:pt x="-46059" y="930326"/>
                          <a:pt x="6698" y="876089"/>
                          <a:pt x="0" y="627880"/>
                        </a:cubicBezTo>
                        <a:cubicBezTo>
                          <a:pt x="-6698" y="379671"/>
                          <a:pt x="9258" y="1554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1800" i="1" cap="none">
                <a:latin typeface="Cambria"/>
                <a:ea typeface="Cambria"/>
              </a:rPr>
              <a:t>Inputs From Earlier Agents:</a:t>
            </a:r>
            <a:r>
              <a:rPr lang="en-GB" sz="1800" b="0" i="1" cap="none">
                <a:latin typeface="Cambria"/>
                <a:ea typeface="Cambria"/>
              </a:rPr>
              <a:t> API Contract, UI Component List, System Constraints</a:t>
            </a:r>
            <a:endParaRPr lang="en-GB" sz="1800" i="1">
              <a:latin typeface="Cambria"/>
              <a:ea typeface="Cambria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1800" i="1" cap="none">
                <a:latin typeface="Cambria"/>
                <a:ea typeface="Cambria"/>
              </a:rPr>
              <a:t>Common Coordinator:</a:t>
            </a:r>
            <a:r>
              <a:rPr lang="en-GB" sz="1800" b="0" i="1" cap="none">
                <a:latin typeface="Cambria"/>
                <a:ea typeface="Cambria"/>
              </a:rPr>
              <a:t> Orchestrator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1800" i="1" cap="none">
                <a:latin typeface="Cambria"/>
                <a:ea typeface="Cambria"/>
              </a:rPr>
              <a:t>Version Control:</a:t>
            </a:r>
            <a:r>
              <a:rPr lang="en-GB" sz="1800" b="0" i="1" cap="none">
                <a:latin typeface="Cambria"/>
                <a:ea typeface="Cambria"/>
              </a:rPr>
              <a:t> Git For Patch History And Rollback</a:t>
            </a:r>
            <a:endParaRPr lang="en-GB" sz="1800" i="1">
              <a:latin typeface="Cambria"/>
              <a:ea typeface="Cambria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1800" i="1" cap="none">
                <a:latin typeface="Cambria"/>
                <a:ea typeface="Cambria"/>
              </a:rPr>
              <a:t>Execution Environment:</a:t>
            </a:r>
            <a:r>
              <a:rPr lang="en-GB" sz="1800" b="0" i="1" cap="none">
                <a:latin typeface="Cambria"/>
                <a:ea typeface="Cambria"/>
              </a:rPr>
              <a:t> Docker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1800" i="1" cap="none">
                <a:latin typeface="Cambria"/>
                <a:ea typeface="Cambria"/>
              </a:rPr>
              <a:t>CI Support:</a:t>
            </a:r>
            <a:r>
              <a:rPr lang="en-GB" sz="1800" b="0" i="1" cap="none">
                <a:latin typeface="Cambria"/>
                <a:ea typeface="Cambria"/>
              </a:rPr>
              <a:t> </a:t>
            </a:r>
            <a:r>
              <a:rPr lang="en-GB" sz="1800" b="0" i="1" cap="none" err="1">
                <a:latin typeface="Cambria"/>
                <a:ea typeface="Cambria"/>
              </a:rPr>
              <a:t>Github</a:t>
            </a:r>
            <a:r>
              <a:rPr lang="en-GB" sz="1800" b="0" i="1" cap="none">
                <a:latin typeface="Cambria"/>
                <a:ea typeface="Cambria"/>
              </a:rPr>
              <a:t> Actions Or Similar CI Service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1800" i="1" cap="none">
                <a:latin typeface="Cambria"/>
                <a:ea typeface="Cambria"/>
              </a:rPr>
              <a:t>LLM Support: </a:t>
            </a:r>
            <a:r>
              <a:rPr lang="en-GB" sz="1800" b="0" i="1" cap="none" err="1">
                <a:latin typeface="Cambria"/>
                <a:ea typeface="Cambria"/>
              </a:rPr>
              <a:t>deepseek</a:t>
            </a:r>
            <a:r>
              <a:rPr lang="en-GB" sz="1800" b="0" i="1" cap="none">
                <a:latin typeface="Cambria"/>
                <a:ea typeface="Cambria"/>
              </a:rPr>
              <a:t> / Hugging Face / Lovable</a:t>
            </a:r>
          </a:p>
          <a:p>
            <a:endParaRPr lang="en-GB" sz="1800" b="0" i="1" cap="none">
              <a:latin typeface="Cambria"/>
              <a:ea typeface="Cambri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7C705B-40D7-03EF-0E75-EB6CDE52B49E}"/>
              </a:ext>
            </a:extLst>
          </p:cNvPr>
          <p:cNvSpPr txBox="1"/>
          <p:nvPr/>
        </p:nvSpPr>
        <p:spPr>
          <a:xfrm>
            <a:off x="3415862" y="6536121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baseline="0">
                <a:latin typeface="Cambria"/>
              </a:rPr>
              <a:t>IT22157232</a:t>
            </a:r>
            <a:r>
              <a:rPr lang="en-US" sz="1800" baseline="0">
                <a:latin typeface="Cambria"/>
              </a:rPr>
              <a:t> | </a:t>
            </a:r>
            <a:r>
              <a:rPr lang="en-US" sz="1800" b="1" baseline="0">
                <a:latin typeface="Cambria"/>
              </a:rPr>
              <a:t>Dissanayake T.C | R26-SE-033</a:t>
            </a:r>
            <a:endParaRPr lang="en-US"/>
          </a:p>
          <a:p>
            <a:pPr algn="ctr"/>
            <a:endParaRPr lang="en-US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1A2C59BD-3FA5-D460-9F2B-23BF2E5FB7A0}"/>
              </a:ext>
            </a:extLst>
          </p:cNvPr>
          <p:cNvSpPr txBox="1">
            <a:spLocks/>
          </p:cNvSpPr>
          <p:nvPr/>
        </p:nvSpPr>
        <p:spPr>
          <a:xfrm>
            <a:off x="373224" y="1732697"/>
            <a:ext cx="2763515" cy="975779"/>
          </a:xfrm>
          <a:prstGeom prst="roundRect">
            <a:avLst/>
          </a:prstGeom>
          <a:noFill/>
          <a:ln w="28575">
            <a:solidFill>
              <a:schemeClr val="bg1">
                <a:lumMod val="7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3773247103">
                  <a:custGeom>
                    <a:avLst/>
                    <a:gdLst>
                      <a:gd name="csX0" fmla="*/ 0 w 3432464"/>
                      <a:gd name="csY0" fmla="*/ 0 h 531595"/>
                      <a:gd name="csX1" fmla="*/ 640727 w 3432464"/>
                      <a:gd name="csY1" fmla="*/ 0 h 531595"/>
                      <a:gd name="csX2" fmla="*/ 1109830 w 3432464"/>
                      <a:gd name="csY2" fmla="*/ 0 h 531595"/>
                      <a:gd name="csX3" fmla="*/ 1578933 w 3432464"/>
                      <a:gd name="csY3" fmla="*/ 0 h 531595"/>
                      <a:gd name="csX4" fmla="*/ 2219660 w 3432464"/>
                      <a:gd name="csY4" fmla="*/ 0 h 531595"/>
                      <a:gd name="csX5" fmla="*/ 2791737 w 3432464"/>
                      <a:gd name="csY5" fmla="*/ 0 h 531595"/>
                      <a:gd name="csX6" fmla="*/ 3432464 w 3432464"/>
                      <a:gd name="csY6" fmla="*/ 0 h 531595"/>
                      <a:gd name="csX7" fmla="*/ 3432464 w 3432464"/>
                      <a:gd name="csY7" fmla="*/ 531595 h 531595"/>
                      <a:gd name="csX8" fmla="*/ 2791737 w 3432464"/>
                      <a:gd name="csY8" fmla="*/ 531595 h 531595"/>
                      <a:gd name="csX9" fmla="*/ 2219660 w 3432464"/>
                      <a:gd name="csY9" fmla="*/ 531595 h 531595"/>
                      <a:gd name="csX10" fmla="*/ 1578933 w 3432464"/>
                      <a:gd name="csY10" fmla="*/ 531595 h 531595"/>
                      <a:gd name="csX11" fmla="*/ 1109830 w 3432464"/>
                      <a:gd name="csY11" fmla="*/ 531595 h 531595"/>
                      <a:gd name="csX12" fmla="*/ 572077 w 3432464"/>
                      <a:gd name="csY12" fmla="*/ 531595 h 531595"/>
                      <a:gd name="csX13" fmla="*/ 0 w 3432464"/>
                      <a:gd name="csY13" fmla="*/ 531595 h 531595"/>
                      <a:gd name="csX14" fmla="*/ 0 w 3432464"/>
                      <a:gd name="csY14" fmla="*/ 0 h 53159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3432464" h="531595" extrusionOk="0">
                        <a:moveTo>
                          <a:pt x="0" y="0"/>
                        </a:moveTo>
                        <a:cubicBezTo>
                          <a:pt x="317494" y="-42052"/>
                          <a:pt x="341571" y="33469"/>
                          <a:pt x="640727" y="0"/>
                        </a:cubicBezTo>
                        <a:cubicBezTo>
                          <a:pt x="939883" y="-33469"/>
                          <a:pt x="941545" y="11861"/>
                          <a:pt x="1109830" y="0"/>
                        </a:cubicBezTo>
                        <a:cubicBezTo>
                          <a:pt x="1278115" y="-11861"/>
                          <a:pt x="1445935" y="4871"/>
                          <a:pt x="1578933" y="0"/>
                        </a:cubicBezTo>
                        <a:cubicBezTo>
                          <a:pt x="1711931" y="-4871"/>
                          <a:pt x="2073945" y="30318"/>
                          <a:pt x="2219660" y="0"/>
                        </a:cubicBezTo>
                        <a:cubicBezTo>
                          <a:pt x="2365375" y="-30318"/>
                          <a:pt x="2657237" y="55175"/>
                          <a:pt x="2791737" y="0"/>
                        </a:cubicBezTo>
                        <a:cubicBezTo>
                          <a:pt x="2926237" y="-55175"/>
                          <a:pt x="3303616" y="32636"/>
                          <a:pt x="3432464" y="0"/>
                        </a:cubicBezTo>
                        <a:cubicBezTo>
                          <a:pt x="3472867" y="165178"/>
                          <a:pt x="3385654" y="285025"/>
                          <a:pt x="3432464" y="531595"/>
                        </a:cubicBezTo>
                        <a:cubicBezTo>
                          <a:pt x="3185718" y="606407"/>
                          <a:pt x="2964633" y="492176"/>
                          <a:pt x="2791737" y="531595"/>
                        </a:cubicBezTo>
                        <a:cubicBezTo>
                          <a:pt x="2618841" y="571014"/>
                          <a:pt x="2449408" y="522809"/>
                          <a:pt x="2219660" y="531595"/>
                        </a:cubicBezTo>
                        <a:cubicBezTo>
                          <a:pt x="1989912" y="540381"/>
                          <a:pt x="1857007" y="515838"/>
                          <a:pt x="1578933" y="531595"/>
                        </a:cubicBezTo>
                        <a:cubicBezTo>
                          <a:pt x="1300859" y="547352"/>
                          <a:pt x="1321533" y="510969"/>
                          <a:pt x="1109830" y="531595"/>
                        </a:cubicBezTo>
                        <a:cubicBezTo>
                          <a:pt x="898127" y="552221"/>
                          <a:pt x="709921" y="504467"/>
                          <a:pt x="572077" y="531595"/>
                        </a:cubicBezTo>
                        <a:cubicBezTo>
                          <a:pt x="434233" y="558723"/>
                          <a:pt x="283507" y="505368"/>
                          <a:pt x="0" y="531595"/>
                        </a:cubicBezTo>
                        <a:cubicBezTo>
                          <a:pt x="-13824" y="383066"/>
                          <a:pt x="53379" y="1528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800" b="1" i="1">
                <a:solidFill>
                  <a:schemeClr val="tx1"/>
                </a:solidFill>
                <a:latin typeface="Cambria"/>
                <a:ea typeface="Cambria"/>
              </a:rPr>
              <a:t>System Overview</a:t>
            </a:r>
            <a:endParaRPr lang="en-US" b="1" i="1">
              <a:solidFill>
                <a:schemeClr val="tx1"/>
              </a:solidFill>
              <a:latin typeface="Cambria"/>
              <a:ea typeface="Cambria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A8C3FF4-2844-B38D-5DFC-A6FD64DF6BE7}"/>
              </a:ext>
            </a:extLst>
          </p:cNvPr>
          <p:cNvSpPr txBox="1">
            <a:spLocks/>
          </p:cNvSpPr>
          <p:nvPr/>
        </p:nvSpPr>
        <p:spPr>
          <a:xfrm>
            <a:off x="8275900" y="4144482"/>
            <a:ext cx="3414532" cy="1771706"/>
          </a:xfrm>
          <a:prstGeom prst="roundRect">
            <a:avLst/>
          </a:prstGeom>
          <a:noFill/>
          <a:ln w="28575">
            <a:solidFill>
              <a:schemeClr val="bg1">
                <a:lumMod val="7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3773247103">
                  <a:custGeom>
                    <a:avLst/>
                    <a:gdLst>
                      <a:gd name="csX0" fmla="*/ 0 w 3432464"/>
                      <a:gd name="csY0" fmla="*/ 0 h 531595"/>
                      <a:gd name="csX1" fmla="*/ 640727 w 3432464"/>
                      <a:gd name="csY1" fmla="*/ 0 h 531595"/>
                      <a:gd name="csX2" fmla="*/ 1109830 w 3432464"/>
                      <a:gd name="csY2" fmla="*/ 0 h 531595"/>
                      <a:gd name="csX3" fmla="*/ 1578933 w 3432464"/>
                      <a:gd name="csY3" fmla="*/ 0 h 531595"/>
                      <a:gd name="csX4" fmla="*/ 2219660 w 3432464"/>
                      <a:gd name="csY4" fmla="*/ 0 h 531595"/>
                      <a:gd name="csX5" fmla="*/ 2791737 w 3432464"/>
                      <a:gd name="csY5" fmla="*/ 0 h 531595"/>
                      <a:gd name="csX6" fmla="*/ 3432464 w 3432464"/>
                      <a:gd name="csY6" fmla="*/ 0 h 531595"/>
                      <a:gd name="csX7" fmla="*/ 3432464 w 3432464"/>
                      <a:gd name="csY7" fmla="*/ 531595 h 531595"/>
                      <a:gd name="csX8" fmla="*/ 2791737 w 3432464"/>
                      <a:gd name="csY8" fmla="*/ 531595 h 531595"/>
                      <a:gd name="csX9" fmla="*/ 2219660 w 3432464"/>
                      <a:gd name="csY9" fmla="*/ 531595 h 531595"/>
                      <a:gd name="csX10" fmla="*/ 1578933 w 3432464"/>
                      <a:gd name="csY10" fmla="*/ 531595 h 531595"/>
                      <a:gd name="csX11" fmla="*/ 1109830 w 3432464"/>
                      <a:gd name="csY11" fmla="*/ 531595 h 531595"/>
                      <a:gd name="csX12" fmla="*/ 572077 w 3432464"/>
                      <a:gd name="csY12" fmla="*/ 531595 h 531595"/>
                      <a:gd name="csX13" fmla="*/ 0 w 3432464"/>
                      <a:gd name="csY13" fmla="*/ 531595 h 531595"/>
                      <a:gd name="csX14" fmla="*/ 0 w 3432464"/>
                      <a:gd name="csY14" fmla="*/ 0 h 53159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3432464" h="531595" extrusionOk="0">
                        <a:moveTo>
                          <a:pt x="0" y="0"/>
                        </a:moveTo>
                        <a:cubicBezTo>
                          <a:pt x="317494" y="-42052"/>
                          <a:pt x="341571" y="33469"/>
                          <a:pt x="640727" y="0"/>
                        </a:cubicBezTo>
                        <a:cubicBezTo>
                          <a:pt x="939883" y="-33469"/>
                          <a:pt x="941545" y="11861"/>
                          <a:pt x="1109830" y="0"/>
                        </a:cubicBezTo>
                        <a:cubicBezTo>
                          <a:pt x="1278115" y="-11861"/>
                          <a:pt x="1445935" y="4871"/>
                          <a:pt x="1578933" y="0"/>
                        </a:cubicBezTo>
                        <a:cubicBezTo>
                          <a:pt x="1711931" y="-4871"/>
                          <a:pt x="2073945" y="30318"/>
                          <a:pt x="2219660" y="0"/>
                        </a:cubicBezTo>
                        <a:cubicBezTo>
                          <a:pt x="2365375" y="-30318"/>
                          <a:pt x="2657237" y="55175"/>
                          <a:pt x="2791737" y="0"/>
                        </a:cubicBezTo>
                        <a:cubicBezTo>
                          <a:pt x="2926237" y="-55175"/>
                          <a:pt x="3303616" y="32636"/>
                          <a:pt x="3432464" y="0"/>
                        </a:cubicBezTo>
                        <a:cubicBezTo>
                          <a:pt x="3472867" y="165178"/>
                          <a:pt x="3385654" y="285025"/>
                          <a:pt x="3432464" y="531595"/>
                        </a:cubicBezTo>
                        <a:cubicBezTo>
                          <a:pt x="3185718" y="606407"/>
                          <a:pt x="2964633" y="492176"/>
                          <a:pt x="2791737" y="531595"/>
                        </a:cubicBezTo>
                        <a:cubicBezTo>
                          <a:pt x="2618841" y="571014"/>
                          <a:pt x="2449408" y="522809"/>
                          <a:pt x="2219660" y="531595"/>
                        </a:cubicBezTo>
                        <a:cubicBezTo>
                          <a:pt x="1989912" y="540381"/>
                          <a:pt x="1857007" y="515838"/>
                          <a:pt x="1578933" y="531595"/>
                        </a:cubicBezTo>
                        <a:cubicBezTo>
                          <a:pt x="1300859" y="547352"/>
                          <a:pt x="1321533" y="510969"/>
                          <a:pt x="1109830" y="531595"/>
                        </a:cubicBezTo>
                        <a:cubicBezTo>
                          <a:pt x="898127" y="552221"/>
                          <a:pt x="709921" y="504467"/>
                          <a:pt x="572077" y="531595"/>
                        </a:cubicBezTo>
                        <a:cubicBezTo>
                          <a:pt x="434233" y="558723"/>
                          <a:pt x="283507" y="505368"/>
                          <a:pt x="0" y="531595"/>
                        </a:cubicBezTo>
                        <a:cubicBezTo>
                          <a:pt x="-13824" y="383066"/>
                          <a:pt x="53379" y="15282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2800" b="1" i="1">
                <a:solidFill>
                  <a:schemeClr val="tx1"/>
                </a:solidFill>
                <a:latin typeface="Cambria"/>
                <a:ea typeface="Cambria"/>
              </a:rPr>
              <a:t>Dependencies &amp; Common Components</a:t>
            </a:r>
            <a:endParaRPr lang="en-US" b="1" i="1">
              <a:solidFill>
                <a:schemeClr val="tx1"/>
              </a:solidFill>
              <a:latin typeface="Cambria"/>
              <a:ea typeface="Cambria"/>
            </a:endParaRPr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D20A5725-801D-3649-7863-F8F0B48D15B0}"/>
              </a:ext>
            </a:extLst>
          </p:cNvPr>
          <p:cNvCxnSpPr>
            <a:cxnSpLocks/>
          </p:cNvCxnSpPr>
          <p:nvPr/>
        </p:nvCxnSpPr>
        <p:spPr>
          <a:xfrm>
            <a:off x="3032567" y="2708476"/>
            <a:ext cx="702010" cy="345441"/>
          </a:xfrm>
          <a:prstGeom prst="curvedConnector3">
            <a:avLst/>
          </a:prstGeom>
          <a:ln w="28575"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FC8C09F0-76C2-F8C1-12EE-E220F68C6774}"/>
              </a:ext>
            </a:extLst>
          </p:cNvPr>
          <p:cNvCxnSpPr>
            <a:cxnSpLocks/>
          </p:cNvCxnSpPr>
          <p:nvPr/>
        </p:nvCxnSpPr>
        <p:spPr>
          <a:xfrm rot="10800000">
            <a:off x="7843452" y="3889856"/>
            <a:ext cx="698665" cy="254626"/>
          </a:xfrm>
          <a:prstGeom prst="curvedConnector3">
            <a:avLst/>
          </a:prstGeom>
          <a:ln w="28575"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Single gear outline">
            <a:extLst>
              <a:ext uri="{FF2B5EF4-FFF2-40B4-BE49-F238E27FC236}">
                <a16:creationId xmlns:a16="http://schemas.microsoft.com/office/drawing/2014/main" id="{ED82E25A-2634-56F2-20C3-0EB0F760BB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06906" y="2220438"/>
            <a:ext cx="1410846" cy="1423984"/>
          </a:xfrm>
          <a:prstGeom prst="rect">
            <a:avLst/>
          </a:prstGeom>
        </p:spPr>
      </p:pic>
      <p:pic>
        <p:nvPicPr>
          <p:cNvPr id="9" name="Graphic 8" descr="Clipboard Checked with solid fill">
            <a:extLst>
              <a:ext uri="{FF2B5EF4-FFF2-40B4-BE49-F238E27FC236}">
                <a16:creationId xmlns:a16="http://schemas.microsoft.com/office/drawing/2014/main" id="{ABA51B37-2696-4473-6805-547EDFD0FE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0498" y="528962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4688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CACD4-6B93-1843-ECB7-1FFCD2A70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145E5EB-3BCD-42F7-F629-DD0675C4D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742838"/>
            <a:ext cx="9144000" cy="755426"/>
          </a:xfrm>
        </p:spPr>
        <p:txBody>
          <a:bodyPr>
            <a:normAutofit fontScale="90000"/>
          </a:bodyPr>
          <a:lstStyle/>
          <a:p>
            <a:r>
              <a:rPr lang="en-GB" sz="4400"/>
              <a:t>IT22102478 </a:t>
            </a:r>
            <a:r>
              <a:rPr lang="en-US" sz="4400"/>
              <a:t> | </a:t>
            </a:r>
            <a:r>
              <a:rPr lang="en-GB" sz="4400" err="1"/>
              <a:t>Oberathna</a:t>
            </a:r>
            <a:r>
              <a:rPr lang="en-GB" sz="4400"/>
              <a:t> R.D.T.D </a:t>
            </a:r>
            <a:r>
              <a:rPr lang="en-GB" b="0"/>
              <a:t>	</a:t>
            </a:r>
            <a:br>
              <a:rPr lang="en-GB" b="0"/>
            </a:br>
            <a:endParaRPr lang="en-US" u="sng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ECE7EDF-6759-1948-256D-4EE75DFF0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996" y="3425127"/>
            <a:ext cx="9144000" cy="7461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3773247103">
                  <a:custGeom>
                    <a:avLst/>
                    <a:gdLst>
                      <a:gd name="csX0" fmla="*/ 0 w 9144000"/>
                      <a:gd name="csY0" fmla="*/ 0 h 746185"/>
                      <a:gd name="csX1" fmla="*/ 388620 w 9144000"/>
                      <a:gd name="csY1" fmla="*/ 0 h 746185"/>
                      <a:gd name="csX2" fmla="*/ 960120 w 9144000"/>
                      <a:gd name="csY2" fmla="*/ 0 h 746185"/>
                      <a:gd name="csX3" fmla="*/ 1623060 w 9144000"/>
                      <a:gd name="csY3" fmla="*/ 0 h 746185"/>
                      <a:gd name="csX4" fmla="*/ 2011680 w 9144000"/>
                      <a:gd name="csY4" fmla="*/ 0 h 746185"/>
                      <a:gd name="csX5" fmla="*/ 2766060 w 9144000"/>
                      <a:gd name="csY5" fmla="*/ 0 h 746185"/>
                      <a:gd name="csX6" fmla="*/ 3154680 w 9144000"/>
                      <a:gd name="csY6" fmla="*/ 0 h 746185"/>
                      <a:gd name="csX7" fmla="*/ 3451860 w 9144000"/>
                      <a:gd name="csY7" fmla="*/ 0 h 746185"/>
                      <a:gd name="csX8" fmla="*/ 3931920 w 9144000"/>
                      <a:gd name="csY8" fmla="*/ 0 h 746185"/>
                      <a:gd name="csX9" fmla="*/ 4503420 w 9144000"/>
                      <a:gd name="csY9" fmla="*/ 0 h 746185"/>
                      <a:gd name="csX10" fmla="*/ 5074920 w 9144000"/>
                      <a:gd name="csY10" fmla="*/ 0 h 746185"/>
                      <a:gd name="csX11" fmla="*/ 5463540 w 9144000"/>
                      <a:gd name="csY11" fmla="*/ 0 h 746185"/>
                      <a:gd name="csX12" fmla="*/ 6035040 w 9144000"/>
                      <a:gd name="csY12" fmla="*/ 0 h 746185"/>
                      <a:gd name="csX13" fmla="*/ 6423660 w 9144000"/>
                      <a:gd name="csY13" fmla="*/ 0 h 746185"/>
                      <a:gd name="csX14" fmla="*/ 6903720 w 9144000"/>
                      <a:gd name="csY14" fmla="*/ 0 h 746185"/>
                      <a:gd name="csX15" fmla="*/ 7200900 w 9144000"/>
                      <a:gd name="csY15" fmla="*/ 0 h 746185"/>
                      <a:gd name="csX16" fmla="*/ 7955280 w 9144000"/>
                      <a:gd name="csY16" fmla="*/ 0 h 746185"/>
                      <a:gd name="csX17" fmla="*/ 8343900 w 9144000"/>
                      <a:gd name="csY17" fmla="*/ 0 h 746185"/>
                      <a:gd name="csX18" fmla="*/ 9144000 w 9144000"/>
                      <a:gd name="csY18" fmla="*/ 0 h 746185"/>
                      <a:gd name="csX19" fmla="*/ 9144000 w 9144000"/>
                      <a:gd name="csY19" fmla="*/ 380554 h 746185"/>
                      <a:gd name="csX20" fmla="*/ 9144000 w 9144000"/>
                      <a:gd name="csY20" fmla="*/ 746185 h 746185"/>
                      <a:gd name="csX21" fmla="*/ 8481060 w 9144000"/>
                      <a:gd name="csY21" fmla="*/ 746185 h 746185"/>
                      <a:gd name="csX22" fmla="*/ 8001000 w 9144000"/>
                      <a:gd name="csY22" fmla="*/ 746185 h 746185"/>
                      <a:gd name="csX23" fmla="*/ 7703820 w 9144000"/>
                      <a:gd name="csY23" fmla="*/ 746185 h 746185"/>
                      <a:gd name="csX24" fmla="*/ 7315200 w 9144000"/>
                      <a:gd name="csY24" fmla="*/ 746185 h 746185"/>
                      <a:gd name="csX25" fmla="*/ 6743700 w 9144000"/>
                      <a:gd name="csY25" fmla="*/ 746185 h 746185"/>
                      <a:gd name="csX26" fmla="*/ 6355080 w 9144000"/>
                      <a:gd name="csY26" fmla="*/ 746185 h 746185"/>
                      <a:gd name="csX27" fmla="*/ 5600700 w 9144000"/>
                      <a:gd name="csY27" fmla="*/ 746185 h 746185"/>
                      <a:gd name="csX28" fmla="*/ 4846320 w 9144000"/>
                      <a:gd name="csY28" fmla="*/ 746185 h 746185"/>
                      <a:gd name="csX29" fmla="*/ 4274820 w 9144000"/>
                      <a:gd name="csY29" fmla="*/ 746185 h 746185"/>
                      <a:gd name="csX30" fmla="*/ 3520440 w 9144000"/>
                      <a:gd name="csY30" fmla="*/ 746185 h 746185"/>
                      <a:gd name="csX31" fmla="*/ 3040380 w 9144000"/>
                      <a:gd name="csY31" fmla="*/ 746185 h 746185"/>
                      <a:gd name="csX32" fmla="*/ 2560320 w 9144000"/>
                      <a:gd name="csY32" fmla="*/ 746185 h 746185"/>
                      <a:gd name="csX33" fmla="*/ 2171700 w 9144000"/>
                      <a:gd name="csY33" fmla="*/ 746185 h 746185"/>
                      <a:gd name="csX34" fmla="*/ 1783080 w 9144000"/>
                      <a:gd name="csY34" fmla="*/ 746185 h 746185"/>
                      <a:gd name="csX35" fmla="*/ 1211580 w 9144000"/>
                      <a:gd name="csY35" fmla="*/ 746185 h 746185"/>
                      <a:gd name="csX36" fmla="*/ 640080 w 9144000"/>
                      <a:gd name="csY36" fmla="*/ 746185 h 746185"/>
                      <a:gd name="csX37" fmla="*/ 0 w 9144000"/>
                      <a:gd name="csY37" fmla="*/ 746185 h 746185"/>
                      <a:gd name="csX38" fmla="*/ 0 w 9144000"/>
                      <a:gd name="csY38" fmla="*/ 380554 h 746185"/>
                      <a:gd name="csX39" fmla="*/ 0 w 9144000"/>
                      <a:gd name="csY39" fmla="*/ 0 h 74618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</a:cxnLst>
                    <a:rect l="l" t="t" r="r" b="b"/>
                    <a:pathLst>
                      <a:path w="9144000" h="746185" fill="none" extrusionOk="0">
                        <a:moveTo>
                          <a:pt x="0" y="0"/>
                        </a:moveTo>
                        <a:cubicBezTo>
                          <a:pt x="101644" y="-40722"/>
                          <a:pt x="275530" y="16360"/>
                          <a:pt x="388620" y="0"/>
                        </a:cubicBezTo>
                        <a:cubicBezTo>
                          <a:pt x="501710" y="-16360"/>
                          <a:pt x="750178" y="64971"/>
                          <a:pt x="960120" y="0"/>
                        </a:cubicBezTo>
                        <a:cubicBezTo>
                          <a:pt x="1170062" y="-64971"/>
                          <a:pt x="1353320" y="42674"/>
                          <a:pt x="1623060" y="0"/>
                        </a:cubicBezTo>
                        <a:cubicBezTo>
                          <a:pt x="1892800" y="-42674"/>
                          <a:pt x="1820964" y="2248"/>
                          <a:pt x="2011680" y="0"/>
                        </a:cubicBezTo>
                        <a:cubicBezTo>
                          <a:pt x="2202396" y="-2248"/>
                          <a:pt x="2589280" y="52148"/>
                          <a:pt x="2766060" y="0"/>
                        </a:cubicBezTo>
                        <a:cubicBezTo>
                          <a:pt x="2942840" y="-52148"/>
                          <a:pt x="3066382" y="18821"/>
                          <a:pt x="3154680" y="0"/>
                        </a:cubicBezTo>
                        <a:cubicBezTo>
                          <a:pt x="3242978" y="-18821"/>
                          <a:pt x="3355891" y="22214"/>
                          <a:pt x="3451860" y="0"/>
                        </a:cubicBezTo>
                        <a:cubicBezTo>
                          <a:pt x="3547829" y="-22214"/>
                          <a:pt x="3801526" y="32023"/>
                          <a:pt x="3931920" y="0"/>
                        </a:cubicBezTo>
                        <a:cubicBezTo>
                          <a:pt x="4062314" y="-32023"/>
                          <a:pt x="4248506" y="48233"/>
                          <a:pt x="4503420" y="0"/>
                        </a:cubicBezTo>
                        <a:cubicBezTo>
                          <a:pt x="4758334" y="-48233"/>
                          <a:pt x="4875587" y="5606"/>
                          <a:pt x="5074920" y="0"/>
                        </a:cubicBezTo>
                        <a:cubicBezTo>
                          <a:pt x="5274253" y="-5606"/>
                          <a:pt x="5351098" y="5451"/>
                          <a:pt x="5463540" y="0"/>
                        </a:cubicBezTo>
                        <a:cubicBezTo>
                          <a:pt x="5575982" y="-5451"/>
                          <a:pt x="5782894" y="39520"/>
                          <a:pt x="6035040" y="0"/>
                        </a:cubicBezTo>
                        <a:cubicBezTo>
                          <a:pt x="6287186" y="-39520"/>
                          <a:pt x="6271545" y="15883"/>
                          <a:pt x="6423660" y="0"/>
                        </a:cubicBezTo>
                        <a:cubicBezTo>
                          <a:pt x="6575775" y="-15883"/>
                          <a:pt x="6700031" y="13360"/>
                          <a:pt x="6903720" y="0"/>
                        </a:cubicBezTo>
                        <a:cubicBezTo>
                          <a:pt x="7107409" y="-13360"/>
                          <a:pt x="7052367" y="8011"/>
                          <a:pt x="7200900" y="0"/>
                        </a:cubicBezTo>
                        <a:cubicBezTo>
                          <a:pt x="7349433" y="-8011"/>
                          <a:pt x="7718548" y="30251"/>
                          <a:pt x="7955280" y="0"/>
                        </a:cubicBezTo>
                        <a:cubicBezTo>
                          <a:pt x="8192012" y="-30251"/>
                          <a:pt x="8190365" y="35515"/>
                          <a:pt x="8343900" y="0"/>
                        </a:cubicBezTo>
                        <a:cubicBezTo>
                          <a:pt x="8497435" y="-35515"/>
                          <a:pt x="8884952" y="80011"/>
                          <a:pt x="9144000" y="0"/>
                        </a:cubicBezTo>
                        <a:cubicBezTo>
                          <a:pt x="9147278" y="133576"/>
                          <a:pt x="9121004" y="269112"/>
                          <a:pt x="9144000" y="380554"/>
                        </a:cubicBezTo>
                        <a:cubicBezTo>
                          <a:pt x="9166996" y="491996"/>
                          <a:pt x="9136307" y="639878"/>
                          <a:pt x="9144000" y="746185"/>
                        </a:cubicBezTo>
                        <a:cubicBezTo>
                          <a:pt x="9000213" y="820871"/>
                          <a:pt x="8652097" y="672591"/>
                          <a:pt x="8481060" y="746185"/>
                        </a:cubicBezTo>
                        <a:cubicBezTo>
                          <a:pt x="8310023" y="819779"/>
                          <a:pt x="8110828" y="712165"/>
                          <a:pt x="8001000" y="746185"/>
                        </a:cubicBezTo>
                        <a:cubicBezTo>
                          <a:pt x="7891172" y="780205"/>
                          <a:pt x="7812957" y="736082"/>
                          <a:pt x="7703820" y="746185"/>
                        </a:cubicBezTo>
                        <a:cubicBezTo>
                          <a:pt x="7594683" y="756288"/>
                          <a:pt x="7453203" y="715073"/>
                          <a:pt x="7315200" y="746185"/>
                        </a:cubicBezTo>
                        <a:cubicBezTo>
                          <a:pt x="7177197" y="777297"/>
                          <a:pt x="7021254" y="703933"/>
                          <a:pt x="6743700" y="746185"/>
                        </a:cubicBezTo>
                        <a:cubicBezTo>
                          <a:pt x="6466146" y="788437"/>
                          <a:pt x="6449908" y="720464"/>
                          <a:pt x="6355080" y="746185"/>
                        </a:cubicBezTo>
                        <a:cubicBezTo>
                          <a:pt x="6260252" y="771906"/>
                          <a:pt x="5763755" y="693179"/>
                          <a:pt x="5600700" y="746185"/>
                        </a:cubicBezTo>
                        <a:cubicBezTo>
                          <a:pt x="5437645" y="799191"/>
                          <a:pt x="5128310" y="662212"/>
                          <a:pt x="4846320" y="746185"/>
                        </a:cubicBezTo>
                        <a:cubicBezTo>
                          <a:pt x="4564330" y="830158"/>
                          <a:pt x="4461312" y="716019"/>
                          <a:pt x="4274820" y="746185"/>
                        </a:cubicBezTo>
                        <a:cubicBezTo>
                          <a:pt x="4088328" y="776351"/>
                          <a:pt x="3771468" y="682020"/>
                          <a:pt x="3520440" y="746185"/>
                        </a:cubicBezTo>
                        <a:cubicBezTo>
                          <a:pt x="3269412" y="810350"/>
                          <a:pt x="3225687" y="722512"/>
                          <a:pt x="3040380" y="746185"/>
                        </a:cubicBezTo>
                        <a:cubicBezTo>
                          <a:pt x="2855073" y="769858"/>
                          <a:pt x="2776559" y="714945"/>
                          <a:pt x="2560320" y="746185"/>
                        </a:cubicBezTo>
                        <a:cubicBezTo>
                          <a:pt x="2344081" y="777425"/>
                          <a:pt x="2275811" y="740916"/>
                          <a:pt x="2171700" y="746185"/>
                        </a:cubicBezTo>
                        <a:cubicBezTo>
                          <a:pt x="2067589" y="751454"/>
                          <a:pt x="1922013" y="742949"/>
                          <a:pt x="1783080" y="746185"/>
                        </a:cubicBezTo>
                        <a:cubicBezTo>
                          <a:pt x="1644147" y="749421"/>
                          <a:pt x="1417281" y="678780"/>
                          <a:pt x="1211580" y="746185"/>
                        </a:cubicBezTo>
                        <a:cubicBezTo>
                          <a:pt x="1005879" y="813590"/>
                          <a:pt x="763715" y="711079"/>
                          <a:pt x="640080" y="746185"/>
                        </a:cubicBezTo>
                        <a:cubicBezTo>
                          <a:pt x="516445" y="781291"/>
                          <a:pt x="265556" y="684434"/>
                          <a:pt x="0" y="746185"/>
                        </a:cubicBezTo>
                        <a:cubicBezTo>
                          <a:pt x="-8992" y="608959"/>
                          <a:pt x="19988" y="511199"/>
                          <a:pt x="0" y="380554"/>
                        </a:cubicBezTo>
                        <a:cubicBezTo>
                          <a:pt x="-19988" y="249909"/>
                          <a:pt x="38492" y="107328"/>
                          <a:pt x="0" y="0"/>
                        </a:cubicBezTo>
                        <a:close/>
                      </a:path>
                      <a:path w="9144000" h="746185" stroke="0" extrusionOk="0">
                        <a:moveTo>
                          <a:pt x="0" y="0"/>
                        </a:moveTo>
                        <a:cubicBezTo>
                          <a:pt x="271906" y="-53294"/>
                          <a:pt x="413255" y="88851"/>
                          <a:pt x="754380" y="0"/>
                        </a:cubicBezTo>
                        <a:cubicBezTo>
                          <a:pt x="1095505" y="-88851"/>
                          <a:pt x="980370" y="34976"/>
                          <a:pt x="1051560" y="0"/>
                        </a:cubicBezTo>
                        <a:cubicBezTo>
                          <a:pt x="1122750" y="-34976"/>
                          <a:pt x="1200260" y="23955"/>
                          <a:pt x="1348740" y="0"/>
                        </a:cubicBezTo>
                        <a:cubicBezTo>
                          <a:pt x="1497220" y="-23955"/>
                          <a:pt x="1928512" y="38233"/>
                          <a:pt x="2103120" y="0"/>
                        </a:cubicBezTo>
                        <a:cubicBezTo>
                          <a:pt x="2277728" y="-38233"/>
                          <a:pt x="2408433" y="1162"/>
                          <a:pt x="2674620" y="0"/>
                        </a:cubicBezTo>
                        <a:cubicBezTo>
                          <a:pt x="2940807" y="-1162"/>
                          <a:pt x="2965113" y="14682"/>
                          <a:pt x="3063240" y="0"/>
                        </a:cubicBezTo>
                        <a:cubicBezTo>
                          <a:pt x="3161367" y="-14682"/>
                          <a:pt x="3476577" y="17170"/>
                          <a:pt x="3726180" y="0"/>
                        </a:cubicBezTo>
                        <a:cubicBezTo>
                          <a:pt x="3975783" y="-17170"/>
                          <a:pt x="4071394" y="47039"/>
                          <a:pt x="4297680" y="0"/>
                        </a:cubicBezTo>
                        <a:cubicBezTo>
                          <a:pt x="4523966" y="-47039"/>
                          <a:pt x="4720613" y="70046"/>
                          <a:pt x="5052060" y="0"/>
                        </a:cubicBezTo>
                        <a:cubicBezTo>
                          <a:pt x="5383507" y="-70046"/>
                          <a:pt x="5394907" y="71130"/>
                          <a:pt x="5715000" y="0"/>
                        </a:cubicBezTo>
                        <a:cubicBezTo>
                          <a:pt x="6035093" y="-71130"/>
                          <a:pt x="5984046" y="55299"/>
                          <a:pt x="6195060" y="0"/>
                        </a:cubicBezTo>
                        <a:cubicBezTo>
                          <a:pt x="6406074" y="-55299"/>
                          <a:pt x="6612711" y="35766"/>
                          <a:pt x="6766560" y="0"/>
                        </a:cubicBezTo>
                        <a:cubicBezTo>
                          <a:pt x="6920409" y="-35766"/>
                          <a:pt x="7333665" y="41034"/>
                          <a:pt x="7520940" y="0"/>
                        </a:cubicBezTo>
                        <a:cubicBezTo>
                          <a:pt x="7708215" y="-41034"/>
                          <a:pt x="7788330" y="52565"/>
                          <a:pt x="8001000" y="0"/>
                        </a:cubicBezTo>
                        <a:cubicBezTo>
                          <a:pt x="8213670" y="-52565"/>
                          <a:pt x="8168128" y="13735"/>
                          <a:pt x="8298180" y="0"/>
                        </a:cubicBezTo>
                        <a:cubicBezTo>
                          <a:pt x="8428232" y="-13735"/>
                          <a:pt x="8774903" y="62849"/>
                          <a:pt x="9144000" y="0"/>
                        </a:cubicBezTo>
                        <a:cubicBezTo>
                          <a:pt x="9171984" y="164694"/>
                          <a:pt x="9118037" y="232394"/>
                          <a:pt x="9144000" y="388016"/>
                        </a:cubicBezTo>
                        <a:cubicBezTo>
                          <a:pt x="9169963" y="543638"/>
                          <a:pt x="9126818" y="590100"/>
                          <a:pt x="9144000" y="746185"/>
                        </a:cubicBezTo>
                        <a:cubicBezTo>
                          <a:pt x="8971628" y="792228"/>
                          <a:pt x="8796669" y="687150"/>
                          <a:pt x="8572500" y="746185"/>
                        </a:cubicBezTo>
                        <a:cubicBezTo>
                          <a:pt x="8348331" y="805220"/>
                          <a:pt x="8237100" y="687074"/>
                          <a:pt x="7909560" y="746185"/>
                        </a:cubicBezTo>
                        <a:cubicBezTo>
                          <a:pt x="7582020" y="805296"/>
                          <a:pt x="7674919" y="718554"/>
                          <a:pt x="7520940" y="746185"/>
                        </a:cubicBezTo>
                        <a:cubicBezTo>
                          <a:pt x="7366961" y="773816"/>
                          <a:pt x="7311785" y="734429"/>
                          <a:pt x="7223760" y="746185"/>
                        </a:cubicBezTo>
                        <a:cubicBezTo>
                          <a:pt x="7135735" y="757941"/>
                          <a:pt x="7029654" y="743080"/>
                          <a:pt x="6926580" y="746185"/>
                        </a:cubicBezTo>
                        <a:cubicBezTo>
                          <a:pt x="6823506" y="749290"/>
                          <a:pt x="6550664" y="687020"/>
                          <a:pt x="6355080" y="746185"/>
                        </a:cubicBezTo>
                        <a:cubicBezTo>
                          <a:pt x="6159496" y="805350"/>
                          <a:pt x="6021768" y="733771"/>
                          <a:pt x="5875020" y="746185"/>
                        </a:cubicBezTo>
                        <a:cubicBezTo>
                          <a:pt x="5728272" y="758599"/>
                          <a:pt x="5633167" y="744544"/>
                          <a:pt x="5486400" y="746185"/>
                        </a:cubicBezTo>
                        <a:cubicBezTo>
                          <a:pt x="5339633" y="747826"/>
                          <a:pt x="4928855" y="679003"/>
                          <a:pt x="4732020" y="746185"/>
                        </a:cubicBezTo>
                        <a:cubicBezTo>
                          <a:pt x="4535185" y="813367"/>
                          <a:pt x="4490754" y="722211"/>
                          <a:pt x="4251960" y="746185"/>
                        </a:cubicBezTo>
                        <a:cubicBezTo>
                          <a:pt x="4013166" y="770159"/>
                          <a:pt x="3739414" y="737238"/>
                          <a:pt x="3589020" y="746185"/>
                        </a:cubicBezTo>
                        <a:cubicBezTo>
                          <a:pt x="3438626" y="755132"/>
                          <a:pt x="3354657" y="719534"/>
                          <a:pt x="3200400" y="746185"/>
                        </a:cubicBezTo>
                        <a:cubicBezTo>
                          <a:pt x="3046143" y="772836"/>
                          <a:pt x="2722240" y="740073"/>
                          <a:pt x="2446020" y="746185"/>
                        </a:cubicBezTo>
                        <a:cubicBezTo>
                          <a:pt x="2169800" y="752297"/>
                          <a:pt x="2280368" y="720659"/>
                          <a:pt x="2148840" y="746185"/>
                        </a:cubicBezTo>
                        <a:cubicBezTo>
                          <a:pt x="2017312" y="771711"/>
                          <a:pt x="1768850" y="706540"/>
                          <a:pt x="1668780" y="746185"/>
                        </a:cubicBezTo>
                        <a:cubicBezTo>
                          <a:pt x="1568710" y="785830"/>
                          <a:pt x="1456069" y="723739"/>
                          <a:pt x="1280160" y="746185"/>
                        </a:cubicBezTo>
                        <a:cubicBezTo>
                          <a:pt x="1104251" y="768631"/>
                          <a:pt x="1065245" y="718729"/>
                          <a:pt x="982980" y="746185"/>
                        </a:cubicBezTo>
                        <a:cubicBezTo>
                          <a:pt x="900715" y="773641"/>
                          <a:pt x="316691" y="666945"/>
                          <a:pt x="0" y="746185"/>
                        </a:cubicBezTo>
                        <a:cubicBezTo>
                          <a:pt x="-23876" y="658904"/>
                          <a:pt x="25125" y="500157"/>
                          <a:pt x="0" y="365631"/>
                        </a:cubicBezTo>
                        <a:cubicBezTo>
                          <a:pt x="-25125" y="231105"/>
                          <a:pt x="28182" y="9325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>
            <a:normAutofit/>
          </a:bodyPr>
          <a:lstStyle/>
          <a:p>
            <a:r>
              <a:rPr lang="en-GB" sz="2800" b="1" i="1">
                <a:solidFill>
                  <a:schemeClr val="tx1"/>
                </a:solidFill>
                <a:ea typeface="+mn-lt"/>
                <a:cs typeface="+mn-lt"/>
              </a:rPr>
              <a:t>Integrated Security Analysis and Testing Component</a:t>
            </a:r>
            <a:endParaRPr lang="en-US" b="1">
              <a:solidFill>
                <a:schemeClr val="tx1"/>
              </a:solidFill>
              <a:ea typeface="Cambri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3C5499-3285-5244-4D8F-3F71402E7578}"/>
              </a:ext>
            </a:extLst>
          </p:cNvPr>
          <p:cNvSpPr/>
          <p:nvPr/>
        </p:nvSpPr>
        <p:spPr>
          <a:xfrm>
            <a:off x="2937235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IT22102478</a:t>
            </a:r>
            <a:r>
              <a:rPr lang="en-US" sz="1800">
                <a:solidFill>
                  <a:schemeClr val="tx1"/>
                </a:solidFill>
              </a:rPr>
              <a:t>   | </a:t>
            </a:r>
            <a:r>
              <a:rPr lang="en-US" b="1" err="1">
                <a:solidFill>
                  <a:schemeClr val="tx1"/>
                </a:solidFill>
              </a:rPr>
              <a:t>Oberathna</a:t>
            </a:r>
            <a:r>
              <a:rPr lang="en-US" b="1">
                <a:solidFill>
                  <a:schemeClr val="tx1"/>
                </a:solidFill>
              </a:rPr>
              <a:t> R.D.T.D </a:t>
            </a:r>
            <a:r>
              <a:rPr lang="en-US" sz="1800" b="1">
                <a:solidFill>
                  <a:schemeClr val="tx1"/>
                </a:solidFill>
              </a:rPr>
              <a:t>|   R26-SE-033</a:t>
            </a:r>
            <a:endParaRPr lang="en-US" sz="1800" b="1">
              <a:solidFill>
                <a:schemeClr val="tx1"/>
              </a:solidFill>
              <a:ea typeface="Cambria"/>
            </a:endParaRPr>
          </a:p>
        </p:txBody>
      </p:sp>
      <p:pic>
        <p:nvPicPr>
          <p:cNvPr id="3" name="Picture 2" descr="A person with a beard and mustache wearing a white shirt&#10;&#10;AI-generated content may be incorrect.">
            <a:extLst>
              <a:ext uri="{FF2B5EF4-FFF2-40B4-BE49-F238E27FC236}">
                <a16:creationId xmlns:a16="http://schemas.microsoft.com/office/drawing/2014/main" id="{39DF41B6-CCC0-4983-4F63-111E9EDCCE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111" b="11111"/>
          <a:stretch>
            <a:fillRect/>
          </a:stretch>
        </p:blipFill>
        <p:spPr>
          <a:xfrm>
            <a:off x="9982200" y="129951"/>
            <a:ext cx="1981200" cy="1981200"/>
          </a:xfrm>
          <a:prstGeom prst="roundRect">
            <a:avLst/>
          </a:prstGeom>
          <a:ln>
            <a:solidFill>
              <a:schemeClr val="tx1"/>
            </a:solidFill>
            <a:prstDash val="lgDash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42E1E87-57D1-7715-D6F2-EE42C28E1A4E}"/>
              </a:ext>
            </a:extLst>
          </p:cNvPr>
          <p:cNvGrpSpPr/>
          <p:nvPr/>
        </p:nvGrpSpPr>
        <p:grpSpPr>
          <a:xfrm>
            <a:off x="822497" y="2345210"/>
            <a:ext cx="4229475" cy="934060"/>
            <a:chOff x="991455" y="2399073"/>
            <a:chExt cx="4229475" cy="934060"/>
          </a:xfrm>
        </p:grpSpPr>
        <p:sp>
          <p:nvSpPr>
            <p:cNvPr id="7" name="Text Placeholder 5">
              <a:extLst>
                <a:ext uri="{FF2B5EF4-FFF2-40B4-BE49-F238E27FC236}">
                  <a16:creationId xmlns:a16="http://schemas.microsoft.com/office/drawing/2014/main" id="{27634CB4-F8D6-19C7-8DCB-A5E0EBB4598A}"/>
                </a:ext>
              </a:extLst>
            </p:cNvPr>
            <p:cNvSpPr txBox="1">
              <a:spLocks/>
            </p:cNvSpPr>
            <p:nvPr/>
          </p:nvSpPr>
          <p:spPr>
            <a:xfrm>
              <a:off x="991455" y="2399073"/>
              <a:ext cx="3432464" cy="531595"/>
            </a:xfrm>
            <a:custGeom>
              <a:avLst/>
              <a:gdLst>
                <a:gd name="csX0" fmla="*/ 0 w 3432464"/>
                <a:gd name="csY0" fmla="*/ 0 h 531595"/>
                <a:gd name="csX1" fmla="*/ 640727 w 3432464"/>
                <a:gd name="csY1" fmla="*/ 0 h 531595"/>
                <a:gd name="csX2" fmla="*/ 1109830 w 3432464"/>
                <a:gd name="csY2" fmla="*/ 0 h 531595"/>
                <a:gd name="csX3" fmla="*/ 1578933 w 3432464"/>
                <a:gd name="csY3" fmla="*/ 0 h 531595"/>
                <a:gd name="csX4" fmla="*/ 2219660 w 3432464"/>
                <a:gd name="csY4" fmla="*/ 0 h 531595"/>
                <a:gd name="csX5" fmla="*/ 2791737 w 3432464"/>
                <a:gd name="csY5" fmla="*/ 0 h 531595"/>
                <a:gd name="csX6" fmla="*/ 3432464 w 3432464"/>
                <a:gd name="csY6" fmla="*/ 0 h 531595"/>
                <a:gd name="csX7" fmla="*/ 3432464 w 3432464"/>
                <a:gd name="csY7" fmla="*/ 531595 h 531595"/>
                <a:gd name="csX8" fmla="*/ 2791737 w 3432464"/>
                <a:gd name="csY8" fmla="*/ 531595 h 531595"/>
                <a:gd name="csX9" fmla="*/ 2219660 w 3432464"/>
                <a:gd name="csY9" fmla="*/ 531595 h 531595"/>
                <a:gd name="csX10" fmla="*/ 1578933 w 3432464"/>
                <a:gd name="csY10" fmla="*/ 531595 h 531595"/>
                <a:gd name="csX11" fmla="*/ 1109830 w 3432464"/>
                <a:gd name="csY11" fmla="*/ 531595 h 531595"/>
                <a:gd name="csX12" fmla="*/ 572077 w 3432464"/>
                <a:gd name="csY12" fmla="*/ 531595 h 531595"/>
                <a:gd name="csX13" fmla="*/ 0 w 3432464"/>
                <a:gd name="csY13" fmla="*/ 531595 h 531595"/>
                <a:gd name="csX14" fmla="*/ 0 w 3432464"/>
                <a:gd name="csY14" fmla="*/ 0 h 5315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3432464" h="531595" extrusionOk="0">
                  <a:moveTo>
                    <a:pt x="0" y="0"/>
                  </a:moveTo>
                  <a:cubicBezTo>
                    <a:pt x="317494" y="-42052"/>
                    <a:pt x="341571" y="33469"/>
                    <a:pt x="640727" y="0"/>
                  </a:cubicBezTo>
                  <a:cubicBezTo>
                    <a:pt x="939883" y="-33469"/>
                    <a:pt x="941545" y="11861"/>
                    <a:pt x="1109830" y="0"/>
                  </a:cubicBezTo>
                  <a:cubicBezTo>
                    <a:pt x="1278115" y="-11861"/>
                    <a:pt x="1445935" y="4871"/>
                    <a:pt x="1578933" y="0"/>
                  </a:cubicBezTo>
                  <a:cubicBezTo>
                    <a:pt x="1711931" y="-4871"/>
                    <a:pt x="2073945" y="30318"/>
                    <a:pt x="2219660" y="0"/>
                  </a:cubicBezTo>
                  <a:cubicBezTo>
                    <a:pt x="2365375" y="-30318"/>
                    <a:pt x="2657237" y="55175"/>
                    <a:pt x="2791737" y="0"/>
                  </a:cubicBezTo>
                  <a:cubicBezTo>
                    <a:pt x="2926237" y="-55175"/>
                    <a:pt x="3303616" y="32636"/>
                    <a:pt x="3432464" y="0"/>
                  </a:cubicBezTo>
                  <a:cubicBezTo>
                    <a:pt x="3472867" y="165178"/>
                    <a:pt x="3385654" y="285025"/>
                    <a:pt x="3432464" y="531595"/>
                  </a:cubicBezTo>
                  <a:cubicBezTo>
                    <a:pt x="3185718" y="606407"/>
                    <a:pt x="2964633" y="492176"/>
                    <a:pt x="2791737" y="531595"/>
                  </a:cubicBezTo>
                  <a:cubicBezTo>
                    <a:pt x="2618841" y="571014"/>
                    <a:pt x="2449408" y="522809"/>
                    <a:pt x="2219660" y="531595"/>
                  </a:cubicBezTo>
                  <a:cubicBezTo>
                    <a:pt x="1989912" y="540381"/>
                    <a:pt x="1857007" y="515838"/>
                    <a:pt x="1578933" y="531595"/>
                  </a:cubicBezTo>
                  <a:cubicBezTo>
                    <a:pt x="1300859" y="547352"/>
                    <a:pt x="1321533" y="510969"/>
                    <a:pt x="1109830" y="531595"/>
                  </a:cubicBezTo>
                  <a:cubicBezTo>
                    <a:pt x="898127" y="552221"/>
                    <a:pt x="709921" y="504467"/>
                    <a:pt x="572077" y="531595"/>
                  </a:cubicBezTo>
                  <a:cubicBezTo>
                    <a:pt x="434233" y="558723"/>
                    <a:pt x="283507" y="505368"/>
                    <a:pt x="0" y="531595"/>
                  </a:cubicBezTo>
                  <a:cubicBezTo>
                    <a:pt x="-13824" y="383066"/>
                    <a:pt x="53379" y="152829"/>
                    <a:pt x="0" y="0"/>
                  </a:cubicBezTo>
                  <a:close/>
                </a:path>
              </a:pathLst>
            </a:custGeom>
            <a:noFill/>
            <a:ln w="28575">
              <a:solidFill>
                <a:schemeClr val="bg1">
                  <a:lumMod val="75000"/>
                </a:schemeClr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3773247103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vert="horz" lIns="91440" tIns="45720" rIns="91440" bIns="45720" rtlCol="0" anchor="b">
              <a:normAutofit/>
            </a:bodyPr>
            <a:lstStyle>
              <a:lvl1pPr marL="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spcBef>
                  <a:spcPct val="20000"/>
                </a:spcBef>
                <a:buFont typeface="Wingdings" pitchFamily="2" charset="2"/>
                <a:buNone/>
                <a:defRPr sz="1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spcBef>
                  <a:spcPct val="20000"/>
                </a:spcBef>
                <a:buFont typeface="Wingdings" pitchFamily="2" charset="2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2800" b="1" i="1">
                  <a:solidFill>
                    <a:schemeClr val="tx1"/>
                  </a:solidFill>
                  <a:latin typeface="Cambria"/>
                  <a:ea typeface="Cambria"/>
                </a:rPr>
                <a:t>Title of the scope</a:t>
              </a:r>
              <a:endParaRPr lang="en-US" b="1" i="1">
                <a:solidFill>
                  <a:schemeClr val="tx1"/>
                </a:solidFill>
                <a:latin typeface="Cambria"/>
                <a:ea typeface="Cambria"/>
              </a:endParaRPr>
            </a:p>
          </p:txBody>
        </p:sp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9BA5F6FF-E318-A7D3-1B61-F527A84D0E4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4419305" y="2531509"/>
              <a:ext cx="806241" cy="797008"/>
            </a:xfrm>
            <a:prstGeom prst="curvedConnector3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669726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raphic 48" descr="A collection of circles in various sizes and patterns">
            <a:extLst>
              <a:ext uri="{FF2B5EF4-FFF2-40B4-BE49-F238E27FC236}">
                <a16:creationId xmlns:a16="http://schemas.microsoft.com/office/drawing/2014/main" id="{02EB140B-E26E-66AD-CEDE-7B65B77F2A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72749" y="-1243037"/>
            <a:ext cx="6881696" cy="6881696"/>
          </a:xfrm>
          <a:prstGeom prst="rect">
            <a:avLst/>
          </a:prstGeom>
        </p:spPr>
      </p:pic>
      <p:sp>
        <p:nvSpPr>
          <p:cNvPr id="51" name="Title 4">
            <a:extLst>
              <a:ext uri="{FF2B5EF4-FFF2-40B4-BE49-F238E27FC236}">
                <a16:creationId xmlns:a16="http://schemas.microsoft.com/office/drawing/2014/main" id="{CC26EC56-FB41-058D-E941-BE80CE8BB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497" y="1529911"/>
            <a:ext cx="8686799" cy="104282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8044132"/>
                      <a:gd name="csY0" fmla="*/ 0 h 977025"/>
                      <a:gd name="csX1" fmla="*/ 494140 w 8044132"/>
                      <a:gd name="csY1" fmla="*/ 0 h 977025"/>
                      <a:gd name="csX2" fmla="*/ 907838 w 8044132"/>
                      <a:gd name="csY2" fmla="*/ 0 h 977025"/>
                      <a:gd name="csX3" fmla="*/ 1321536 w 8044132"/>
                      <a:gd name="csY3" fmla="*/ 0 h 977025"/>
                      <a:gd name="csX4" fmla="*/ 1896117 w 8044132"/>
                      <a:gd name="csY4" fmla="*/ 0 h 977025"/>
                      <a:gd name="csX5" fmla="*/ 2309815 w 8044132"/>
                      <a:gd name="csY5" fmla="*/ 0 h 977025"/>
                      <a:gd name="csX6" fmla="*/ 3045279 w 8044132"/>
                      <a:gd name="csY6" fmla="*/ 0 h 977025"/>
                      <a:gd name="csX7" fmla="*/ 3619859 w 8044132"/>
                      <a:gd name="csY7" fmla="*/ 0 h 977025"/>
                      <a:gd name="csX8" fmla="*/ 3953116 w 8044132"/>
                      <a:gd name="csY8" fmla="*/ 0 h 977025"/>
                      <a:gd name="csX9" fmla="*/ 4447256 w 8044132"/>
                      <a:gd name="csY9" fmla="*/ 0 h 977025"/>
                      <a:gd name="csX10" fmla="*/ 5021837 w 8044132"/>
                      <a:gd name="csY10" fmla="*/ 0 h 977025"/>
                      <a:gd name="csX11" fmla="*/ 5355094 w 8044132"/>
                      <a:gd name="csY11" fmla="*/ 0 h 977025"/>
                      <a:gd name="csX12" fmla="*/ 5929674 w 8044132"/>
                      <a:gd name="csY12" fmla="*/ 0 h 977025"/>
                      <a:gd name="csX13" fmla="*/ 6423814 w 8044132"/>
                      <a:gd name="csY13" fmla="*/ 0 h 977025"/>
                      <a:gd name="csX14" fmla="*/ 6998395 w 8044132"/>
                      <a:gd name="csY14" fmla="*/ 0 h 977025"/>
                      <a:gd name="csX15" fmla="*/ 7331652 w 8044132"/>
                      <a:gd name="csY15" fmla="*/ 0 h 977025"/>
                      <a:gd name="csX16" fmla="*/ 8044132 w 8044132"/>
                      <a:gd name="csY16" fmla="*/ 0 h 977025"/>
                      <a:gd name="csX17" fmla="*/ 8044132 w 8044132"/>
                      <a:gd name="csY17" fmla="*/ 468972 h 977025"/>
                      <a:gd name="csX18" fmla="*/ 8044132 w 8044132"/>
                      <a:gd name="csY18" fmla="*/ 977025 h 977025"/>
                      <a:gd name="csX19" fmla="*/ 7389110 w 8044132"/>
                      <a:gd name="csY19" fmla="*/ 977025 h 977025"/>
                      <a:gd name="csX20" fmla="*/ 6975412 w 8044132"/>
                      <a:gd name="csY20" fmla="*/ 977025 h 977025"/>
                      <a:gd name="csX21" fmla="*/ 6239948 w 8044132"/>
                      <a:gd name="csY21" fmla="*/ 977025 h 977025"/>
                      <a:gd name="csX22" fmla="*/ 5665367 w 8044132"/>
                      <a:gd name="csY22" fmla="*/ 977025 h 977025"/>
                      <a:gd name="csX23" fmla="*/ 4929904 w 8044132"/>
                      <a:gd name="csY23" fmla="*/ 977025 h 977025"/>
                      <a:gd name="csX24" fmla="*/ 4435764 w 8044132"/>
                      <a:gd name="csY24" fmla="*/ 977025 h 977025"/>
                      <a:gd name="csX25" fmla="*/ 3861183 w 8044132"/>
                      <a:gd name="csY25" fmla="*/ 977025 h 977025"/>
                      <a:gd name="csX26" fmla="*/ 3206161 w 8044132"/>
                      <a:gd name="csY26" fmla="*/ 977025 h 977025"/>
                      <a:gd name="csX27" fmla="*/ 2712022 w 8044132"/>
                      <a:gd name="csY27" fmla="*/ 977025 h 977025"/>
                      <a:gd name="csX28" fmla="*/ 1976558 w 8044132"/>
                      <a:gd name="csY28" fmla="*/ 977025 h 977025"/>
                      <a:gd name="csX29" fmla="*/ 1482419 w 8044132"/>
                      <a:gd name="csY29" fmla="*/ 977025 h 977025"/>
                      <a:gd name="csX30" fmla="*/ 1068720 w 8044132"/>
                      <a:gd name="csY30" fmla="*/ 977025 h 977025"/>
                      <a:gd name="csX31" fmla="*/ 574581 w 8044132"/>
                      <a:gd name="csY31" fmla="*/ 977025 h 977025"/>
                      <a:gd name="csX32" fmla="*/ 0 w 8044132"/>
                      <a:gd name="csY32" fmla="*/ 977025 h 977025"/>
                      <a:gd name="csX33" fmla="*/ 0 w 8044132"/>
                      <a:gd name="csY33" fmla="*/ 517823 h 977025"/>
                      <a:gd name="csX34" fmla="*/ 0 w 8044132"/>
                      <a:gd name="csY34" fmla="*/ 0 h 97702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</a:cxnLst>
                    <a:rect l="l" t="t" r="r" b="b"/>
                    <a:pathLst>
                      <a:path w="8044132" h="977025" fill="none" extrusionOk="0">
                        <a:moveTo>
                          <a:pt x="0" y="0"/>
                        </a:moveTo>
                        <a:cubicBezTo>
                          <a:pt x="172035" y="-36387"/>
                          <a:pt x="350425" y="54514"/>
                          <a:pt x="494140" y="0"/>
                        </a:cubicBezTo>
                        <a:cubicBezTo>
                          <a:pt x="637855" y="-54514"/>
                          <a:pt x="736593" y="19984"/>
                          <a:pt x="907838" y="0"/>
                        </a:cubicBezTo>
                        <a:cubicBezTo>
                          <a:pt x="1079083" y="-19984"/>
                          <a:pt x="1224075" y="43221"/>
                          <a:pt x="1321536" y="0"/>
                        </a:cubicBezTo>
                        <a:cubicBezTo>
                          <a:pt x="1418997" y="-43221"/>
                          <a:pt x="1694918" y="16653"/>
                          <a:pt x="1896117" y="0"/>
                        </a:cubicBezTo>
                        <a:cubicBezTo>
                          <a:pt x="2097316" y="-16653"/>
                          <a:pt x="2116639" y="36794"/>
                          <a:pt x="2309815" y="0"/>
                        </a:cubicBezTo>
                        <a:cubicBezTo>
                          <a:pt x="2502991" y="-36794"/>
                          <a:pt x="2751824" y="13164"/>
                          <a:pt x="3045279" y="0"/>
                        </a:cubicBezTo>
                        <a:cubicBezTo>
                          <a:pt x="3338734" y="-13164"/>
                          <a:pt x="3398161" y="20002"/>
                          <a:pt x="3619859" y="0"/>
                        </a:cubicBezTo>
                        <a:cubicBezTo>
                          <a:pt x="3841557" y="-20002"/>
                          <a:pt x="3786678" y="38597"/>
                          <a:pt x="3953116" y="0"/>
                        </a:cubicBezTo>
                        <a:cubicBezTo>
                          <a:pt x="4119554" y="-38597"/>
                          <a:pt x="4297707" y="39796"/>
                          <a:pt x="4447256" y="0"/>
                        </a:cubicBezTo>
                        <a:cubicBezTo>
                          <a:pt x="4596805" y="-39796"/>
                          <a:pt x="4758273" y="56304"/>
                          <a:pt x="5021837" y="0"/>
                        </a:cubicBezTo>
                        <a:cubicBezTo>
                          <a:pt x="5285401" y="-56304"/>
                          <a:pt x="5229710" y="4880"/>
                          <a:pt x="5355094" y="0"/>
                        </a:cubicBezTo>
                        <a:cubicBezTo>
                          <a:pt x="5480478" y="-4880"/>
                          <a:pt x="5709426" y="41738"/>
                          <a:pt x="5929674" y="0"/>
                        </a:cubicBezTo>
                        <a:cubicBezTo>
                          <a:pt x="6149922" y="-41738"/>
                          <a:pt x="6294208" y="56106"/>
                          <a:pt x="6423814" y="0"/>
                        </a:cubicBezTo>
                        <a:cubicBezTo>
                          <a:pt x="6553420" y="-56106"/>
                          <a:pt x="6720379" y="9856"/>
                          <a:pt x="6998395" y="0"/>
                        </a:cubicBezTo>
                        <a:cubicBezTo>
                          <a:pt x="7276411" y="-9856"/>
                          <a:pt x="7196424" y="28719"/>
                          <a:pt x="7331652" y="0"/>
                        </a:cubicBezTo>
                        <a:cubicBezTo>
                          <a:pt x="7466880" y="-28719"/>
                          <a:pt x="7860650" y="46954"/>
                          <a:pt x="8044132" y="0"/>
                        </a:cubicBezTo>
                        <a:cubicBezTo>
                          <a:pt x="8100049" y="166638"/>
                          <a:pt x="8040227" y="238326"/>
                          <a:pt x="8044132" y="468972"/>
                        </a:cubicBezTo>
                        <a:cubicBezTo>
                          <a:pt x="8048037" y="699618"/>
                          <a:pt x="8026027" y="838661"/>
                          <a:pt x="8044132" y="977025"/>
                        </a:cubicBezTo>
                        <a:cubicBezTo>
                          <a:pt x="7866070" y="1045543"/>
                          <a:pt x="7535928" y="938988"/>
                          <a:pt x="7389110" y="977025"/>
                        </a:cubicBezTo>
                        <a:cubicBezTo>
                          <a:pt x="7242292" y="1015062"/>
                          <a:pt x="7068262" y="951727"/>
                          <a:pt x="6975412" y="977025"/>
                        </a:cubicBezTo>
                        <a:cubicBezTo>
                          <a:pt x="6882562" y="1002323"/>
                          <a:pt x="6467181" y="971823"/>
                          <a:pt x="6239948" y="977025"/>
                        </a:cubicBezTo>
                        <a:cubicBezTo>
                          <a:pt x="6012715" y="982227"/>
                          <a:pt x="5856725" y="976423"/>
                          <a:pt x="5665367" y="977025"/>
                        </a:cubicBezTo>
                        <a:cubicBezTo>
                          <a:pt x="5474009" y="977627"/>
                          <a:pt x="5182423" y="964912"/>
                          <a:pt x="4929904" y="977025"/>
                        </a:cubicBezTo>
                        <a:cubicBezTo>
                          <a:pt x="4677385" y="989138"/>
                          <a:pt x="4555734" y="973773"/>
                          <a:pt x="4435764" y="977025"/>
                        </a:cubicBezTo>
                        <a:cubicBezTo>
                          <a:pt x="4315794" y="980277"/>
                          <a:pt x="4098378" y="949646"/>
                          <a:pt x="3861183" y="977025"/>
                        </a:cubicBezTo>
                        <a:cubicBezTo>
                          <a:pt x="3623988" y="1004404"/>
                          <a:pt x="3438265" y="945999"/>
                          <a:pt x="3206161" y="977025"/>
                        </a:cubicBezTo>
                        <a:cubicBezTo>
                          <a:pt x="2974057" y="1008051"/>
                          <a:pt x="2952970" y="966249"/>
                          <a:pt x="2712022" y="977025"/>
                        </a:cubicBezTo>
                        <a:cubicBezTo>
                          <a:pt x="2471074" y="987801"/>
                          <a:pt x="2324088" y="890198"/>
                          <a:pt x="1976558" y="977025"/>
                        </a:cubicBezTo>
                        <a:cubicBezTo>
                          <a:pt x="1629028" y="1063852"/>
                          <a:pt x="1599095" y="933199"/>
                          <a:pt x="1482419" y="977025"/>
                        </a:cubicBezTo>
                        <a:cubicBezTo>
                          <a:pt x="1365743" y="1020851"/>
                          <a:pt x="1258860" y="966982"/>
                          <a:pt x="1068720" y="977025"/>
                        </a:cubicBezTo>
                        <a:cubicBezTo>
                          <a:pt x="878580" y="987068"/>
                          <a:pt x="706282" y="950291"/>
                          <a:pt x="574581" y="977025"/>
                        </a:cubicBezTo>
                        <a:cubicBezTo>
                          <a:pt x="442880" y="1003759"/>
                          <a:pt x="195567" y="932260"/>
                          <a:pt x="0" y="977025"/>
                        </a:cubicBezTo>
                        <a:cubicBezTo>
                          <a:pt x="-38997" y="768381"/>
                          <a:pt x="31587" y="708451"/>
                          <a:pt x="0" y="517823"/>
                        </a:cubicBezTo>
                        <a:cubicBezTo>
                          <a:pt x="-31587" y="327195"/>
                          <a:pt x="886" y="148388"/>
                          <a:pt x="0" y="0"/>
                        </a:cubicBezTo>
                        <a:close/>
                      </a:path>
                      <a:path w="8044132" h="977025" stroke="0" extrusionOk="0">
                        <a:moveTo>
                          <a:pt x="0" y="0"/>
                        </a:moveTo>
                        <a:cubicBezTo>
                          <a:pt x="223938" y="-45394"/>
                          <a:pt x="353927" y="46023"/>
                          <a:pt x="494140" y="0"/>
                        </a:cubicBezTo>
                        <a:cubicBezTo>
                          <a:pt x="634353" y="-46023"/>
                          <a:pt x="837002" y="29449"/>
                          <a:pt x="1068720" y="0"/>
                        </a:cubicBezTo>
                        <a:cubicBezTo>
                          <a:pt x="1300438" y="-29449"/>
                          <a:pt x="1400358" y="33212"/>
                          <a:pt x="1562860" y="0"/>
                        </a:cubicBezTo>
                        <a:cubicBezTo>
                          <a:pt x="1725362" y="-33212"/>
                          <a:pt x="2030877" y="38020"/>
                          <a:pt x="2217882" y="0"/>
                        </a:cubicBezTo>
                        <a:cubicBezTo>
                          <a:pt x="2404887" y="-38020"/>
                          <a:pt x="2430663" y="8044"/>
                          <a:pt x="2551139" y="0"/>
                        </a:cubicBezTo>
                        <a:cubicBezTo>
                          <a:pt x="2671615" y="-8044"/>
                          <a:pt x="3013110" y="47143"/>
                          <a:pt x="3286603" y="0"/>
                        </a:cubicBezTo>
                        <a:cubicBezTo>
                          <a:pt x="3560096" y="-47143"/>
                          <a:pt x="3559917" y="17637"/>
                          <a:pt x="3700301" y="0"/>
                        </a:cubicBezTo>
                        <a:cubicBezTo>
                          <a:pt x="3840685" y="-17637"/>
                          <a:pt x="3918200" y="15092"/>
                          <a:pt x="4033558" y="0"/>
                        </a:cubicBezTo>
                        <a:cubicBezTo>
                          <a:pt x="4148916" y="-15092"/>
                          <a:pt x="4242898" y="26563"/>
                          <a:pt x="4366815" y="0"/>
                        </a:cubicBezTo>
                        <a:cubicBezTo>
                          <a:pt x="4490732" y="-26563"/>
                          <a:pt x="4810271" y="15544"/>
                          <a:pt x="5021837" y="0"/>
                        </a:cubicBezTo>
                        <a:cubicBezTo>
                          <a:pt x="5233403" y="-15544"/>
                          <a:pt x="5460410" y="49287"/>
                          <a:pt x="5676859" y="0"/>
                        </a:cubicBezTo>
                        <a:cubicBezTo>
                          <a:pt x="5893308" y="-49287"/>
                          <a:pt x="6118232" y="38353"/>
                          <a:pt x="6251440" y="0"/>
                        </a:cubicBezTo>
                        <a:cubicBezTo>
                          <a:pt x="6384648" y="-38353"/>
                          <a:pt x="6543210" y="17840"/>
                          <a:pt x="6665138" y="0"/>
                        </a:cubicBezTo>
                        <a:cubicBezTo>
                          <a:pt x="6787066" y="-17840"/>
                          <a:pt x="6944061" y="8653"/>
                          <a:pt x="7078836" y="0"/>
                        </a:cubicBezTo>
                        <a:cubicBezTo>
                          <a:pt x="7213611" y="-8653"/>
                          <a:pt x="7841121" y="48438"/>
                          <a:pt x="8044132" y="0"/>
                        </a:cubicBezTo>
                        <a:cubicBezTo>
                          <a:pt x="8054073" y="210103"/>
                          <a:pt x="7995037" y="335590"/>
                          <a:pt x="8044132" y="478742"/>
                        </a:cubicBezTo>
                        <a:cubicBezTo>
                          <a:pt x="8093227" y="621894"/>
                          <a:pt x="8008111" y="819969"/>
                          <a:pt x="8044132" y="977025"/>
                        </a:cubicBezTo>
                        <a:cubicBezTo>
                          <a:pt x="7895144" y="1040716"/>
                          <a:pt x="7710979" y="962867"/>
                          <a:pt x="7389110" y="977025"/>
                        </a:cubicBezTo>
                        <a:cubicBezTo>
                          <a:pt x="7067241" y="991183"/>
                          <a:pt x="6873430" y="894684"/>
                          <a:pt x="6653646" y="977025"/>
                        </a:cubicBezTo>
                        <a:cubicBezTo>
                          <a:pt x="6433862" y="1059366"/>
                          <a:pt x="6283378" y="898329"/>
                          <a:pt x="5918183" y="977025"/>
                        </a:cubicBezTo>
                        <a:cubicBezTo>
                          <a:pt x="5552988" y="1055721"/>
                          <a:pt x="5577955" y="969352"/>
                          <a:pt x="5424043" y="977025"/>
                        </a:cubicBezTo>
                        <a:cubicBezTo>
                          <a:pt x="5270131" y="984698"/>
                          <a:pt x="5035835" y="906461"/>
                          <a:pt x="4769021" y="977025"/>
                        </a:cubicBezTo>
                        <a:cubicBezTo>
                          <a:pt x="4502207" y="1047589"/>
                          <a:pt x="4302729" y="970109"/>
                          <a:pt x="4113999" y="977025"/>
                        </a:cubicBezTo>
                        <a:cubicBezTo>
                          <a:pt x="3925269" y="983941"/>
                          <a:pt x="3824566" y="958601"/>
                          <a:pt x="3539418" y="977025"/>
                        </a:cubicBezTo>
                        <a:cubicBezTo>
                          <a:pt x="3254270" y="995449"/>
                          <a:pt x="3163198" y="956678"/>
                          <a:pt x="3045279" y="977025"/>
                        </a:cubicBezTo>
                        <a:cubicBezTo>
                          <a:pt x="2927360" y="997372"/>
                          <a:pt x="2835605" y="947142"/>
                          <a:pt x="2631580" y="977025"/>
                        </a:cubicBezTo>
                        <a:cubicBezTo>
                          <a:pt x="2427555" y="1006908"/>
                          <a:pt x="2437162" y="937135"/>
                          <a:pt x="2298323" y="977025"/>
                        </a:cubicBezTo>
                        <a:cubicBezTo>
                          <a:pt x="2159484" y="1016915"/>
                          <a:pt x="1834874" y="897862"/>
                          <a:pt x="1562860" y="977025"/>
                        </a:cubicBezTo>
                        <a:cubicBezTo>
                          <a:pt x="1290846" y="1056188"/>
                          <a:pt x="1345633" y="952902"/>
                          <a:pt x="1229603" y="977025"/>
                        </a:cubicBezTo>
                        <a:cubicBezTo>
                          <a:pt x="1113573" y="1001148"/>
                          <a:pt x="808893" y="957105"/>
                          <a:pt x="574581" y="977025"/>
                        </a:cubicBezTo>
                        <a:cubicBezTo>
                          <a:pt x="340269" y="996945"/>
                          <a:pt x="237120" y="961199"/>
                          <a:pt x="0" y="977025"/>
                        </a:cubicBezTo>
                        <a:cubicBezTo>
                          <a:pt x="-31968" y="752871"/>
                          <a:pt x="47129" y="647995"/>
                          <a:pt x="0" y="468972"/>
                        </a:cubicBezTo>
                        <a:cubicBezTo>
                          <a:pt x="-47129" y="289949"/>
                          <a:pt x="12055" y="12861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>
            <a:noAutofit/>
          </a:bodyPr>
          <a:lstStyle/>
          <a:p>
            <a:r>
              <a:rPr lang="en-GB" sz="2000" b="0" i="1" cap="none">
                <a:latin typeface="Adobe Devanagari"/>
                <a:ea typeface="Cambria"/>
              </a:rPr>
              <a:t>An integrated Security Analysis and Testing component that combines custom static security analysis, vulnerability validation, and traceability to improve the security of AI-generated software artifacts.</a:t>
            </a:r>
            <a:endParaRPr lang="en-US" i="1"/>
          </a:p>
        </p:txBody>
      </p:sp>
      <p:sp>
        <p:nvSpPr>
          <p:cNvPr id="53" name="Title 4">
            <a:extLst>
              <a:ext uri="{FF2B5EF4-FFF2-40B4-BE49-F238E27FC236}">
                <a16:creationId xmlns:a16="http://schemas.microsoft.com/office/drawing/2014/main" id="{C1D71145-3CE4-D14E-9D96-63A4B9CF9792}"/>
              </a:ext>
            </a:extLst>
          </p:cNvPr>
          <p:cNvSpPr txBox="1">
            <a:spLocks/>
          </p:cNvSpPr>
          <p:nvPr/>
        </p:nvSpPr>
        <p:spPr>
          <a:xfrm>
            <a:off x="892240" y="2929491"/>
            <a:ext cx="8686800" cy="101262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8686800"/>
                      <a:gd name="csY0" fmla="*/ 0 h 1012628"/>
                      <a:gd name="csX1" fmla="*/ 665988 w 8686800"/>
                      <a:gd name="csY1" fmla="*/ 0 h 1012628"/>
                      <a:gd name="csX2" fmla="*/ 1245108 w 8686800"/>
                      <a:gd name="csY2" fmla="*/ 0 h 1012628"/>
                      <a:gd name="csX3" fmla="*/ 1650492 w 8686800"/>
                      <a:gd name="csY3" fmla="*/ 0 h 1012628"/>
                      <a:gd name="csX4" fmla="*/ 2403348 w 8686800"/>
                      <a:gd name="csY4" fmla="*/ 0 h 1012628"/>
                      <a:gd name="csX5" fmla="*/ 2982468 w 8686800"/>
                      <a:gd name="csY5" fmla="*/ 0 h 1012628"/>
                      <a:gd name="csX6" fmla="*/ 3300984 w 8686800"/>
                      <a:gd name="csY6" fmla="*/ 0 h 1012628"/>
                      <a:gd name="csX7" fmla="*/ 3793236 w 8686800"/>
                      <a:gd name="csY7" fmla="*/ 0 h 1012628"/>
                      <a:gd name="csX8" fmla="*/ 4372356 w 8686800"/>
                      <a:gd name="csY8" fmla="*/ 0 h 1012628"/>
                      <a:gd name="csX9" fmla="*/ 4690872 w 8686800"/>
                      <a:gd name="csY9" fmla="*/ 0 h 1012628"/>
                      <a:gd name="csX10" fmla="*/ 5269992 w 8686800"/>
                      <a:gd name="csY10" fmla="*/ 0 h 1012628"/>
                      <a:gd name="csX11" fmla="*/ 5762244 w 8686800"/>
                      <a:gd name="csY11" fmla="*/ 0 h 1012628"/>
                      <a:gd name="csX12" fmla="*/ 6341364 w 8686800"/>
                      <a:gd name="csY12" fmla="*/ 0 h 1012628"/>
                      <a:gd name="csX13" fmla="*/ 6659880 w 8686800"/>
                      <a:gd name="csY13" fmla="*/ 0 h 1012628"/>
                      <a:gd name="csX14" fmla="*/ 7152132 w 8686800"/>
                      <a:gd name="csY14" fmla="*/ 0 h 1012628"/>
                      <a:gd name="csX15" fmla="*/ 7557516 w 8686800"/>
                      <a:gd name="csY15" fmla="*/ 0 h 1012628"/>
                      <a:gd name="csX16" fmla="*/ 7962900 w 8686800"/>
                      <a:gd name="csY16" fmla="*/ 0 h 1012628"/>
                      <a:gd name="csX17" fmla="*/ 8686800 w 8686800"/>
                      <a:gd name="csY17" fmla="*/ 0 h 1012628"/>
                      <a:gd name="csX18" fmla="*/ 8686800 w 8686800"/>
                      <a:gd name="csY18" fmla="*/ 496188 h 1012628"/>
                      <a:gd name="csX19" fmla="*/ 8686800 w 8686800"/>
                      <a:gd name="csY19" fmla="*/ 1012628 h 1012628"/>
                      <a:gd name="csX20" fmla="*/ 8368284 w 8686800"/>
                      <a:gd name="csY20" fmla="*/ 1012628 h 1012628"/>
                      <a:gd name="csX21" fmla="*/ 7615428 w 8686800"/>
                      <a:gd name="csY21" fmla="*/ 1012628 h 1012628"/>
                      <a:gd name="csX22" fmla="*/ 7123176 w 8686800"/>
                      <a:gd name="csY22" fmla="*/ 1012628 h 1012628"/>
                      <a:gd name="csX23" fmla="*/ 6544056 w 8686800"/>
                      <a:gd name="csY23" fmla="*/ 1012628 h 1012628"/>
                      <a:gd name="csX24" fmla="*/ 5878068 w 8686800"/>
                      <a:gd name="csY24" fmla="*/ 1012628 h 1012628"/>
                      <a:gd name="csX25" fmla="*/ 5385816 w 8686800"/>
                      <a:gd name="csY25" fmla="*/ 1012628 h 1012628"/>
                      <a:gd name="csX26" fmla="*/ 4632960 w 8686800"/>
                      <a:gd name="csY26" fmla="*/ 1012628 h 1012628"/>
                      <a:gd name="csX27" fmla="*/ 4140708 w 8686800"/>
                      <a:gd name="csY27" fmla="*/ 1012628 h 1012628"/>
                      <a:gd name="csX28" fmla="*/ 3735324 w 8686800"/>
                      <a:gd name="csY28" fmla="*/ 1012628 h 1012628"/>
                      <a:gd name="csX29" fmla="*/ 3243072 w 8686800"/>
                      <a:gd name="csY29" fmla="*/ 1012628 h 1012628"/>
                      <a:gd name="csX30" fmla="*/ 2837688 w 8686800"/>
                      <a:gd name="csY30" fmla="*/ 1012628 h 1012628"/>
                      <a:gd name="csX31" fmla="*/ 2519172 w 8686800"/>
                      <a:gd name="csY31" fmla="*/ 1012628 h 1012628"/>
                      <a:gd name="csX32" fmla="*/ 2113788 w 8686800"/>
                      <a:gd name="csY32" fmla="*/ 1012628 h 1012628"/>
                      <a:gd name="csX33" fmla="*/ 1360932 w 8686800"/>
                      <a:gd name="csY33" fmla="*/ 1012628 h 1012628"/>
                      <a:gd name="csX34" fmla="*/ 1042416 w 8686800"/>
                      <a:gd name="csY34" fmla="*/ 1012628 h 1012628"/>
                      <a:gd name="csX35" fmla="*/ 0 w 8686800"/>
                      <a:gd name="csY35" fmla="*/ 1012628 h 1012628"/>
                      <a:gd name="csX36" fmla="*/ 0 w 8686800"/>
                      <a:gd name="csY36" fmla="*/ 536693 h 1012628"/>
                      <a:gd name="csX37" fmla="*/ 0 w 8686800"/>
                      <a:gd name="csY37" fmla="*/ 0 h 101262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</a:cxnLst>
                    <a:rect l="l" t="t" r="r" b="b"/>
                    <a:pathLst>
                      <a:path w="8686800" h="1012628" fill="none" extrusionOk="0">
                        <a:moveTo>
                          <a:pt x="0" y="0"/>
                        </a:moveTo>
                        <a:cubicBezTo>
                          <a:pt x="162232" y="-20839"/>
                          <a:pt x="399236" y="21626"/>
                          <a:pt x="665988" y="0"/>
                        </a:cubicBezTo>
                        <a:cubicBezTo>
                          <a:pt x="932740" y="-21626"/>
                          <a:pt x="1120943" y="23171"/>
                          <a:pt x="1245108" y="0"/>
                        </a:cubicBezTo>
                        <a:cubicBezTo>
                          <a:pt x="1369273" y="-23171"/>
                          <a:pt x="1565566" y="35991"/>
                          <a:pt x="1650492" y="0"/>
                        </a:cubicBezTo>
                        <a:cubicBezTo>
                          <a:pt x="1735418" y="-35991"/>
                          <a:pt x="2061388" y="27184"/>
                          <a:pt x="2403348" y="0"/>
                        </a:cubicBezTo>
                        <a:cubicBezTo>
                          <a:pt x="2745308" y="-27184"/>
                          <a:pt x="2793070" y="35883"/>
                          <a:pt x="2982468" y="0"/>
                        </a:cubicBezTo>
                        <a:cubicBezTo>
                          <a:pt x="3171866" y="-35883"/>
                          <a:pt x="3197235" y="22252"/>
                          <a:pt x="3300984" y="0"/>
                        </a:cubicBezTo>
                        <a:cubicBezTo>
                          <a:pt x="3404733" y="-22252"/>
                          <a:pt x="3548047" y="37441"/>
                          <a:pt x="3793236" y="0"/>
                        </a:cubicBezTo>
                        <a:cubicBezTo>
                          <a:pt x="4038425" y="-37441"/>
                          <a:pt x="4132400" y="22824"/>
                          <a:pt x="4372356" y="0"/>
                        </a:cubicBezTo>
                        <a:cubicBezTo>
                          <a:pt x="4612312" y="-22824"/>
                          <a:pt x="4626773" y="12360"/>
                          <a:pt x="4690872" y="0"/>
                        </a:cubicBezTo>
                        <a:cubicBezTo>
                          <a:pt x="4754971" y="-12360"/>
                          <a:pt x="5038246" y="19975"/>
                          <a:pt x="5269992" y="0"/>
                        </a:cubicBezTo>
                        <a:cubicBezTo>
                          <a:pt x="5501738" y="-19975"/>
                          <a:pt x="5574051" y="18805"/>
                          <a:pt x="5762244" y="0"/>
                        </a:cubicBezTo>
                        <a:cubicBezTo>
                          <a:pt x="5950437" y="-18805"/>
                          <a:pt x="6122685" y="49328"/>
                          <a:pt x="6341364" y="0"/>
                        </a:cubicBezTo>
                        <a:cubicBezTo>
                          <a:pt x="6560043" y="-49328"/>
                          <a:pt x="6503118" y="37583"/>
                          <a:pt x="6659880" y="0"/>
                        </a:cubicBezTo>
                        <a:cubicBezTo>
                          <a:pt x="6816642" y="-37583"/>
                          <a:pt x="6992868" y="10958"/>
                          <a:pt x="7152132" y="0"/>
                        </a:cubicBezTo>
                        <a:cubicBezTo>
                          <a:pt x="7311396" y="-10958"/>
                          <a:pt x="7416526" y="6145"/>
                          <a:pt x="7557516" y="0"/>
                        </a:cubicBezTo>
                        <a:cubicBezTo>
                          <a:pt x="7698506" y="-6145"/>
                          <a:pt x="7828103" y="2938"/>
                          <a:pt x="7962900" y="0"/>
                        </a:cubicBezTo>
                        <a:cubicBezTo>
                          <a:pt x="8097697" y="-2938"/>
                          <a:pt x="8504225" y="85684"/>
                          <a:pt x="8686800" y="0"/>
                        </a:cubicBezTo>
                        <a:cubicBezTo>
                          <a:pt x="8695411" y="186462"/>
                          <a:pt x="8680951" y="265866"/>
                          <a:pt x="8686800" y="496188"/>
                        </a:cubicBezTo>
                        <a:cubicBezTo>
                          <a:pt x="8692649" y="726510"/>
                          <a:pt x="8647327" y="793128"/>
                          <a:pt x="8686800" y="1012628"/>
                        </a:cubicBezTo>
                        <a:cubicBezTo>
                          <a:pt x="8571768" y="1048826"/>
                          <a:pt x="8480413" y="988406"/>
                          <a:pt x="8368284" y="1012628"/>
                        </a:cubicBezTo>
                        <a:cubicBezTo>
                          <a:pt x="8256155" y="1036850"/>
                          <a:pt x="7882312" y="972735"/>
                          <a:pt x="7615428" y="1012628"/>
                        </a:cubicBezTo>
                        <a:cubicBezTo>
                          <a:pt x="7348544" y="1052521"/>
                          <a:pt x="7257558" y="963326"/>
                          <a:pt x="7123176" y="1012628"/>
                        </a:cubicBezTo>
                        <a:cubicBezTo>
                          <a:pt x="6988794" y="1061930"/>
                          <a:pt x="6712861" y="973339"/>
                          <a:pt x="6544056" y="1012628"/>
                        </a:cubicBezTo>
                        <a:cubicBezTo>
                          <a:pt x="6375251" y="1051917"/>
                          <a:pt x="6038514" y="992218"/>
                          <a:pt x="5878068" y="1012628"/>
                        </a:cubicBezTo>
                        <a:cubicBezTo>
                          <a:pt x="5717622" y="1033038"/>
                          <a:pt x="5505995" y="957629"/>
                          <a:pt x="5385816" y="1012628"/>
                        </a:cubicBezTo>
                        <a:cubicBezTo>
                          <a:pt x="5265637" y="1067627"/>
                          <a:pt x="4865951" y="942359"/>
                          <a:pt x="4632960" y="1012628"/>
                        </a:cubicBezTo>
                        <a:cubicBezTo>
                          <a:pt x="4399969" y="1082897"/>
                          <a:pt x="4373019" y="1001544"/>
                          <a:pt x="4140708" y="1012628"/>
                        </a:cubicBezTo>
                        <a:cubicBezTo>
                          <a:pt x="3908397" y="1023712"/>
                          <a:pt x="3912415" y="1004090"/>
                          <a:pt x="3735324" y="1012628"/>
                        </a:cubicBezTo>
                        <a:cubicBezTo>
                          <a:pt x="3558233" y="1021166"/>
                          <a:pt x="3382018" y="987639"/>
                          <a:pt x="3243072" y="1012628"/>
                        </a:cubicBezTo>
                        <a:cubicBezTo>
                          <a:pt x="3104126" y="1037617"/>
                          <a:pt x="3026432" y="980199"/>
                          <a:pt x="2837688" y="1012628"/>
                        </a:cubicBezTo>
                        <a:cubicBezTo>
                          <a:pt x="2648944" y="1045057"/>
                          <a:pt x="2635241" y="1000832"/>
                          <a:pt x="2519172" y="1012628"/>
                        </a:cubicBezTo>
                        <a:cubicBezTo>
                          <a:pt x="2403103" y="1024424"/>
                          <a:pt x="2220409" y="988623"/>
                          <a:pt x="2113788" y="1012628"/>
                        </a:cubicBezTo>
                        <a:cubicBezTo>
                          <a:pt x="2007167" y="1036633"/>
                          <a:pt x="1659156" y="979176"/>
                          <a:pt x="1360932" y="1012628"/>
                        </a:cubicBezTo>
                        <a:cubicBezTo>
                          <a:pt x="1062708" y="1046080"/>
                          <a:pt x="1174203" y="1005121"/>
                          <a:pt x="1042416" y="1012628"/>
                        </a:cubicBezTo>
                        <a:cubicBezTo>
                          <a:pt x="910629" y="1020135"/>
                          <a:pt x="222969" y="918455"/>
                          <a:pt x="0" y="1012628"/>
                        </a:cubicBezTo>
                        <a:cubicBezTo>
                          <a:pt x="-45144" y="845724"/>
                          <a:pt x="39308" y="670544"/>
                          <a:pt x="0" y="536693"/>
                        </a:cubicBezTo>
                        <a:cubicBezTo>
                          <a:pt x="-39308" y="402843"/>
                          <a:pt x="15959" y="201283"/>
                          <a:pt x="0" y="0"/>
                        </a:cubicBezTo>
                        <a:close/>
                      </a:path>
                      <a:path w="8686800" h="1012628" stroke="0" extrusionOk="0">
                        <a:moveTo>
                          <a:pt x="0" y="0"/>
                        </a:moveTo>
                        <a:cubicBezTo>
                          <a:pt x="106027" y="-15872"/>
                          <a:pt x="374960" y="37760"/>
                          <a:pt x="492252" y="0"/>
                        </a:cubicBezTo>
                        <a:cubicBezTo>
                          <a:pt x="609544" y="-37760"/>
                          <a:pt x="833212" y="68542"/>
                          <a:pt x="1071372" y="0"/>
                        </a:cubicBezTo>
                        <a:cubicBezTo>
                          <a:pt x="1309532" y="-68542"/>
                          <a:pt x="1412224" y="26358"/>
                          <a:pt x="1563624" y="0"/>
                        </a:cubicBezTo>
                        <a:cubicBezTo>
                          <a:pt x="1715024" y="-26358"/>
                          <a:pt x="2048103" y="46015"/>
                          <a:pt x="2229612" y="0"/>
                        </a:cubicBezTo>
                        <a:cubicBezTo>
                          <a:pt x="2411121" y="-46015"/>
                          <a:pt x="2450952" y="20461"/>
                          <a:pt x="2548128" y="0"/>
                        </a:cubicBezTo>
                        <a:cubicBezTo>
                          <a:pt x="2645304" y="-20461"/>
                          <a:pt x="2929456" y="58294"/>
                          <a:pt x="3300984" y="0"/>
                        </a:cubicBezTo>
                        <a:cubicBezTo>
                          <a:pt x="3672512" y="-58294"/>
                          <a:pt x="3618055" y="3969"/>
                          <a:pt x="3706368" y="0"/>
                        </a:cubicBezTo>
                        <a:cubicBezTo>
                          <a:pt x="3794681" y="-3969"/>
                          <a:pt x="3901760" y="6363"/>
                          <a:pt x="4024884" y="0"/>
                        </a:cubicBezTo>
                        <a:cubicBezTo>
                          <a:pt x="4148008" y="-6363"/>
                          <a:pt x="4223623" y="1505"/>
                          <a:pt x="4343400" y="0"/>
                        </a:cubicBezTo>
                        <a:cubicBezTo>
                          <a:pt x="4463177" y="-1505"/>
                          <a:pt x="4775145" y="62892"/>
                          <a:pt x="5009388" y="0"/>
                        </a:cubicBezTo>
                        <a:cubicBezTo>
                          <a:pt x="5243631" y="-62892"/>
                          <a:pt x="5502876" y="12185"/>
                          <a:pt x="5675376" y="0"/>
                        </a:cubicBezTo>
                        <a:cubicBezTo>
                          <a:pt x="5847876" y="-12185"/>
                          <a:pt x="6033890" y="7842"/>
                          <a:pt x="6254496" y="0"/>
                        </a:cubicBezTo>
                        <a:cubicBezTo>
                          <a:pt x="6475102" y="-7842"/>
                          <a:pt x="6549428" y="36144"/>
                          <a:pt x="6659880" y="0"/>
                        </a:cubicBezTo>
                        <a:cubicBezTo>
                          <a:pt x="6770332" y="-36144"/>
                          <a:pt x="6966194" y="44364"/>
                          <a:pt x="7065264" y="0"/>
                        </a:cubicBezTo>
                        <a:cubicBezTo>
                          <a:pt x="7164334" y="-44364"/>
                          <a:pt x="7508858" y="20927"/>
                          <a:pt x="7731252" y="0"/>
                        </a:cubicBezTo>
                        <a:cubicBezTo>
                          <a:pt x="7953646" y="-20927"/>
                          <a:pt x="8380375" y="65864"/>
                          <a:pt x="8686800" y="0"/>
                        </a:cubicBezTo>
                        <a:cubicBezTo>
                          <a:pt x="8692100" y="180863"/>
                          <a:pt x="8679043" y="325750"/>
                          <a:pt x="8686800" y="486061"/>
                        </a:cubicBezTo>
                        <a:cubicBezTo>
                          <a:pt x="8694557" y="646372"/>
                          <a:pt x="8631081" y="778478"/>
                          <a:pt x="8686800" y="1012628"/>
                        </a:cubicBezTo>
                        <a:cubicBezTo>
                          <a:pt x="8425315" y="1034523"/>
                          <a:pt x="8336079" y="999995"/>
                          <a:pt x="8020812" y="1012628"/>
                        </a:cubicBezTo>
                        <a:cubicBezTo>
                          <a:pt x="7705545" y="1025261"/>
                          <a:pt x="7543729" y="962965"/>
                          <a:pt x="7267956" y="1012628"/>
                        </a:cubicBezTo>
                        <a:cubicBezTo>
                          <a:pt x="6992183" y="1062291"/>
                          <a:pt x="6988005" y="1002507"/>
                          <a:pt x="6775704" y="1012628"/>
                        </a:cubicBezTo>
                        <a:cubicBezTo>
                          <a:pt x="6563403" y="1022749"/>
                          <a:pt x="6296113" y="952382"/>
                          <a:pt x="6109716" y="1012628"/>
                        </a:cubicBezTo>
                        <a:cubicBezTo>
                          <a:pt x="5923319" y="1072874"/>
                          <a:pt x="5594808" y="962207"/>
                          <a:pt x="5443728" y="1012628"/>
                        </a:cubicBezTo>
                        <a:cubicBezTo>
                          <a:pt x="5292648" y="1063049"/>
                          <a:pt x="5114613" y="1000248"/>
                          <a:pt x="4864608" y="1012628"/>
                        </a:cubicBezTo>
                        <a:cubicBezTo>
                          <a:pt x="4614603" y="1025008"/>
                          <a:pt x="4471366" y="1011088"/>
                          <a:pt x="4372356" y="1012628"/>
                        </a:cubicBezTo>
                        <a:cubicBezTo>
                          <a:pt x="4273346" y="1014168"/>
                          <a:pt x="4115168" y="979489"/>
                          <a:pt x="3966972" y="1012628"/>
                        </a:cubicBezTo>
                        <a:cubicBezTo>
                          <a:pt x="3818776" y="1045767"/>
                          <a:pt x="3776915" y="997209"/>
                          <a:pt x="3648456" y="1012628"/>
                        </a:cubicBezTo>
                        <a:cubicBezTo>
                          <a:pt x="3519997" y="1028047"/>
                          <a:pt x="3073584" y="969062"/>
                          <a:pt x="2895600" y="1012628"/>
                        </a:cubicBezTo>
                        <a:cubicBezTo>
                          <a:pt x="2717616" y="1056194"/>
                          <a:pt x="2721441" y="982368"/>
                          <a:pt x="2577084" y="1012628"/>
                        </a:cubicBezTo>
                        <a:cubicBezTo>
                          <a:pt x="2432727" y="1042888"/>
                          <a:pt x="2183423" y="997662"/>
                          <a:pt x="1911096" y="1012628"/>
                        </a:cubicBezTo>
                        <a:cubicBezTo>
                          <a:pt x="1638769" y="1027594"/>
                          <a:pt x="1459295" y="952956"/>
                          <a:pt x="1331976" y="1012628"/>
                        </a:cubicBezTo>
                        <a:cubicBezTo>
                          <a:pt x="1204657" y="1072300"/>
                          <a:pt x="825570" y="926238"/>
                          <a:pt x="579120" y="1012628"/>
                        </a:cubicBezTo>
                        <a:cubicBezTo>
                          <a:pt x="332670" y="1099018"/>
                          <a:pt x="199694" y="981238"/>
                          <a:pt x="0" y="1012628"/>
                        </a:cubicBezTo>
                        <a:cubicBezTo>
                          <a:pt x="-16763" y="868290"/>
                          <a:pt x="11593" y="697422"/>
                          <a:pt x="0" y="516440"/>
                        </a:cubicBezTo>
                        <a:cubicBezTo>
                          <a:pt x="-11593" y="335458"/>
                          <a:pt x="15397" y="17646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GB" sz="2000" b="0" i="1" cap="none">
                <a:latin typeface="Adobe Devanagari"/>
                <a:ea typeface="Cambria"/>
              </a:rPr>
              <a:t>Existing AI-assisted development tools mainly focus on generating code quickly, but they provide limited support for security validation, vulnerability detection, and traceability across software artifacts.</a:t>
            </a:r>
            <a:endParaRPr lang="en-US" i="1"/>
          </a:p>
        </p:txBody>
      </p:sp>
      <p:sp>
        <p:nvSpPr>
          <p:cNvPr id="55" name="Title 4">
            <a:extLst>
              <a:ext uri="{FF2B5EF4-FFF2-40B4-BE49-F238E27FC236}">
                <a16:creationId xmlns:a16="http://schemas.microsoft.com/office/drawing/2014/main" id="{6664AB1F-034F-A341-CE1A-46200D42A898}"/>
              </a:ext>
            </a:extLst>
          </p:cNvPr>
          <p:cNvSpPr txBox="1">
            <a:spLocks/>
          </p:cNvSpPr>
          <p:nvPr/>
        </p:nvSpPr>
        <p:spPr>
          <a:xfrm>
            <a:off x="2689860" y="4749374"/>
            <a:ext cx="8055370" cy="104282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8055370"/>
                      <a:gd name="csY0" fmla="*/ 0 h 1042823"/>
                      <a:gd name="csX1" fmla="*/ 494830 w 8055370"/>
                      <a:gd name="csY1" fmla="*/ 0 h 1042823"/>
                      <a:gd name="csX2" fmla="*/ 909106 w 8055370"/>
                      <a:gd name="csY2" fmla="*/ 0 h 1042823"/>
                      <a:gd name="csX3" fmla="*/ 1323382 w 8055370"/>
                      <a:gd name="csY3" fmla="*/ 0 h 1042823"/>
                      <a:gd name="csX4" fmla="*/ 1898766 w 8055370"/>
                      <a:gd name="csY4" fmla="*/ 0 h 1042823"/>
                      <a:gd name="csX5" fmla="*/ 2313042 w 8055370"/>
                      <a:gd name="csY5" fmla="*/ 0 h 1042823"/>
                      <a:gd name="csX6" fmla="*/ 3049533 w 8055370"/>
                      <a:gd name="csY6" fmla="*/ 0 h 1042823"/>
                      <a:gd name="csX7" fmla="*/ 3624916 w 8055370"/>
                      <a:gd name="csY7" fmla="*/ 0 h 1042823"/>
                      <a:gd name="csX8" fmla="*/ 3958639 w 8055370"/>
                      <a:gd name="csY8" fmla="*/ 0 h 1042823"/>
                      <a:gd name="csX9" fmla="*/ 4453469 w 8055370"/>
                      <a:gd name="csY9" fmla="*/ 0 h 1042823"/>
                      <a:gd name="csX10" fmla="*/ 5028852 w 8055370"/>
                      <a:gd name="csY10" fmla="*/ 0 h 1042823"/>
                      <a:gd name="csX11" fmla="*/ 5362575 w 8055370"/>
                      <a:gd name="csY11" fmla="*/ 0 h 1042823"/>
                      <a:gd name="csX12" fmla="*/ 5937958 w 8055370"/>
                      <a:gd name="csY12" fmla="*/ 0 h 1042823"/>
                      <a:gd name="csX13" fmla="*/ 6432788 w 8055370"/>
                      <a:gd name="csY13" fmla="*/ 0 h 1042823"/>
                      <a:gd name="csX14" fmla="*/ 7008172 w 8055370"/>
                      <a:gd name="csY14" fmla="*/ 0 h 1042823"/>
                      <a:gd name="csX15" fmla="*/ 7341894 w 8055370"/>
                      <a:gd name="csY15" fmla="*/ 0 h 1042823"/>
                      <a:gd name="csX16" fmla="*/ 8055370 w 8055370"/>
                      <a:gd name="csY16" fmla="*/ 0 h 1042823"/>
                      <a:gd name="csX17" fmla="*/ 8055370 w 8055370"/>
                      <a:gd name="csY17" fmla="*/ 500555 h 1042823"/>
                      <a:gd name="csX18" fmla="*/ 8055370 w 8055370"/>
                      <a:gd name="csY18" fmla="*/ 1042823 h 1042823"/>
                      <a:gd name="csX19" fmla="*/ 7399433 w 8055370"/>
                      <a:gd name="csY19" fmla="*/ 1042823 h 1042823"/>
                      <a:gd name="csX20" fmla="*/ 6985157 w 8055370"/>
                      <a:gd name="csY20" fmla="*/ 1042823 h 1042823"/>
                      <a:gd name="csX21" fmla="*/ 6248666 w 8055370"/>
                      <a:gd name="csY21" fmla="*/ 1042823 h 1042823"/>
                      <a:gd name="csX22" fmla="*/ 5673282 w 8055370"/>
                      <a:gd name="csY22" fmla="*/ 1042823 h 1042823"/>
                      <a:gd name="csX23" fmla="*/ 4936791 w 8055370"/>
                      <a:gd name="csY23" fmla="*/ 1042823 h 1042823"/>
                      <a:gd name="csX24" fmla="*/ 4441961 w 8055370"/>
                      <a:gd name="csY24" fmla="*/ 1042823 h 1042823"/>
                      <a:gd name="csX25" fmla="*/ 3866578 w 8055370"/>
                      <a:gd name="csY25" fmla="*/ 1042823 h 1042823"/>
                      <a:gd name="csX26" fmla="*/ 3210640 w 8055370"/>
                      <a:gd name="csY26" fmla="*/ 1042823 h 1042823"/>
                      <a:gd name="csX27" fmla="*/ 2715810 w 8055370"/>
                      <a:gd name="csY27" fmla="*/ 1042823 h 1042823"/>
                      <a:gd name="csX28" fmla="*/ 1979319 w 8055370"/>
                      <a:gd name="csY28" fmla="*/ 1042823 h 1042823"/>
                      <a:gd name="csX29" fmla="*/ 1484490 w 8055370"/>
                      <a:gd name="csY29" fmla="*/ 1042823 h 1042823"/>
                      <a:gd name="csX30" fmla="*/ 1070213 w 8055370"/>
                      <a:gd name="csY30" fmla="*/ 1042823 h 1042823"/>
                      <a:gd name="csX31" fmla="*/ 575384 w 8055370"/>
                      <a:gd name="csY31" fmla="*/ 1042823 h 1042823"/>
                      <a:gd name="csX32" fmla="*/ 0 w 8055370"/>
                      <a:gd name="csY32" fmla="*/ 1042823 h 1042823"/>
                      <a:gd name="csX33" fmla="*/ 0 w 8055370"/>
                      <a:gd name="csY33" fmla="*/ 552696 h 1042823"/>
                      <a:gd name="csX34" fmla="*/ 0 w 8055370"/>
                      <a:gd name="csY34" fmla="*/ 0 h 104282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</a:cxnLst>
                    <a:rect l="l" t="t" r="r" b="b"/>
                    <a:pathLst>
                      <a:path w="8055370" h="1042823" fill="none" extrusionOk="0">
                        <a:moveTo>
                          <a:pt x="0" y="0"/>
                        </a:moveTo>
                        <a:cubicBezTo>
                          <a:pt x="240327" y="-2569"/>
                          <a:pt x="368168" y="16663"/>
                          <a:pt x="494830" y="0"/>
                        </a:cubicBezTo>
                        <a:cubicBezTo>
                          <a:pt x="621492" y="-16663"/>
                          <a:pt x="819396" y="46824"/>
                          <a:pt x="909106" y="0"/>
                        </a:cubicBezTo>
                        <a:cubicBezTo>
                          <a:pt x="998816" y="-46824"/>
                          <a:pt x="1195668" y="41133"/>
                          <a:pt x="1323382" y="0"/>
                        </a:cubicBezTo>
                        <a:cubicBezTo>
                          <a:pt x="1451096" y="-41133"/>
                          <a:pt x="1616795" y="45586"/>
                          <a:pt x="1898766" y="0"/>
                        </a:cubicBezTo>
                        <a:cubicBezTo>
                          <a:pt x="2180737" y="-45586"/>
                          <a:pt x="2229805" y="18453"/>
                          <a:pt x="2313042" y="0"/>
                        </a:cubicBezTo>
                        <a:cubicBezTo>
                          <a:pt x="2396279" y="-18453"/>
                          <a:pt x="2842571" y="14521"/>
                          <a:pt x="3049533" y="0"/>
                        </a:cubicBezTo>
                        <a:cubicBezTo>
                          <a:pt x="3256495" y="-14521"/>
                          <a:pt x="3431332" y="526"/>
                          <a:pt x="3624916" y="0"/>
                        </a:cubicBezTo>
                        <a:cubicBezTo>
                          <a:pt x="3818500" y="-526"/>
                          <a:pt x="3855838" y="12601"/>
                          <a:pt x="3958639" y="0"/>
                        </a:cubicBezTo>
                        <a:cubicBezTo>
                          <a:pt x="4061440" y="-12601"/>
                          <a:pt x="4231538" y="25618"/>
                          <a:pt x="4453469" y="0"/>
                        </a:cubicBezTo>
                        <a:cubicBezTo>
                          <a:pt x="4675400" y="-25618"/>
                          <a:pt x="4757417" y="33201"/>
                          <a:pt x="5028852" y="0"/>
                        </a:cubicBezTo>
                        <a:cubicBezTo>
                          <a:pt x="5300287" y="-33201"/>
                          <a:pt x="5203362" y="28348"/>
                          <a:pt x="5362575" y="0"/>
                        </a:cubicBezTo>
                        <a:cubicBezTo>
                          <a:pt x="5521788" y="-28348"/>
                          <a:pt x="5653100" y="64909"/>
                          <a:pt x="5937958" y="0"/>
                        </a:cubicBezTo>
                        <a:cubicBezTo>
                          <a:pt x="6222816" y="-64909"/>
                          <a:pt x="6325564" y="48829"/>
                          <a:pt x="6432788" y="0"/>
                        </a:cubicBezTo>
                        <a:cubicBezTo>
                          <a:pt x="6540012" y="-48829"/>
                          <a:pt x="6804878" y="2791"/>
                          <a:pt x="7008172" y="0"/>
                        </a:cubicBezTo>
                        <a:cubicBezTo>
                          <a:pt x="7211466" y="-2791"/>
                          <a:pt x="7215321" y="2693"/>
                          <a:pt x="7341894" y="0"/>
                        </a:cubicBezTo>
                        <a:cubicBezTo>
                          <a:pt x="7468467" y="-2693"/>
                          <a:pt x="7837646" y="23997"/>
                          <a:pt x="8055370" y="0"/>
                        </a:cubicBezTo>
                        <a:cubicBezTo>
                          <a:pt x="8081908" y="244540"/>
                          <a:pt x="8042764" y="359701"/>
                          <a:pt x="8055370" y="500555"/>
                        </a:cubicBezTo>
                        <a:cubicBezTo>
                          <a:pt x="8067976" y="641410"/>
                          <a:pt x="8040837" y="840715"/>
                          <a:pt x="8055370" y="1042823"/>
                        </a:cubicBezTo>
                        <a:cubicBezTo>
                          <a:pt x="7859868" y="1068749"/>
                          <a:pt x="7633041" y="1020161"/>
                          <a:pt x="7399433" y="1042823"/>
                        </a:cubicBezTo>
                        <a:cubicBezTo>
                          <a:pt x="7165825" y="1065485"/>
                          <a:pt x="7164264" y="1007364"/>
                          <a:pt x="6985157" y="1042823"/>
                        </a:cubicBezTo>
                        <a:cubicBezTo>
                          <a:pt x="6806050" y="1078282"/>
                          <a:pt x="6505851" y="974589"/>
                          <a:pt x="6248666" y="1042823"/>
                        </a:cubicBezTo>
                        <a:cubicBezTo>
                          <a:pt x="5991481" y="1111057"/>
                          <a:pt x="5857719" y="1025913"/>
                          <a:pt x="5673282" y="1042823"/>
                        </a:cubicBezTo>
                        <a:cubicBezTo>
                          <a:pt x="5488845" y="1059733"/>
                          <a:pt x="5292433" y="972802"/>
                          <a:pt x="4936791" y="1042823"/>
                        </a:cubicBezTo>
                        <a:cubicBezTo>
                          <a:pt x="4581149" y="1112844"/>
                          <a:pt x="4637438" y="991053"/>
                          <a:pt x="4441961" y="1042823"/>
                        </a:cubicBezTo>
                        <a:cubicBezTo>
                          <a:pt x="4246484" y="1094593"/>
                          <a:pt x="4077519" y="996524"/>
                          <a:pt x="3866578" y="1042823"/>
                        </a:cubicBezTo>
                        <a:cubicBezTo>
                          <a:pt x="3655637" y="1089122"/>
                          <a:pt x="3536422" y="994090"/>
                          <a:pt x="3210640" y="1042823"/>
                        </a:cubicBezTo>
                        <a:cubicBezTo>
                          <a:pt x="2884858" y="1091556"/>
                          <a:pt x="2815400" y="1026157"/>
                          <a:pt x="2715810" y="1042823"/>
                        </a:cubicBezTo>
                        <a:cubicBezTo>
                          <a:pt x="2616220" y="1059489"/>
                          <a:pt x="2323202" y="956623"/>
                          <a:pt x="1979319" y="1042823"/>
                        </a:cubicBezTo>
                        <a:cubicBezTo>
                          <a:pt x="1635436" y="1129023"/>
                          <a:pt x="1693979" y="1009946"/>
                          <a:pt x="1484490" y="1042823"/>
                        </a:cubicBezTo>
                        <a:cubicBezTo>
                          <a:pt x="1275001" y="1075700"/>
                          <a:pt x="1276170" y="1009920"/>
                          <a:pt x="1070213" y="1042823"/>
                        </a:cubicBezTo>
                        <a:cubicBezTo>
                          <a:pt x="864256" y="1075726"/>
                          <a:pt x="813797" y="1026368"/>
                          <a:pt x="575384" y="1042823"/>
                        </a:cubicBezTo>
                        <a:cubicBezTo>
                          <a:pt x="336971" y="1059278"/>
                          <a:pt x="138735" y="997290"/>
                          <a:pt x="0" y="1042823"/>
                        </a:cubicBezTo>
                        <a:cubicBezTo>
                          <a:pt x="-11014" y="933709"/>
                          <a:pt x="25916" y="710558"/>
                          <a:pt x="0" y="552696"/>
                        </a:cubicBezTo>
                        <a:cubicBezTo>
                          <a:pt x="-25916" y="394834"/>
                          <a:pt x="8915" y="238233"/>
                          <a:pt x="0" y="0"/>
                        </a:cubicBezTo>
                        <a:close/>
                      </a:path>
                      <a:path w="8055370" h="1042823" stroke="0" extrusionOk="0">
                        <a:moveTo>
                          <a:pt x="0" y="0"/>
                        </a:moveTo>
                        <a:cubicBezTo>
                          <a:pt x="159574" y="-49828"/>
                          <a:pt x="332899" y="33421"/>
                          <a:pt x="494830" y="0"/>
                        </a:cubicBezTo>
                        <a:cubicBezTo>
                          <a:pt x="656761" y="-33421"/>
                          <a:pt x="906795" y="60360"/>
                          <a:pt x="1070213" y="0"/>
                        </a:cubicBezTo>
                        <a:cubicBezTo>
                          <a:pt x="1233631" y="-60360"/>
                          <a:pt x="1399090" y="25772"/>
                          <a:pt x="1565043" y="0"/>
                        </a:cubicBezTo>
                        <a:cubicBezTo>
                          <a:pt x="1730996" y="-25772"/>
                          <a:pt x="1916856" y="31974"/>
                          <a:pt x="2220981" y="0"/>
                        </a:cubicBezTo>
                        <a:cubicBezTo>
                          <a:pt x="2525106" y="-31974"/>
                          <a:pt x="2417353" y="16469"/>
                          <a:pt x="2554703" y="0"/>
                        </a:cubicBezTo>
                        <a:cubicBezTo>
                          <a:pt x="2692053" y="-16469"/>
                          <a:pt x="3009688" y="49932"/>
                          <a:pt x="3291194" y="0"/>
                        </a:cubicBezTo>
                        <a:cubicBezTo>
                          <a:pt x="3572700" y="-49932"/>
                          <a:pt x="3587528" y="7608"/>
                          <a:pt x="3705470" y="0"/>
                        </a:cubicBezTo>
                        <a:cubicBezTo>
                          <a:pt x="3823412" y="-7608"/>
                          <a:pt x="3943108" y="3532"/>
                          <a:pt x="4039193" y="0"/>
                        </a:cubicBezTo>
                        <a:cubicBezTo>
                          <a:pt x="4135278" y="-3532"/>
                          <a:pt x="4281192" y="332"/>
                          <a:pt x="4372915" y="0"/>
                        </a:cubicBezTo>
                        <a:cubicBezTo>
                          <a:pt x="4464638" y="-332"/>
                          <a:pt x="4755889" y="76894"/>
                          <a:pt x="5028852" y="0"/>
                        </a:cubicBezTo>
                        <a:cubicBezTo>
                          <a:pt x="5301815" y="-76894"/>
                          <a:pt x="5365371" y="52524"/>
                          <a:pt x="5684790" y="0"/>
                        </a:cubicBezTo>
                        <a:cubicBezTo>
                          <a:pt x="6004209" y="-52524"/>
                          <a:pt x="6078939" y="14072"/>
                          <a:pt x="6260173" y="0"/>
                        </a:cubicBezTo>
                        <a:cubicBezTo>
                          <a:pt x="6441407" y="-14072"/>
                          <a:pt x="6511954" y="20604"/>
                          <a:pt x="6674449" y="0"/>
                        </a:cubicBezTo>
                        <a:cubicBezTo>
                          <a:pt x="6836944" y="-20604"/>
                          <a:pt x="6950053" y="13994"/>
                          <a:pt x="7088726" y="0"/>
                        </a:cubicBezTo>
                        <a:cubicBezTo>
                          <a:pt x="7227399" y="-13994"/>
                          <a:pt x="7797682" y="10439"/>
                          <a:pt x="8055370" y="0"/>
                        </a:cubicBezTo>
                        <a:cubicBezTo>
                          <a:pt x="8067093" y="248673"/>
                          <a:pt x="8001574" y="300212"/>
                          <a:pt x="8055370" y="510983"/>
                        </a:cubicBezTo>
                        <a:cubicBezTo>
                          <a:pt x="8109166" y="721754"/>
                          <a:pt x="8045823" y="913709"/>
                          <a:pt x="8055370" y="1042823"/>
                        </a:cubicBezTo>
                        <a:cubicBezTo>
                          <a:pt x="7813626" y="1110608"/>
                          <a:pt x="7722446" y="976333"/>
                          <a:pt x="7399433" y="1042823"/>
                        </a:cubicBezTo>
                        <a:cubicBezTo>
                          <a:pt x="7076420" y="1109313"/>
                          <a:pt x="6868296" y="1010725"/>
                          <a:pt x="6662942" y="1042823"/>
                        </a:cubicBezTo>
                        <a:cubicBezTo>
                          <a:pt x="6457588" y="1074921"/>
                          <a:pt x="6087987" y="1014841"/>
                          <a:pt x="5926451" y="1042823"/>
                        </a:cubicBezTo>
                        <a:cubicBezTo>
                          <a:pt x="5764915" y="1070805"/>
                          <a:pt x="5617922" y="1013874"/>
                          <a:pt x="5431621" y="1042823"/>
                        </a:cubicBezTo>
                        <a:cubicBezTo>
                          <a:pt x="5245320" y="1071772"/>
                          <a:pt x="5014890" y="1035751"/>
                          <a:pt x="4775684" y="1042823"/>
                        </a:cubicBezTo>
                        <a:cubicBezTo>
                          <a:pt x="4536478" y="1049895"/>
                          <a:pt x="4287416" y="1001422"/>
                          <a:pt x="4119746" y="1042823"/>
                        </a:cubicBezTo>
                        <a:cubicBezTo>
                          <a:pt x="3952076" y="1084224"/>
                          <a:pt x="3827787" y="1022633"/>
                          <a:pt x="3544363" y="1042823"/>
                        </a:cubicBezTo>
                        <a:cubicBezTo>
                          <a:pt x="3260939" y="1063013"/>
                          <a:pt x="3182810" y="1040562"/>
                          <a:pt x="3049533" y="1042823"/>
                        </a:cubicBezTo>
                        <a:cubicBezTo>
                          <a:pt x="2916256" y="1045084"/>
                          <a:pt x="2763454" y="997290"/>
                          <a:pt x="2635257" y="1042823"/>
                        </a:cubicBezTo>
                        <a:cubicBezTo>
                          <a:pt x="2507060" y="1088356"/>
                          <a:pt x="2406993" y="1038913"/>
                          <a:pt x="2301534" y="1042823"/>
                        </a:cubicBezTo>
                        <a:cubicBezTo>
                          <a:pt x="2196075" y="1046733"/>
                          <a:pt x="1751008" y="1023400"/>
                          <a:pt x="1565043" y="1042823"/>
                        </a:cubicBezTo>
                        <a:cubicBezTo>
                          <a:pt x="1379078" y="1062246"/>
                          <a:pt x="1330506" y="1032394"/>
                          <a:pt x="1231321" y="1042823"/>
                        </a:cubicBezTo>
                        <a:cubicBezTo>
                          <a:pt x="1132136" y="1053252"/>
                          <a:pt x="791969" y="1036143"/>
                          <a:pt x="575384" y="1042823"/>
                        </a:cubicBezTo>
                        <a:cubicBezTo>
                          <a:pt x="358799" y="1049503"/>
                          <a:pt x="177070" y="1013082"/>
                          <a:pt x="0" y="1042823"/>
                        </a:cubicBezTo>
                        <a:cubicBezTo>
                          <a:pt x="-17437" y="888050"/>
                          <a:pt x="45947" y="619447"/>
                          <a:pt x="0" y="500555"/>
                        </a:cubicBezTo>
                        <a:cubicBezTo>
                          <a:pt x="-45947" y="381663"/>
                          <a:pt x="18196" y="24123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GB" sz="2000" b="0" i="1" cap="none">
                <a:latin typeface="Adobe Devanagari"/>
                <a:ea typeface="Cambria"/>
              </a:rPr>
              <a:t>To design and develop a Security Analysis and Testing component that identifies, validates, and reports security vulnerabilities in AI-generated software artifacts.</a:t>
            </a:r>
            <a:endParaRPr lang="en-US" i="1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978085F-634E-D433-0BCE-77408276CB44}"/>
              </a:ext>
            </a:extLst>
          </p:cNvPr>
          <p:cNvGrpSpPr/>
          <p:nvPr/>
        </p:nvGrpSpPr>
        <p:grpSpPr>
          <a:xfrm>
            <a:off x="324283" y="1474326"/>
            <a:ext cx="2286000" cy="1276350"/>
            <a:chOff x="228600" y="374633"/>
            <a:chExt cx="2286000" cy="1276350"/>
          </a:xfrm>
        </p:grpSpPr>
        <p:pic>
          <p:nvPicPr>
            <p:cNvPr id="57" name="Graphic 56" descr="Open laptop device">
              <a:extLst>
                <a:ext uri="{FF2B5EF4-FFF2-40B4-BE49-F238E27FC236}">
                  <a16:creationId xmlns:a16="http://schemas.microsoft.com/office/drawing/2014/main" id="{0EC2B14A-D14A-ADBB-D9E9-6C40B0310F2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8600" y="374633"/>
              <a:ext cx="2286000" cy="1276350"/>
            </a:xfrm>
            <a:prstGeom prst="rect">
              <a:avLst/>
            </a:prstGeom>
          </p:spPr>
        </p:pic>
        <p:sp>
          <p:nvSpPr>
            <p:cNvPr id="58" name="Title 4">
              <a:extLst>
                <a:ext uri="{FF2B5EF4-FFF2-40B4-BE49-F238E27FC236}">
                  <a16:creationId xmlns:a16="http://schemas.microsoft.com/office/drawing/2014/main" id="{789B1FA5-29E7-DB3A-96E5-926FF39B0E01}"/>
                </a:ext>
              </a:extLst>
            </p:cNvPr>
            <p:cNvSpPr txBox="1">
              <a:spLocks/>
            </p:cNvSpPr>
            <p:nvPr/>
          </p:nvSpPr>
          <p:spPr>
            <a:xfrm>
              <a:off x="762000" y="642769"/>
              <a:ext cx="1341120" cy="446722"/>
            </a:xfrm>
            <a:custGeom>
              <a:avLst/>
              <a:gdLst>
                <a:gd name="csX0" fmla="*/ 0 w 1341120"/>
                <a:gd name="csY0" fmla="*/ 0 h 446722"/>
                <a:gd name="csX1" fmla="*/ 433629 w 1341120"/>
                <a:gd name="csY1" fmla="*/ 0 h 446722"/>
                <a:gd name="csX2" fmla="*/ 880669 w 1341120"/>
                <a:gd name="csY2" fmla="*/ 0 h 446722"/>
                <a:gd name="csX3" fmla="*/ 1341120 w 1341120"/>
                <a:gd name="csY3" fmla="*/ 0 h 446722"/>
                <a:gd name="csX4" fmla="*/ 1341120 w 1341120"/>
                <a:gd name="csY4" fmla="*/ 446722 h 446722"/>
                <a:gd name="csX5" fmla="*/ 907491 w 1341120"/>
                <a:gd name="csY5" fmla="*/ 446722 h 446722"/>
                <a:gd name="csX6" fmla="*/ 460451 w 1341120"/>
                <a:gd name="csY6" fmla="*/ 446722 h 446722"/>
                <a:gd name="csX7" fmla="*/ 0 w 1341120"/>
                <a:gd name="csY7" fmla="*/ 446722 h 446722"/>
                <a:gd name="csX8" fmla="*/ 0 w 1341120"/>
                <a:gd name="csY8" fmla="*/ 0 h 446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341120" h="446722" extrusionOk="0">
                  <a:moveTo>
                    <a:pt x="0" y="0"/>
                  </a:moveTo>
                  <a:cubicBezTo>
                    <a:pt x="169073" y="-27213"/>
                    <a:pt x="295000" y="32152"/>
                    <a:pt x="433629" y="0"/>
                  </a:cubicBezTo>
                  <a:cubicBezTo>
                    <a:pt x="572258" y="-32152"/>
                    <a:pt x="720722" y="31966"/>
                    <a:pt x="880669" y="0"/>
                  </a:cubicBezTo>
                  <a:cubicBezTo>
                    <a:pt x="1040616" y="-31966"/>
                    <a:pt x="1126210" y="4428"/>
                    <a:pt x="1341120" y="0"/>
                  </a:cubicBezTo>
                  <a:cubicBezTo>
                    <a:pt x="1351755" y="157424"/>
                    <a:pt x="1338150" y="343044"/>
                    <a:pt x="1341120" y="446722"/>
                  </a:cubicBezTo>
                  <a:cubicBezTo>
                    <a:pt x="1252644" y="452524"/>
                    <a:pt x="1049813" y="433516"/>
                    <a:pt x="907491" y="446722"/>
                  </a:cubicBezTo>
                  <a:cubicBezTo>
                    <a:pt x="765169" y="459928"/>
                    <a:pt x="665434" y="418367"/>
                    <a:pt x="460451" y="446722"/>
                  </a:cubicBezTo>
                  <a:cubicBezTo>
                    <a:pt x="255468" y="475077"/>
                    <a:pt x="148779" y="418363"/>
                    <a:pt x="0" y="446722"/>
                  </a:cubicBezTo>
                  <a:cubicBezTo>
                    <a:pt x="-16383" y="319723"/>
                    <a:pt x="15535" y="155379"/>
                    <a:pt x="0" y="0"/>
                  </a:cubicBezTo>
                  <a:close/>
                </a:path>
              </a:pathLst>
            </a:custGeom>
            <a:noFill/>
            <a:ln>
              <a:noFill/>
              <a:extLst>
                <a:ext uri="{C807C97D-BFC1-408E-A445-0C87EB9F89A2}">
                  <ask:lineSketchStyleProps xmlns:ask="http://schemas.microsoft.com/office/drawing/2018/sketchyshapes" sd="426359736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4000" b="1" kern="1200" cap="all">
                  <a:solidFill>
                    <a:schemeClr val="tx1"/>
                  </a:solidFill>
                  <a:latin typeface="Adobe Devanagari" pitchFamily="18" charset="0"/>
                  <a:ea typeface="+mj-ea"/>
                  <a:cs typeface="Adobe Devanagari" pitchFamily="18" charset="0"/>
                </a:defRPr>
              </a:lvl1pPr>
            </a:lstStyle>
            <a:p>
              <a:pPr algn="just"/>
              <a:r>
                <a:rPr lang="en-GB" sz="2000">
                  <a:latin typeface="+mn-lt"/>
                </a:rPr>
                <a:t>Novelty</a:t>
              </a:r>
              <a:endParaRPr lang="en-US" sz="2400">
                <a:latin typeface="+mn-lt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7B613D6-4F03-6CA1-3FC9-C0F91A72539F}"/>
              </a:ext>
            </a:extLst>
          </p:cNvPr>
          <p:cNvGrpSpPr/>
          <p:nvPr/>
        </p:nvGrpSpPr>
        <p:grpSpPr>
          <a:xfrm>
            <a:off x="7737337" y="2590112"/>
            <a:ext cx="4454663" cy="2085172"/>
            <a:chOff x="7698658" y="1859279"/>
            <a:chExt cx="4454663" cy="2085172"/>
          </a:xfrm>
        </p:grpSpPr>
        <p:pic>
          <p:nvPicPr>
            <p:cNvPr id="61" name="Graphic 60" descr="An open laptop">
              <a:extLst>
                <a:ext uri="{FF2B5EF4-FFF2-40B4-BE49-F238E27FC236}">
                  <a16:creationId xmlns:a16="http://schemas.microsoft.com/office/drawing/2014/main" id="{861B2D69-AA70-87BE-6291-28B90F8715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698658" y="1859279"/>
              <a:ext cx="4454663" cy="2085172"/>
            </a:xfrm>
            <a:prstGeom prst="rect">
              <a:avLst/>
            </a:prstGeom>
          </p:spPr>
        </p:pic>
        <p:sp>
          <p:nvSpPr>
            <p:cNvPr id="62" name="Title 4">
              <a:extLst>
                <a:ext uri="{FF2B5EF4-FFF2-40B4-BE49-F238E27FC236}">
                  <a16:creationId xmlns:a16="http://schemas.microsoft.com/office/drawing/2014/main" id="{D74E6936-E9C9-63F5-07DD-5F963CF44124}"/>
                </a:ext>
              </a:extLst>
            </p:cNvPr>
            <p:cNvSpPr txBox="1">
              <a:spLocks/>
            </p:cNvSpPr>
            <p:nvPr/>
          </p:nvSpPr>
          <p:spPr>
            <a:xfrm rot="20725720">
              <a:off x="10080847" y="2396925"/>
              <a:ext cx="1676400" cy="731520"/>
            </a:xfrm>
            <a:custGeom>
              <a:avLst/>
              <a:gdLst>
                <a:gd name="csX0" fmla="*/ 0 w 1676400"/>
                <a:gd name="csY0" fmla="*/ 0 h 731520"/>
                <a:gd name="csX1" fmla="*/ 542036 w 1676400"/>
                <a:gd name="csY1" fmla="*/ 0 h 731520"/>
                <a:gd name="csX2" fmla="*/ 1100836 w 1676400"/>
                <a:gd name="csY2" fmla="*/ 0 h 731520"/>
                <a:gd name="csX3" fmla="*/ 1676400 w 1676400"/>
                <a:gd name="csY3" fmla="*/ 0 h 731520"/>
                <a:gd name="csX4" fmla="*/ 1676400 w 1676400"/>
                <a:gd name="csY4" fmla="*/ 373075 h 731520"/>
                <a:gd name="csX5" fmla="*/ 1676400 w 1676400"/>
                <a:gd name="csY5" fmla="*/ 731520 h 731520"/>
                <a:gd name="csX6" fmla="*/ 1117600 w 1676400"/>
                <a:gd name="csY6" fmla="*/ 731520 h 731520"/>
                <a:gd name="csX7" fmla="*/ 525272 w 1676400"/>
                <a:gd name="csY7" fmla="*/ 731520 h 731520"/>
                <a:gd name="csX8" fmla="*/ 0 w 1676400"/>
                <a:gd name="csY8" fmla="*/ 731520 h 731520"/>
                <a:gd name="csX9" fmla="*/ 0 w 1676400"/>
                <a:gd name="csY9" fmla="*/ 358445 h 731520"/>
                <a:gd name="csX10" fmla="*/ 0 w 1676400"/>
                <a:gd name="csY10" fmla="*/ 0 h 731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676400" h="731520" extrusionOk="0">
                  <a:moveTo>
                    <a:pt x="0" y="0"/>
                  </a:moveTo>
                  <a:cubicBezTo>
                    <a:pt x="161724" y="-38671"/>
                    <a:pt x="382819" y="59096"/>
                    <a:pt x="542036" y="0"/>
                  </a:cubicBezTo>
                  <a:cubicBezTo>
                    <a:pt x="701253" y="-59096"/>
                    <a:pt x="954755" y="18555"/>
                    <a:pt x="1100836" y="0"/>
                  </a:cubicBezTo>
                  <a:cubicBezTo>
                    <a:pt x="1246917" y="-18555"/>
                    <a:pt x="1440625" y="3132"/>
                    <a:pt x="1676400" y="0"/>
                  </a:cubicBezTo>
                  <a:cubicBezTo>
                    <a:pt x="1711388" y="182007"/>
                    <a:pt x="1674322" y="275434"/>
                    <a:pt x="1676400" y="373075"/>
                  </a:cubicBezTo>
                  <a:cubicBezTo>
                    <a:pt x="1678478" y="470717"/>
                    <a:pt x="1636194" y="600110"/>
                    <a:pt x="1676400" y="731520"/>
                  </a:cubicBezTo>
                  <a:cubicBezTo>
                    <a:pt x="1437949" y="755901"/>
                    <a:pt x="1338875" y="689754"/>
                    <a:pt x="1117600" y="731520"/>
                  </a:cubicBezTo>
                  <a:cubicBezTo>
                    <a:pt x="896325" y="773286"/>
                    <a:pt x="657676" y="711132"/>
                    <a:pt x="525272" y="731520"/>
                  </a:cubicBezTo>
                  <a:cubicBezTo>
                    <a:pt x="392868" y="751908"/>
                    <a:pt x="227904" y="718850"/>
                    <a:pt x="0" y="731520"/>
                  </a:cubicBezTo>
                  <a:cubicBezTo>
                    <a:pt x="-9911" y="585080"/>
                    <a:pt x="23756" y="481360"/>
                    <a:pt x="0" y="358445"/>
                  </a:cubicBezTo>
                  <a:cubicBezTo>
                    <a:pt x="-23756" y="235531"/>
                    <a:pt x="1575" y="75799"/>
                    <a:pt x="0" y="0"/>
                  </a:cubicBezTo>
                  <a:close/>
                </a:path>
              </a:pathLst>
            </a:custGeom>
            <a:noFill/>
            <a:ln>
              <a:noFill/>
              <a:extLst>
                <a:ext uri="{C807C97D-BFC1-408E-A445-0C87EB9F89A2}">
                  <ask:lineSketchStyleProps xmlns:ask="http://schemas.microsoft.com/office/drawing/2018/sketchyshapes" sd="426359736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vert="horz" lIns="91440" tIns="45720" rIns="91440" bIns="45720" rtlCol="0" anchor="t">
              <a:noAutofit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4000" b="1" kern="1200" cap="all">
                  <a:solidFill>
                    <a:schemeClr val="tx1"/>
                  </a:solidFill>
                  <a:latin typeface="Adobe Devanagari" pitchFamily="18" charset="0"/>
                  <a:ea typeface="+mj-ea"/>
                  <a:cs typeface="Adobe Devanagari" pitchFamily="18" charset="0"/>
                </a:defRPr>
              </a:lvl1pPr>
            </a:lstStyle>
            <a:p>
              <a:pPr algn="just"/>
              <a:r>
                <a:rPr lang="en-GB" sz="2000">
                  <a:latin typeface="+mn-lt"/>
                </a:rPr>
                <a:t>Problem Definition</a:t>
              </a:r>
              <a:endParaRPr lang="en-US" sz="2400">
                <a:latin typeface="+mn-lt"/>
              </a:endParaRPr>
            </a:p>
          </p:txBody>
        </p:sp>
      </p:grpSp>
      <p:pic>
        <p:nvPicPr>
          <p:cNvPr id="65" name="Graphic 64" descr="A phone facing sideways">
            <a:extLst>
              <a:ext uri="{FF2B5EF4-FFF2-40B4-BE49-F238E27FC236}">
                <a16:creationId xmlns:a16="http://schemas.microsoft.com/office/drawing/2014/main" id="{70CE0D5C-D08A-C95D-60D1-6198B7BF0E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106" y="4132950"/>
            <a:ext cx="2314754" cy="2330451"/>
          </a:xfrm>
          <a:prstGeom prst="rect">
            <a:avLst/>
          </a:prstGeom>
        </p:spPr>
      </p:pic>
      <p:sp>
        <p:nvSpPr>
          <p:cNvPr id="67" name="Title 4">
            <a:extLst>
              <a:ext uri="{FF2B5EF4-FFF2-40B4-BE49-F238E27FC236}">
                <a16:creationId xmlns:a16="http://schemas.microsoft.com/office/drawing/2014/main" id="{8A8E78C5-BCC7-44D3-738C-2381FBCEB909}"/>
              </a:ext>
            </a:extLst>
          </p:cNvPr>
          <p:cNvSpPr txBox="1">
            <a:spLocks/>
          </p:cNvSpPr>
          <p:nvPr/>
        </p:nvSpPr>
        <p:spPr>
          <a:xfrm>
            <a:off x="893099" y="4749374"/>
            <a:ext cx="1568161" cy="731520"/>
          </a:xfrm>
          <a:custGeom>
            <a:avLst/>
            <a:gdLst>
              <a:gd name="csX0" fmla="*/ 0 w 1568161"/>
              <a:gd name="csY0" fmla="*/ 0 h 731520"/>
              <a:gd name="csX1" fmla="*/ 507039 w 1568161"/>
              <a:gd name="csY1" fmla="*/ 0 h 731520"/>
              <a:gd name="csX2" fmla="*/ 1029759 w 1568161"/>
              <a:gd name="csY2" fmla="*/ 0 h 731520"/>
              <a:gd name="csX3" fmla="*/ 1568161 w 1568161"/>
              <a:gd name="csY3" fmla="*/ 0 h 731520"/>
              <a:gd name="csX4" fmla="*/ 1568161 w 1568161"/>
              <a:gd name="csY4" fmla="*/ 373075 h 731520"/>
              <a:gd name="csX5" fmla="*/ 1568161 w 1568161"/>
              <a:gd name="csY5" fmla="*/ 731520 h 731520"/>
              <a:gd name="csX6" fmla="*/ 1045441 w 1568161"/>
              <a:gd name="csY6" fmla="*/ 731520 h 731520"/>
              <a:gd name="csX7" fmla="*/ 491357 w 1568161"/>
              <a:gd name="csY7" fmla="*/ 731520 h 731520"/>
              <a:gd name="csX8" fmla="*/ 0 w 1568161"/>
              <a:gd name="csY8" fmla="*/ 731520 h 731520"/>
              <a:gd name="csX9" fmla="*/ 0 w 1568161"/>
              <a:gd name="csY9" fmla="*/ 358445 h 731520"/>
              <a:gd name="csX10" fmla="*/ 0 w 1568161"/>
              <a:gd name="csY10" fmla="*/ 0 h 7315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568161" h="731520" extrusionOk="0">
                <a:moveTo>
                  <a:pt x="0" y="0"/>
                </a:moveTo>
                <a:cubicBezTo>
                  <a:pt x="252044" y="-23700"/>
                  <a:pt x="383647" y="25171"/>
                  <a:pt x="507039" y="0"/>
                </a:cubicBezTo>
                <a:cubicBezTo>
                  <a:pt x="630431" y="-25171"/>
                  <a:pt x="831279" y="35134"/>
                  <a:pt x="1029759" y="0"/>
                </a:cubicBezTo>
                <a:cubicBezTo>
                  <a:pt x="1228239" y="-35134"/>
                  <a:pt x="1324877" y="11359"/>
                  <a:pt x="1568161" y="0"/>
                </a:cubicBezTo>
                <a:cubicBezTo>
                  <a:pt x="1603149" y="182007"/>
                  <a:pt x="1566083" y="275434"/>
                  <a:pt x="1568161" y="373075"/>
                </a:cubicBezTo>
                <a:cubicBezTo>
                  <a:pt x="1570239" y="470717"/>
                  <a:pt x="1527955" y="600110"/>
                  <a:pt x="1568161" y="731520"/>
                </a:cubicBezTo>
                <a:cubicBezTo>
                  <a:pt x="1371332" y="776176"/>
                  <a:pt x="1240581" y="677821"/>
                  <a:pt x="1045441" y="731520"/>
                </a:cubicBezTo>
                <a:cubicBezTo>
                  <a:pt x="850301" y="785219"/>
                  <a:pt x="643587" y="667660"/>
                  <a:pt x="491357" y="731520"/>
                </a:cubicBezTo>
                <a:cubicBezTo>
                  <a:pt x="339127" y="795380"/>
                  <a:pt x="201040" y="723051"/>
                  <a:pt x="0" y="731520"/>
                </a:cubicBezTo>
                <a:cubicBezTo>
                  <a:pt x="-9911" y="585080"/>
                  <a:pt x="23756" y="481360"/>
                  <a:pt x="0" y="358445"/>
                </a:cubicBezTo>
                <a:cubicBezTo>
                  <a:pt x="-23756" y="235531"/>
                  <a:pt x="1575" y="75799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42635973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algn="just"/>
            <a:r>
              <a:rPr lang="en-GB" sz="2000">
                <a:latin typeface="+mn-lt"/>
              </a:rPr>
              <a:t>Research Objective</a:t>
            </a:r>
            <a:endParaRPr lang="en-US" sz="2400">
              <a:latin typeface="+mn-lt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50321CA-9E1F-9CF7-51D6-59D342733BDF}"/>
              </a:ext>
            </a:extLst>
          </p:cNvPr>
          <p:cNvSpPr txBox="1"/>
          <p:nvPr/>
        </p:nvSpPr>
        <p:spPr>
          <a:xfrm>
            <a:off x="1180854" y="183482"/>
            <a:ext cx="8686800" cy="5232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2800" b="1" i="1"/>
              <a:t>Integrated Security Analysis and Testing Component</a:t>
            </a:r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956055E-83F5-EFE8-93E5-DBBE1186CDEF}"/>
              </a:ext>
            </a:extLst>
          </p:cNvPr>
          <p:cNvSpPr/>
          <p:nvPr/>
        </p:nvSpPr>
        <p:spPr>
          <a:xfrm>
            <a:off x="2937235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IT22102478</a:t>
            </a:r>
            <a:r>
              <a:rPr lang="en-US" sz="1800">
                <a:solidFill>
                  <a:schemeClr val="tx1"/>
                </a:solidFill>
              </a:rPr>
              <a:t>   | </a:t>
            </a:r>
            <a:r>
              <a:rPr lang="en-US" b="1" err="1">
                <a:solidFill>
                  <a:schemeClr val="tx1"/>
                </a:solidFill>
              </a:rPr>
              <a:t>Oberathna</a:t>
            </a:r>
            <a:r>
              <a:rPr lang="en-US" b="1">
                <a:solidFill>
                  <a:schemeClr val="tx1"/>
                </a:solidFill>
              </a:rPr>
              <a:t> R.D.T.D </a:t>
            </a:r>
            <a:r>
              <a:rPr lang="en-US" sz="1800" b="1">
                <a:solidFill>
                  <a:schemeClr val="tx1"/>
                </a:solidFill>
              </a:rPr>
              <a:t>|   R26-SE-033</a:t>
            </a:r>
          </a:p>
        </p:txBody>
      </p:sp>
    </p:spTree>
    <p:extLst>
      <p:ext uri="{BB962C8B-B14F-4D97-AF65-F5344CB8AC3E}">
        <p14:creationId xmlns:p14="http://schemas.microsoft.com/office/powerpoint/2010/main" val="10706744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A square made of dots">
            <a:extLst>
              <a:ext uri="{FF2B5EF4-FFF2-40B4-BE49-F238E27FC236}">
                <a16:creationId xmlns:a16="http://schemas.microsoft.com/office/drawing/2014/main" id="{62AA9BB0-52BC-B1E6-3719-38B9DA6691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0" y="-752103"/>
            <a:ext cx="4572000" cy="4572000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5178AFCD-2BDE-F94E-D6E4-AC90801D45D5}"/>
              </a:ext>
            </a:extLst>
          </p:cNvPr>
          <p:cNvSpPr txBox="1">
            <a:spLocks/>
          </p:cNvSpPr>
          <p:nvPr/>
        </p:nvSpPr>
        <p:spPr>
          <a:xfrm>
            <a:off x="3760837" y="3425244"/>
            <a:ext cx="7362433" cy="201485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5431420"/>
                      <a:gd name="csY0" fmla="*/ 0 h 2375485"/>
                      <a:gd name="csX1" fmla="*/ 543142 w 5431420"/>
                      <a:gd name="csY1" fmla="*/ 0 h 2375485"/>
                      <a:gd name="csX2" fmla="*/ 1140598 w 5431420"/>
                      <a:gd name="csY2" fmla="*/ 0 h 2375485"/>
                      <a:gd name="csX3" fmla="*/ 1792369 w 5431420"/>
                      <a:gd name="csY3" fmla="*/ 0 h 2375485"/>
                      <a:gd name="csX4" fmla="*/ 2335511 w 5431420"/>
                      <a:gd name="csY4" fmla="*/ 0 h 2375485"/>
                      <a:gd name="csX5" fmla="*/ 2987281 w 5431420"/>
                      <a:gd name="csY5" fmla="*/ 0 h 2375485"/>
                      <a:gd name="csX6" fmla="*/ 3421795 w 5431420"/>
                      <a:gd name="csY6" fmla="*/ 0 h 2375485"/>
                      <a:gd name="csX7" fmla="*/ 3856308 w 5431420"/>
                      <a:gd name="csY7" fmla="*/ 0 h 2375485"/>
                      <a:gd name="csX8" fmla="*/ 4399450 w 5431420"/>
                      <a:gd name="csY8" fmla="*/ 0 h 2375485"/>
                      <a:gd name="csX9" fmla="*/ 4833964 w 5431420"/>
                      <a:gd name="csY9" fmla="*/ 0 h 2375485"/>
                      <a:gd name="csX10" fmla="*/ 5431420 w 5431420"/>
                      <a:gd name="csY10" fmla="*/ 0 h 2375485"/>
                      <a:gd name="csX11" fmla="*/ 5431420 w 5431420"/>
                      <a:gd name="csY11" fmla="*/ 593871 h 2375485"/>
                      <a:gd name="csX12" fmla="*/ 5431420 w 5431420"/>
                      <a:gd name="csY12" fmla="*/ 1211497 h 2375485"/>
                      <a:gd name="csX13" fmla="*/ 5431420 w 5431420"/>
                      <a:gd name="csY13" fmla="*/ 1829123 h 2375485"/>
                      <a:gd name="csX14" fmla="*/ 5431420 w 5431420"/>
                      <a:gd name="csY14" fmla="*/ 2375485 h 2375485"/>
                      <a:gd name="csX15" fmla="*/ 4996906 w 5431420"/>
                      <a:gd name="csY15" fmla="*/ 2375485 h 2375485"/>
                      <a:gd name="csX16" fmla="*/ 4345136 w 5431420"/>
                      <a:gd name="csY16" fmla="*/ 2375485 h 2375485"/>
                      <a:gd name="csX17" fmla="*/ 3747680 w 5431420"/>
                      <a:gd name="csY17" fmla="*/ 2375485 h 2375485"/>
                      <a:gd name="csX18" fmla="*/ 3150224 w 5431420"/>
                      <a:gd name="csY18" fmla="*/ 2375485 h 2375485"/>
                      <a:gd name="csX19" fmla="*/ 2715710 w 5431420"/>
                      <a:gd name="csY19" fmla="*/ 2375485 h 2375485"/>
                      <a:gd name="csX20" fmla="*/ 2281196 w 5431420"/>
                      <a:gd name="csY20" fmla="*/ 2375485 h 2375485"/>
                      <a:gd name="csX21" fmla="*/ 1900997 w 5431420"/>
                      <a:gd name="csY21" fmla="*/ 2375485 h 2375485"/>
                      <a:gd name="csX22" fmla="*/ 1249227 w 5431420"/>
                      <a:gd name="csY22" fmla="*/ 2375485 h 2375485"/>
                      <a:gd name="csX23" fmla="*/ 597456 w 5431420"/>
                      <a:gd name="csY23" fmla="*/ 2375485 h 2375485"/>
                      <a:gd name="csX24" fmla="*/ 0 w 5431420"/>
                      <a:gd name="csY24" fmla="*/ 2375485 h 2375485"/>
                      <a:gd name="csX25" fmla="*/ 0 w 5431420"/>
                      <a:gd name="csY25" fmla="*/ 1734104 h 2375485"/>
                      <a:gd name="csX26" fmla="*/ 0 w 5431420"/>
                      <a:gd name="csY26" fmla="*/ 1092723 h 2375485"/>
                      <a:gd name="csX27" fmla="*/ 0 w 5431420"/>
                      <a:gd name="csY27" fmla="*/ 0 h 237548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</a:cxnLst>
                    <a:rect l="l" t="t" r="r" b="b"/>
                    <a:pathLst>
                      <a:path w="5431420" h="2375485" fill="none" extrusionOk="0">
                        <a:moveTo>
                          <a:pt x="0" y="0"/>
                        </a:moveTo>
                        <a:cubicBezTo>
                          <a:pt x="182001" y="-33399"/>
                          <a:pt x="355277" y="39327"/>
                          <a:pt x="543142" y="0"/>
                        </a:cubicBezTo>
                        <a:cubicBezTo>
                          <a:pt x="731007" y="-39327"/>
                          <a:pt x="976341" y="59251"/>
                          <a:pt x="1140598" y="0"/>
                        </a:cubicBezTo>
                        <a:cubicBezTo>
                          <a:pt x="1304855" y="-59251"/>
                          <a:pt x="1601023" y="49920"/>
                          <a:pt x="1792369" y="0"/>
                        </a:cubicBezTo>
                        <a:cubicBezTo>
                          <a:pt x="1983715" y="-49920"/>
                          <a:pt x="2134627" y="16999"/>
                          <a:pt x="2335511" y="0"/>
                        </a:cubicBezTo>
                        <a:cubicBezTo>
                          <a:pt x="2536395" y="-16999"/>
                          <a:pt x="2811455" y="5886"/>
                          <a:pt x="2987281" y="0"/>
                        </a:cubicBezTo>
                        <a:cubicBezTo>
                          <a:pt x="3163107" y="-5886"/>
                          <a:pt x="3219150" y="34897"/>
                          <a:pt x="3421795" y="0"/>
                        </a:cubicBezTo>
                        <a:cubicBezTo>
                          <a:pt x="3624440" y="-34897"/>
                          <a:pt x="3709135" y="28175"/>
                          <a:pt x="3856308" y="0"/>
                        </a:cubicBezTo>
                        <a:cubicBezTo>
                          <a:pt x="4003481" y="-28175"/>
                          <a:pt x="4233459" y="25684"/>
                          <a:pt x="4399450" y="0"/>
                        </a:cubicBezTo>
                        <a:cubicBezTo>
                          <a:pt x="4565441" y="-25684"/>
                          <a:pt x="4725966" y="3398"/>
                          <a:pt x="4833964" y="0"/>
                        </a:cubicBezTo>
                        <a:cubicBezTo>
                          <a:pt x="4941962" y="-3398"/>
                          <a:pt x="5157325" y="3421"/>
                          <a:pt x="5431420" y="0"/>
                        </a:cubicBezTo>
                        <a:cubicBezTo>
                          <a:pt x="5431704" y="292215"/>
                          <a:pt x="5407080" y="436238"/>
                          <a:pt x="5431420" y="593871"/>
                        </a:cubicBezTo>
                        <a:cubicBezTo>
                          <a:pt x="5455760" y="751504"/>
                          <a:pt x="5368787" y="990700"/>
                          <a:pt x="5431420" y="1211497"/>
                        </a:cubicBezTo>
                        <a:cubicBezTo>
                          <a:pt x="5494053" y="1432294"/>
                          <a:pt x="5359793" y="1634317"/>
                          <a:pt x="5431420" y="1829123"/>
                        </a:cubicBezTo>
                        <a:cubicBezTo>
                          <a:pt x="5503047" y="2023929"/>
                          <a:pt x="5428113" y="2108017"/>
                          <a:pt x="5431420" y="2375485"/>
                        </a:cubicBezTo>
                        <a:cubicBezTo>
                          <a:pt x="5267648" y="2386668"/>
                          <a:pt x="5182089" y="2361241"/>
                          <a:pt x="4996906" y="2375485"/>
                        </a:cubicBezTo>
                        <a:cubicBezTo>
                          <a:pt x="4811723" y="2389729"/>
                          <a:pt x="4505369" y="2305280"/>
                          <a:pt x="4345136" y="2375485"/>
                        </a:cubicBezTo>
                        <a:cubicBezTo>
                          <a:pt x="4184903" y="2445690"/>
                          <a:pt x="3952039" y="2340552"/>
                          <a:pt x="3747680" y="2375485"/>
                        </a:cubicBezTo>
                        <a:cubicBezTo>
                          <a:pt x="3543321" y="2410418"/>
                          <a:pt x="3382286" y="2346730"/>
                          <a:pt x="3150224" y="2375485"/>
                        </a:cubicBezTo>
                        <a:cubicBezTo>
                          <a:pt x="2918162" y="2404240"/>
                          <a:pt x="2924176" y="2358980"/>
                          <a:pt x="2715710" y="2375485"/>
                        </a:cubicBezTo>
                        <a:cubicBezTo>
                          <a:pt x="2507244" y="2391990"/>
                          <a:pt x="2383810" y="2337046"/>
                          <a:pt x="2281196" y="2375485"/>
                        </a:cubicBezTo>
                        <a:cubicBezTo>
                          <a:pt x="2178582" y="2413924"/>
                          <a:pt x="2073370" y="2360108"/>
                          <a:pt x="1900997" y="2375485"/>
                        </a:cubicBezTo>
                        <a:cubicBezTo>
                          <a:pt x="1728624" y="2390862"/>
                          <a:pt x="1428172" y="2367799"/>
                          <a:pt x="1249227" y="2375485"/>
                        </a:cubicBezTo>
                        <a:cubicBezTo>
                          <a:pt x="1070282" y="2383171"/>
                          <a:pt x="921943" y="2325609"/>
                          <a:pt x="597456" y="2375485"/>
                        </a:cubicBezTo>
                        <a:cubicBezTo>
                          <a:pt x="272969" y="2425361"/>
                          <a:pt x="294014" y="2362917"/>
                          <a:pt x="0" y="2375485"/>
                        </a:cubicBezTo>
                        <a:cubicBezTo>
                          <a:pt x="-53055" y="2077424"/>
                          <a:pt x="36943" y="1958019"/>
                          <a:pt x="0" y="1734104"/>
                        </a:cubicBezTo>
                        <a:cubicBezTo>
                          <a:pt x="-36943" y="1510189"/>
                          <a:pt x="52971" y="1232199"/>
                          <a:pt x="0" y="1092723"/>
                        </a:cubicBezTo>
                        <a:cubicBezTo>
                          <a:pt x="-52971" y="953247"/>
                          <a:pt x="4152" y="306259"/>
                          <a:pt x="0" y="0"/>
                        </a:cubicBezTo>
                        <a:close/>
                      </a:path>
                      <a:path w="5431420" h="2375485" stroke="0" extrusionOk="0">
                        <a:moveTo>
                          <a:pt x="0" y="0"/>
                        </a:moveTo>
                        <a:cubicBezTo>
                          <a:pt x="233922" y="-31613"/>
                          <a:pt x="364085" y="41822"/>
                          <a:pt x="488828" y="0"/>
                        </a:cubicBezTo>
                        <a:cubicBezTo>
                          <a:pt x="613571" y="-41822"/>
                          <a:pt x="915831" y="64582"/>
                          <a:pt x="1031970" y="0"/>
                        </a:cubicBezTo>
                        <a:cubicBezTo>
                          <a:pt x="1148109" y="-64582"/>
                          <a:pt x="1364554" y="3400"/>
                          <a:pt x="1520798" y="0"/>
                        </a:cubicBezTo>
                        <a:cubicBezTo>
                          <a:pt x="1677042" y="-3400"/>
                          <a:pt x="1939790" y="42977"/>
                          <a:pt x="2118254" y="0"/>
                        </a:cubicBezTo>
                        <a:cubicBezTo>
                          <a:pt x="2296718" y="-42977"/>
                          <a:pt x="2343198" y="13893"/>
                          <a:pt x="2498453" y="0"/>
                        </a:cubicBezTo>
                        <a:cubicBezTo>
                          <a:pt x="2653708" y="-13893"/>
                          <a:pt x="2831109" y="60546"/>
                          <a:pt x="3150224" y="0"/>
                        </a:cubicBezTo>
                        <a:cubicBezTo>
                          <a:pt x="3469339" y="-60546"/>
                          <a:pt x="3418188" y="12270"/>
                          <a:pt x="3584737" y="0"/>
                        </a:cubicBezTo>
                        <a:cubicBezTo>
                          <a:pt x="3751286" y="-12270"/>
                          <a:pt x="3777342" y="13471"/>
                          <a:pt x="3964937" y="0"/>
                        </a:cubicBezTo>
                        <a:cubicBezTo>
                          <a:pt x="4152532" y="-13471"/>
                          <a:pt x="4220095" y="23928"/>
                          <a:pt x="4345136" y="0"/>
                        </a:cubicBezTo>
                        <a:cubicBezTo>
                          <a:pt x="4470177" y="-23928"/>
                          <a:pt x="4753510" y="37618"/>
                          <a:pt x="4942592" y="0"/>
                        </a:cubicBezTo>
                        <a:cubicBezTo>
                          <a:pt x="5131674" y="-37618"/>
                          <a:pt x="5219933" y="53235"/>
                          <a:pt x="5431420" y="0"/>
                        </a:cubicBezTo>
                        <a:cubicBezTo>
                          <a:pt x="5483344" y="247134"/>
                          <a:pt x="5364444" y="445715"/>
                          <a:pt x="5431420" y="593871"/>
                        </a:cubicBezTo>
                        <a:cubicBezTo>
                          <a:pt x="5498396" y="742027"/>
                          <a:pt x="5413144" y="986733"/>
                          <a:pt x="5431420" y="1140233"/>
                        </a:cubicBezTo>
                        <a:cubicBezTo>
                          <a:pt x="5449696" y="1293733"/>
                          <a:pt x="5401458" y="1531354"/>
                          <a:pt x="5431420" y="1734104"/>
                        </a:cubicBezTo>
                        <a:cubicBezTo>
                          <a:pt x="5461382" y="1936854"/>
                          <a:pt x="5370329" y="2236222"/>
                          <a:pt x="5431420" y="2375485"/>
                        </a:cubicBezTo>
                        <a:cubicBezTo>
                          <a:pt x="5283581" y="2388870"/>
                          <a:pt x="5167542" y="2369378"/>
                          <a:pt x="5051221" y="2375485"/>
                        </a:cubicBezTo>
                        <a:cubicBezTo>
                          <a:pt x="4934900" y="2381592"/>
                          <a:pt x="4753011" y="2324093"/>
                          <a:pt x="4562393" y="2375485"/>
                        </a:cubicBezTo>
                        <a:cubicBezTo>
                          <a:pt x="4371775" y="2426877"/>
                          <a:pt x="4256168" y="2372952"/>
                          <a:pt x="4019251" y="2375485"/>
                        </a:cubicBezTo>
                        <a:cubicBezTo>
                          <a:pt x="3782334" y="2378018"/>
                          <a:pt x="3663791" y="2301835"/>
                          <a:pt x="3367480" y="2375485"/>
                        </a:cubicBezTo>
                        <a:cubicBezTo>
                          <a:pt x="3071169" y="2449135"/>
                          <a:pt x="2851226" y="2318218"/>
                          <a:pt x="2715710" y="2375485"/>
                        </a:cubicBezTo>
                        <a:cubicBezTo>
                          <a:pt x="2580194" y="2432752"/>
                          <a:pt x="2374208" y="2351659"/>
                          <a:pt x="2226882" y="2375485"/>
                        </a:cubicBezTo>
                        <a:cubicBezTo>
                          <a:pt x="2079556" y="2399311"/>
                          <a:pt x="1839839" y="2314961"/>
                          <a:pt x="1629426" y="2375485"/>
                        </a:cubicBezTo>
                        <a:cubicBezTo>
                          <a:pt x="1419013" y="2436009"/>
                          <a:pt x="1298267" y="2329030"/>
                          <a:pt x="1031970" y="2375485"/>
                        </a:cubicBezTo>
                        <a:cubicBezTo>
                          <a:pt x="765673" y="2421940"/>
                          <a:pt x="710447" y="2343058"/>
                          <a:pt x="488828" y="2375485"/>
                        </a:cubicBezTo>
                        <a:cubicBezTo>
                          <a:pt x="267209" y="2407912"/>
                          <a:pt x="150833" y="2347079"/>
                          <a:pt x="0" y="2375485"/>
                        </a:cubicBezTo>
                        <a:cubicBezTo>
                          <a:pt x="-25734" y="2143168"/>
                          <a:pt x="3581" y="2050294"/>
                          <a:pt x="0" y="1829123"/>
                        </a:cubicBezTo>
                        <a:cubicBezTo>
                          <a:pt x="-3581" y="1607952"/>
                          <a:pt x="9424" y="1469552"/>
                          <a:pt x="0" y="1187743"/>
                        </a:cubicBezTo>
                        <a:cubicBezTo>
                          <a:pt x="-9424" y="905934"/>
                          <a:pt x="74011" y="717024"/>
                          <a:pt x="0" y="546362"/>
                        </a:cubicBezTo>
                        <a:cubicBezTo>
                          <a:pt x="-74011" y="375700"/>
                          <a:pt x="41693" y="16193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800" b="0" i="1" cap="none">
                <a:latin typeface="Cambria (Body)"/>
              </a:rPr>
              <a:t>Build a custom static security analysis module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800" b="0" i="1" cap="none">
                <a:latin typeface="Cambria (Body)"/>
              </a:rPr>
              <a:t>Build a custom security testing mechanism</a:t>
            </a:r>
            <a:endParaRPr lang="en-GB" sz="1800" i="1" cap="none">
              <a:latin typeface="Cambria (Body)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800" b="0" i="1" cap="none">
                <a:latin typeface="Cambria (Body)"/>
              </a:rPr>
              <a:t>Perform dependency vulnerability checking</a:t>
            </a:r>
            <a:endParaRPr lang="en-GB" sz="1800" i="1" cap="none">
              <a:latin typeface="Cambria (Body)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800" b="0" i="1" cap="none">
                <a:latin typeface="Cambria (Body)"/>
              </a:rPr>
              <a:t>Use LLM-assisted secure code review</a:t>
            </a:r>
            <a:endParaRPr lang="en-GB" sz="1800" i="1" cap="none">
              <a:latin typeface="Cambria (Body)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800" b="0" i="1" cap="none">
                <a:latin typeface="Cambria (Body)"/>
              </a:rPr>
              <a:t>Create a compliance &amp; traceability dashboard</a:t>
            </a:r>
            <a:endParaRPr lang="en-GB" sz="1800" i="1">
              <a:latin typeface="Cambria (Body)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800" b="0" i="1" cap="none">
                <a:latin typeface="Cambria (Body)"/>
              </a:rPr>
              <a:t>Evaluate using coverage, false positives, efficiency, and traceability</a:t>
            </a:r>
            <a:endParaRPr lang="en-GB" sz="1800" i="1" cap="none">
              <a:latin typeface="Cambria (Body)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GB" sz="2000" b="0" i="1">
              <a:latin typeface="Cambria (Body)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A8D534-8BC3-C299-8EE6-83F46065A6B7}"/>
              </a:ext>
            </a:extLst>
          </p:cNvPr>
          <p:cNvSpPr txBox="1"/>
          <p:nvPr/>
        </p:nvSpPr>
        <p:spPr>
          <a:xfrm>
            <a:off x="1180854" y="183482"/>
            <a:ext cx="8686800" cy="5232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2800" b="1" i="1"/>
              <a:t>Integrated Security Analysis and Testing Component</a:t>
            </a:r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A7CF027-B9FA-8B3D-5ED6-54B08D5FDFD3}"/>
              </a:ext>
            </a:extLst>
          </p:cNvPr>
          <p:cNvGrpSpPr/>
          <p:nvPr/>
        </p:nvGrpSpPr>
        <p:grpSpPr>
          <a:xfrm>
            <a:off x="991455" y="2073174"/>
            <a:ext cx="4327796" cy="1289525"/>
            <a:chOff x="991455" y="2399073"/>
            <a:chExt cx="4327796" cy="1289525"/>
          </a:xfrm>
        </p:grpSpPr>
        <p:sp>
          <p:nvSpPr>
            <p:cNvPr id="11" name="Text Placeholder 5">
              <a:extLst>
                <a:ext uri="{FF2B5EF4-FFF2-40B4-BE49-F238E27FC236}">
                  <a16:creationId xmlns:a16="http://schemas.microsoft.com/office/drawing/2014/main" id="{8E990812-4314-C114-66D8-C514E131F977}"/>
                </a:ext>
              </a:extLst>
            </p:cNvPr>
            <p:cNvSpPr txBox="1">
              <a:spLocks/>
            </p:cNvSpPr>
            <p:nvPr/>
          </p:nvSpPr>
          <p:spPr>
            <a:xfrm>
              <a:off x="991455" y="2399073"/>
              <a:ext cx="3432464" cy="531595"/>
            </a:xfrm>
            <a:prstGeom prst="round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3773247103">
                    <a:custGeom>
                      <a:avLst/>
                      <a:gdLst>
                        <a:gd name="csX0" fmla="*/ 0 w 3432464"/>
                        <a:gd name="csY0" fmla="*/ 0 h 531595"/>
                        <a:gd name="csX1" fmla="*/ 640727 w 3432464"/>
                        <a:gd name="csY1" fmla="*/ 0 h 531595"/>
                        <a:gd name="csX2" fmla="*/ 1109830 w 3432464"/>
                        <a:gd name="csY2" fmla="*/ 0 h 531595"/>
                        <a:gd name="csX3" fmla="*/ 1578933 w 3432464"/>
                        <a:gd name="csY3" fmla="*/ 0 h 531595"/>
                        <a:gd name="csX4" fmla="*/ 2219660 w 3432464"/>
                        <a:gd name="csY4" fmla="*/ 0 h 531595"/>
                        <a:gd name="csX5" fmla="*/ 2791737 w 3432464"/>
                        <a:gd name="csY5" fmla="*/ 0 h 531595"/>
                        <a:gd name="csX6" fmla="*/ 3432464 w 3432464"/>
                        <a:gd name="csY6" fmla="*/ 0 h 531595"/>
                        <a:gd name="csX7" fmla="*/ 3432464 w 3432464"/>
                        <a:gd name="csY7" fmla="*/ 531595 h 531595"/>
                        <a:gd name="csX8" fmla="*/ 2791737 w 3432464"/>
                        <a:gd name="csY8" fmla="*/ 531595 h 531595"/>
                        <a:gd name="csX9" fmla="*/ 2219660 w 3432464"/>
                        <a:gd name="csY9" fmla="*/ 531595 h 531595"/>
                        <a:gd name="csX10" fmla="*/ 1578933 w 3432464"/>
                        <a:gd name="csY10" fmla="*/ 531595 h 531595"/>
                        <a:gd name="csX11" fmla="*/ 1109830 w 3432464"/>
                        <a:gd name="csY11" fmla="*/ 531595 h 531595"/>
                        <a:gd name="csX12" fmla="*/ 572077 w 3432464"/>
                        <a:gd name="csY12" fmla="*/ 531595 h 531595"/>
                        <a:gd name="csX13" fmla="*/ 0 w 3432464"/>
                        <a:gd name="csY13" fmla="*/ 531595 h 531595"/>
                        <a:gd name="csX14" fmla="*/ 0 w 3432464"/>
                        <a:gd name="csY14" fmla="*/ 0 h 531595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</a:cxnLst>
                      <a:rect l="l" t="t" r="r" b="b"/>
                      <a:pathLst>
                        <a:path w="3432464" h="531595" extrusionOk="0">
                          <a:moveTo>
                            <a:pt x="0" y="0"/>
                          </a:moveTo>
                          <a:cubicBezTo>
                            <a:pt x="317494" y="-42052"/>
                            <a:pt x="341571" y="33469"/>
                            <a:pt x="640727" y="0"/>
                          </a:cubicBezTo>
                          <a:cubicBezTo>
                            <a:pt x="939883" y="-33469"/>
                            <a:pt x="941545" y="11861"/>
                            <a:pt x="1109830" y="0"/>
                          </a:cubicBezTo>
                          <a:cubicBezTo>
                            <a:pt x="1278115" y="-11861"/>
                            <a:pt x="1445935" y="4871"/>
                            <a:pt x="1578933" y="0"/>
                          </a:cubicBezTo>
                          <a:cubicBezTo>
                            <a:pt x="1711931" y="-4871"/>
                            <a:pt x="2073945" y="30318"/>
                            <a:pt x="2219660" y="0"/>
                          </a:cubicBezTo>
                          <a:cubicBezTo>
                            <a:pt x="2365375" y="-30318"/>
                            <a:pt x="2657237" y="55175"/>
                            <a:pt x="2791737" y="0"/>
                          </a:cubicBezTo>
                          <a:cubicBezTo>
                            <a:pt x="2926237" y="-55175"/>
                            <a:pt x="3303616" y="32636"/>
                            <a:pt x="3432464" y="0"/>
                          </a:cubicBezTo>
                          <a:cubicBezTo>
                            <a:pt x="3472867" y="165178"/>
                            <a:pt x="3385654" y="285025"/>
                            <a:pt x="3432464" y="531595"/>
                          </a:cubicBezTo>
                          <a:cubicBezTo>
                            <a:pt x="3185718" y="606407"/>
                            <a:pt x="2964633" y="492176"/>
                            <a:pt x="2791737" y="531595"/>
                          </a:cubicBezTo>
                          <a:cubicBezTo>
                            <a:pt x="2618841" y="571014"/>
                            <a:pt x="2449408" y="522809"/>
                            <a:pt x="2219660" y="531595"/>
                          </a:cubicBezTo>
                          <a:cubicBezTo>
                            <a:pt x="1989912" y="540381"/>
                            <a:pt x="1857007" y="515838"/>
                            <a:pt x="1578933" y="531595"/>
                          </a:cubicBezTo>
                          <a:cubicBezTo>
                            <a:pt x="1300859" y="547352"/>
                            <a:pt x="1321533" y="510969"/>
                            <a:pt x="1109830" y="531595"/>
                          </a:cubicBezTo>
                          <a:cubicBezTo>
                            <a:pt x="898127" y="552221"/>
                            <a:pt x="709921" y="504467"/>
                            <a:pt x="572077" y="531595"/>
                          </a:cubicBezTo>
                          <a:cubicBezTo>
                            <a:pt x="434233" y="558723"/>
                            <a:pt x="283507" y="505368"/>
                            <a:pt x="0" y="531595"/>
                          </a:cubicBezTo>
                          <a:cubicBezTo>
                            <a:pt x="-13824" y="383066"/>
                            <a:pt x="53379" y="152829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 vert="horz" lIns="91440" tIns="45720" rIns="91440" bIns="45720" rtlCol="0" anchor="b">
              <a:normAutofit lnSpcReduction="10000"/>
            </a:bodyPr>
            <a:lstStyle>
              <a:lvl1pPr marL="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spcBef>
                  <a:spcPct val="20000"/>
                </a:spcBef>
                <a:buFont typeface="Wingdings" pitchFamily="2" charset="2"/>
                <a:buNone/>
                <a:defRPr sz="1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spcBef>
                  <a:spcPct val="20000"/>
                </a:spcBef>
                <a:buFont typeface="Wingdings" pitchFamily="2" charset="2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2800" b="1" i="1">
                  <a:solidFill>
                    <a:schemeClr val="tx1"/>
                  </a:solidFill>
                  <a:latin typeface="Cambria"/>
                  <a:ea typeface="Cambria"/>
                </a:rPr>
                <a:t>Sub Objectives</a:t>
              </a:r>
              <a:endParaRPr lang="en-US" b="1" i="1">
                <a:solidFill>
                  <a:schemeClr val="tx1"/>
                </a:solidFill>
                <a:latin typeface="Cambria"/>
                <a:ea typeface="Cambria"/>
              </a:endParaRPr>
            </a:p>
          </p:txBody>
        </p:sp>
        <p:cxnSp>
          <p:nvCxnSpPr>
            <p:cNvPr id="12" name="Connector: Curved 11">
              <a:extLst>
                <a:ext uri="{FF2B5EF4-FFF2-40B4-BE49-F238E27FC236}">
                  <a16:creationId xmlns:a16="http://schemas.microsoft.com/office/drawing/2014/main" id="{2F3F39B5-FA68-B0C9-7B35-5F4AA94A232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4290733" y="2660079"/>
              <a:ext cx="1161706" cy="895331"/>
            </a:xfrm>
            <a:prstGeom prst="curvedConnector3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Graphic 14" descr="Target Audience outline">
            <a:extLst>
              <a:ext uri="{FF2B5EF4-FFF2-40B4-BE49-F238E27FC236}">
                <a16:creationId xmlns:a16="http://schemas.microsoft.com/office/drawing/2014/main" id="{AE4C8378-FFFB-657E-8D98-A19CE1E008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110" y="3529845"/>
            <a:ext cx="2772632" cy="277263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C3135C3-0A27-D048-1C1E-468000A3D682}"/>
              </a:ext>
            </a:extLst>
          </p:cNvPr>
          <p:cNvSpPr/>
          <p:nvPr/>
        </p:nvSpPr>
        <p:spPr>
          <a:xfrm>
            <a:off x="2937235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IT22102478</a:t>
            </a:r>
            <a:r>
              <a:rPr lang="en-US" sz="1800">
                <a:solidFill>
                  <a:schemeClr val="tx1"/>
                </a:solidFill>
              </a:rPr>
              <a:t>   | </a:t>
            </a:r>
            <a:r>
              <a:rPr lang="en-US" b="1" err="1">
                <a:solidFill>
                  <a:schemeClr val="tx1"/>
                </a:solidFill>
              </a:rPr>
              <a:t>Oberathna</a:t>
            </a:r>
            <a:r>
              <a:rPr lang="en-US" b="1">
                <a:solidFill>
                  <a:schemeClr val="tx1"/>
                </a:solidFill>
              </a:rPr>
              <a:t> R.D.T.D </a:t>
            </a:r>
            <a:r>
              <a:rPr lang="en-US" sz="1800" b="1">
                <a:solidFill>
                  <a:schemeClr val="tx1"/>
                </a:solidFill>
              </a:rPr>
              <a:t>|   R26-SE-033</a:t>
            </a:r>
          </a:p>
        </p:txBody>
      </p:sp>
    </p:spTree>
    <p:extLst>
      <p:ext uri="{BB962C8B-B14F-4D97-AF65-F5344CB8AC3E}">
        <p14:creationId xmlns:p14="http://schemas.microsoft.com/office/powerpoint/2010/main" val="16366691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 descr="A collection of circles in various sizes and patterns">
            <a:extLst>
              <a:ext uri="{FF2B5EF4-FFF2-40B4-BE49-F238E27FC236}">
                <a16:creationId xmlns:a16="http://schemas.microsoft.com/office/drawing/2014/main" id="{A79665D9-D88F-C15C-0F05-2CABBEDEF6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24813" y="-823451"/>
            <a:ext cx="4572000" cy="4572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C62155-E2B2-8283-3346-0F219020A3DB}"/>
              </a:ext>
            </a:extLst>
          </p:cNvPr>
          <p:cNvSpPr txBox="1"/>
          <p:nvPr/>
        </p:nvSpPr>
        <p:spPr>
          <a:xfrm rot="10800000" flipV="1">
            <a:off x="395133" y="1163971"/>
            <a:ext cx="2971800" cy="919401"/>
          </a:xfrm>
          <a:custGeom>
            <a:avLst/>
            <a:gdLst>
              <a:gd name="csX0" fmla="*/ 0 w 2971800"/>
              <a:gd name="csY0" fmla="*/ 153237 h 919401"/>
              <a:gd name="csX1" fmla="*/ 153237 w 2971800"/>
              <a:gd name="csY1" fmla="*/ 0 h 919401"/>
              <a:gd name="csX2" fmla="*/ 819569 w 2971800"/>
              <a:gd name="csY2" fmla="*/ 0 h 919401"/>
              <a:gd name="csX3" fmla="*/ 1405940 w 2971800"/>
              <a:gd name="csY3" fmla="*/ 0 h 919401"/>
              <a:gd name="csX4" fmla="*/ 2125578 w 2971800"/>
              <a:gd name="csY4" fmla="*/ 0 h 919401"/>
              <a:gd name="csX5" fmla="*/ 2818563 w 2971800"/>
              <a:gd name="csY5" fmla="*/ 0 h 919401"/>
              <a:gd name="csX6" fmla="*/ 2971800 w 2971800"/>
              <a:gd name="csY6" fmla="*/ 153237 h 919401"/>
              <a:gd name="csX7" fmla="*/ 2971800 w 2971800"/>
              <a:gd name="csY7" fmla="*/ 766164 h 919401"/>
              <a:gd name="csX8" fmla="*/ 2818563 w 2971800"/>
              <a:gd name="csY8" fmla="*/ 919401 h 919401"/>
              <a:gd name="csX9" fmla="*/ 2098925 w 2971800"/>
              <a:gd name="csY9" fmla="*/ 919401 h 919401"/>
              <a:gd name="csX10" fmla="*/ 1459247 w 2971800"/>
              <a:gd name="csY10" fmla="*/ 919401 h 919401"/>
              <a:gd name="csX11" fmla="*/ 819569 w 2971800"/>
              <a:gd name="csY11" fmla="*/ 919401 h 919401"/>
              <a:gd name="csX12" fmla="*/ 153237 w 2971800"/>
              <a:gd name="csY12" fmla="*/ 919401 h 919401"/>
              <a:gd name="csX13" fmla="*/ 0 w 2971800"/>
              <a:gd name="csY13" fmla="*/ 766164 h 919401"/>
              <a:gd name="csX14" fmla="*/ 0 w 2971800"/>
              <a:gd name="csY14" fmla="*/ 153237 h 9194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971800" h="919401" extrusionOk="0">
                <a:moveTo>
                  <a:pt x="0" y="153237"/>
                </a:moveTo>
                <a:cubicBezTo>
                  <a:pt x="13219" y="69036"/>
                  <a:pt x="78263" y="12055"/>
                  <a:pt x="153237" y="0"/>
                </a:cubicBezTo>
                <a:cubicBezTo>
                  <a:pt x="287918" y="-3047"/>
                  <a:pt x="665956" y="-20398"/>
                  <a:pt x="819569" y="0"/>
                </a:cubicBezTo>
                <a:cubicBezTo>
                  <a:pt x="973182" y="20398"/>
                  <a:pt x="1210838" y="-11380"/>
                  <a:pt x="1405940" y="0"/>
                </a:cubicBezTo>
                <a:cubicBezTo>
                  <a:pt x="1601042" y="11380"/>
                  <a:pt x="1917259" y="-3221"/>
                  <a:pt x="2125578" y="0"/>
                </a:cubicBezTo>
                <a:cubicBezTo>
                  <a:pt x="2333897" y="3221"/>
                  <a:pt x="2658566" y="19765"/>
                  <a:pt x="2818563" y="0"/>
                </a:cubicBezTo>
                <a:cubicBezTo>
                  <a:pt x="2899114" y="-2322"/>
                  <a:pt x="2972008" y="64223"/>
                  <a:pt x="2971800" y="153237"/>
                </a:cubicBezTo>
                <a:cubicBezTo>
                  <a:pt x="2958588" y="398653"/>
                  <a:pt x="2991834" y="488253"/>
                  <a:pt x="2971800" y="766164"/>
                </a:cubicBezTo>
                <a:cubicBezTo>
                  <a:pt x="2984296" y="836756"/>
                  <a:pt x="2888459" y="926892"/>
                  <a:pt x="2818563" y="919401"/>
                </a:cubicBezTo>
                <a:cubicBezTo>
                  <a:pt x="2549690" y="949523"/>
                  <a:pt x="2294978" y="944510"/>
                  <a:pt x="2098925" y="919401"/>
                </a:cubicBezTo>
                <a:cubicBezTo>
                  <a:pt x="1902872" y="894292"/>
                  <a:pt x="1679773" y="911038"/>
                  <a:pt x="1459247" y="919401"/>
                </a:cubicBezTo>
                <a:cubicBezTo>
                  <a:pt x="1238721" y="927764"/>
                  <a:pt x="1012422" y="898548"/>
                  <a:pt x="819569" y="919401"/>
                </a:cubicBezTo>
                <a:cubicBezTo>
                  <a:pt x="626716" y="940254"/>
                  <a:pt x="296880" y="907871"/>
                  <a:pt x="153237" y="919401"/>
                </a:cubicBezTo>
                <a:cubicBezTo>
                  <a:pt x="76396" y="924949"/>
                  <a:pt x="7212" y="856333"/>
                  <a:pt x="0" y="766164"/>
                </a:cubicBezTo>
                <a:cubicBezTo>
                  <a:pt x="-9205" y="567123"/>
                  <a:pt x="-13992" y="382483"/>
                  <a:pt x="0" y="153237"/>
                </a:cubicBezTo>
                <a:close/>
              </a:path>
            </a:pathLst>
          </a:custGeom>
          <a:noFill/>
          <a:ln w="28575">
            <a:solidFill>
              <a:schemeClr val="bg1">
                <a:lumMod val="75000"/>
              </a:schemeClr>
            </a:solidFill>
            <a:prstDash val="lgDash"/>
            <a:extLst>
              <a:ext uri="{C807C97D-BFC1-408E-A445-0C87EB9F89A2}">
                <ask:lineSketchStyleProps xmlns:ask="http://schemas.microsoft.com/office/drawing/2018/sketchyshapes" sd="2081917180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2400" b="1" i="1"/>
              <a:t>Research Methodology  </a:t>
            </a:r>
            <a:endParaRPr lang="en-GB" sz="2400" b="1" i="1">
              <a:latin typeface="Cambria"/>
              <a:ea typeface="Cambria"/>
            </a:endParaRP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769F0A1F-3A4C-32B9-B122-3CE2204FF89B}"/>
              </a:ext>
            </a:extLst>
          </p:cNvPr>
          <p:cNvSpPr txBox="1">
            <a:spLocks/>
          </p:cNvSpPr>
          <p:nvPr/>
        </p:nvSpPr>
        <p:spPr>
          <a:xfrm>
            <a:off x="1527859" y="2240212"/>
            <a:ext cx="10128840" cy="366136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9659397"/>
                      <a:gd name="csY0" fmla="*/ 0 h 3661368"/>
                      <a:gd name="csX1" fmla="*/ 761388 w 9659397"/>
                      <a:gd name="csY1" fmla="*/ 0 h 3661368"/>
                      <a:gd name="csX2" fmla="*/ 1426182 w 9659397"/>
                      <a:gd name="csY2" fmla="*/ 0 h 3661368"/>
                      <a:gd name="csX3" fmla="*/ 1897787 w 9659397"/>
                      <a:gd name="csY3" fmla="*/ 0 h 3661368"/>
                      <a:gd name="csX4" fmla="*/ 2176205 w 9659397"/>
                      <a:gd name="csY4" fmla="*/ 0 h 3661368"/>
                      <a:gd name="csX5" fmla="*/ 2937593 w 9659397"/>
                      <a:gd name="csY5" fmla="*/ 0 h 3661368"/>
                      <a:gd name="csX6" fmla="*/ 3698981 w 9659397"/>
                      <a:gd name="csY6" fmla="*/ 0 h 3661368"/>
                      <a:gd name="csX7" fmla="*/ 4363775 w 9659397"/>
                      <a:gd name="csY7" fmla="*/ 0 h 3661368"/>
                      <a:gd name="csX8" fmla="*/ 4835380 w 9659397"/>
                      <a:gd name="csY8" fmla="*/ 0 h 3661368"/>
                      <a:gd name="csX9" fmla="*/ 5403580 w 9659397"/>
                      <a:gd name="csY9" fmla="*/ 0 h 3661368"/>
                      <a:gd name="csX10" fmla="*/ 5681998 w 9659397"/>
                      <a:gd name="csY10" fmla="*/ 0 h 3661368"/>
                      <a:gd name="csX11" fmla="*/ 6057010 w 9659397"/>
                      <a:gd name="csY11" fmla="*/ 0 h 3661368"/>
                      <a:gd name="csX12" fmla="*/ 6818398 w 9659397"/>
                      <a:gd name="csY12" fmla="*/ 0 h 3661368"/>
                      <a:gd name="csX13" fmla="*/ 7290004 w 9659397"/>
                      <a:gd name="csY13" fmla="*/ 0 h 3661368"/>
                      <a:gd name="csX14" fmla="*/ 7954798 w 9659397"/>
                      <a:gd name="csY14" fmla="*/ 0 h 3661368"/>
                      <a:gd name="csX15" fmla="*/ 8619591 w 9659397"/>
                      <a:gd name="csY15" fmla="*/ 0 h 3661368"/>
                      <a:gd name="csX16" fmla="*/ 8898009 w 9659397"/>
                      <a:gd name="csY16" fmla="*/ 0 h 3661368"/>
                      <a:gd name="csX17" fmla="*/ 9659397 w 9659397"/>
                      <a:gd name="csY17" fmla="*/ 0 h 3661368"/>
                      <a:gd name="csX18" fmla="*/ 9659397 w 9659397"/>
                      <a:gd name="csY18" fmla="*/ 559666 h 3661368"/>
                      <a:gd name="csX19" fmla="*/ 9659397 w 9659397"/>
                      <a:gd name="csY19" fmla="*/ 1119333 h 3661368"/>
                      <a:gd name="csX20" fmla="*/ 9659397 w 9659397"/>
                      <a:gd name="csY20" fmla="*/ 1642385 h 3661368"/>
                      <a:gd name="csX21" fmla="*/ 9659397 w 9659397"/>
                      <a:gd name="csY21" fmla="*/ 2055597 h 3661368"/>
                      <a:gd name="csX22" fmla="*/ 9659397 w 9659397"/>
                      <a:gd name="csY22" fmla="*/ 2615263 h 3661368"/>
                      <a:gd name="csX23" fmla="*/ 9659397 w 9659397"/>
                      <a:gd name="csY23" fmla="*/ 3138315 h 3661368"/>
                      <a:gd name="csX24" fmla="*/ 9659397 w 9659397"/>
                      <a:gd name="csY24" fmla="*/ 3661368 h 3661368"/>
                      <a:gd name="csX25" fmla="*/ 8994603 w 9659397"/>
                      <a:gd name="csY25" fmla="*/ 3661368 h 3661368"/>
                      <a:gd name="csX26" fmla="*/ 8716185 w 9659397"/>
                      <a:gd name="csY26" fmla="*/ 3661368 h 3661368"/>
                      <a:gd name="csX27" fmla="*/ 8341173 w 9659397"/>
                      <a:gd name="csY27" fmla="*/ 3661368 h 3661368"/>
                      <a:gd name="csX28" fmla="*/ 7579786 w 9659397"/>
                      <a:gd name="csY28" fmla="*/ 3661368 h 3661368"/>
                      <a:gd name="csX29" fmla="*/ 7204774 w 9659397"/>
                      <a:gd name="csY29" fmla="*/ 3661368 h 3661368"/>
                      <a:gd name="csX30" fmla="*/ 6636574 w 9659397"/>
                      <a:gd name="csY30" fmla="*/ 3661368 h 3661368"/>
                      <a:gd name="csX31" fmla="*/ 5971780 w 9659397"/>
                      <a:gd name="csY31" fmla="*/ 3661368 h 3661368"/>
                      <a:gd name="csX32" fmla="*/ 5500174 w 9659397"/>
                      <a:gd name="csY32" fmla="*/ 3661368 h 3661368"/>
                      <a:gd name="csX33" fmla="*/ 4835380 w 9659397"/>
                      <a:gd name="csY33" fmla="*/ 3661368 h 3661368"/>
                      <a:gd name="csX34" fmla="*/ 4556963 w 9659397"/>
                      <a:gd name="csY34" fmla="*/ 3661368 h 3661368"/>
                      <a:gd name="csX35" fmla="*/ 3988763 w 9659397"/>
                      <a:gd name="csY35" fmla="*/ 3661368 h 3661368"/>
                      <a:gd name="csX36" fmla="*/ 3227375 w 9659397"/>
                      <a:gd name="csY36" fmla="*/ 3661368 h 3661368"/>
                      <a:gd name="csX37" fmla="*/ 2948957 w 9659397"/>
                      <a:gd name="csY37" fmla="*/ 3661368 h 3661368"/>
                      <a:gd name="csX38" fmla="*/ 2380757 w 9659397"/>
                      <a:gd name="csY38" fmla="*/ 3661368 h 3661368"/>
                      <a:gd name="csX39" fmla="*/ 2102339 w 9659397"/>
                      <a:gd name="csY39" fmla="*/ 3661368 h 3661368"/>
                      <a:gd name="csX40" fmla="*/ 1437546 w 9659397"/>
                      <a:gd name="csY40" fmla="*/ 3661368 h 3661368"/>
                      <a:gd name="csX41" fmla="*/ 869346 w 9659397"/>
                      <a:gd name="csY41" fmla="*/ 3661368 h 3661368"/>
                      <a:gd name="csX42" fmla="*/ 0 w 9659397"/>
                      <a:gd name="csY42" fmla="*/ 3661368 h 3661368"/>
                      <a:gd name="csX43" fmla="*/ 0 w 9659397"/>
                      <a:gd name="csY43" fmla="*/ 3211543 h 3661368"/>
                      <a:gd name="csX44" fmla="*/ 0 w 9659397"/>
                      <a:gd name="csY44" fmla="*/ 2688490 h 3661368"/>
                      <a:gd name="csX45" fmla="*/ 0 w 9659397"/>
                      <a:gd name="csY45" fmla="*/ 2092210 h 3661368"/>
                      <a:gd name="csX46" fmla="*/ 0 w 9659397"/>
                      <a:gd name="csY46" fmla="*/ 1569158 h 3661368"/>
                      <a:gd name="csX47" fmla="*/ 0 w 9659397"/>
                      <a:gd name="csY47" fmla="*/ 1155946 h 3661368"/>
                      <a:gd name="csX48" fmla="*/ 0 w 9659397"/>
                      <a:gd name="csY48" fmla="*/ 669507 h 3661368"/>
                      <a:gd name="csX49" fmla="*/ 0 w 9659397"/>
                      <a:gd name="csY49" fmla="*/ 0 h 366136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  <a:cxn ang="0">
                        <a:pos x="csX48" y="csY48"/>
                      </a:cxn>
                      <a:cxn ang="0">
                        <a:pos x="csX49" y="csY49"/>
                      </a:cxn>
                    </a:cxnLst>
                    <a:rect l="l" t="t" r="r" b="b"/>
                    <a:pathLst>
                      <a:path w="9659397" h="3661368" fill="none" extrusionOk="0">
                        <a:moveTo>
                          <a:pt x="0" y="0"/>
                        </a:moveTo>
                        <a:cubicBezTo>
                          <a:pt x="337970" y="-4650"/>
                          <a:pt x="549697" y="84276"/>
                          <a:pt x="761388" y="0"/>
                        </a:cubicBezTo>
                        <a:cubicBezTo>
                          <a:pt x="973079" y="-84276"/>
                          <a:pt x="1207085" y="22282"/>
                          <a:pt x="1426182" y="0"/>
                        </a:cubicBezTo>
                        <a:cubicBezTo>
                          <a:pt x="1645279" y="-22282"/>
                          <a:pt x="1767621" y="4218"/>
                          <a:pt x="1897787" y="0"/>
                        </a:cubicBezTo>
                        <a:cubicBezTo>
                          <a:pt x="2027954" y="-4218"/>
                          <a:pt x="2057092" y="24124"/>
                          <a:pt x="2176205" y="0"/>
                        </a:cubicBezTo>
                        <a:cubicBezTo>
                          <a:pt x="2295318" y="-24124"/>
                          <a:pt x="2749029" y="47033"/>
                          <a:pt x="2937593" y="0"/>
                        </a:cubicBezTo>
                        <a:cubicBezTo>
                          <a:pt x="3126157" y="-47033"/>
                          <a:pt x="3381785" y="1346"/>
                          <a:pt x="3698981" y="0"/>
                        </a:cubicBezTo>
                        <a:cubicBezTo>
                          <a:pt x="4016177" y="-1346"/>
                          <a:pt x="4118679" y="43128"/>
                          <a:pt x="4363775" y="0"/>
                        </a:cubicBezTo>
                        <a:cubicBezTo>
                          <a:pt x="4608871" y="-43128"/>
                          <a:pt x="4654829" y="10419"/>
                          <a:pt x="4835380" y="0"/>
                        </a:cubicBezTo>
                        <a:cubicBezTo>
                          <a:pt x="5015931" y="-10419"/>
                          <a:pt x="5127886" y="4201"/>
                          <a:pt x="5403580" y="0"/>
                        </a:cubicBezTo>
                        <a:cubicBezTo>
                          <a:pt x="5679274" y="-4201"/>
                          <a:pt x="5603247" y="1681"/>
                          <a:pt x="5681998" y="0"/>
                        </a:cubicBezTo>
                        <a:cubicBezTo>
                          <a:pt x="5760749" y="-1681"/>
                          <a:pt x="5881961" y="10985"/>
                          <a:pt x="6057010" y="0"/>
                        </a:cubicBezTo>
                        <a:cubicBezTo>
                          <a:pt x="6232059" y="-10985"/>
                          <a:pt x="6529602" y="81113"/>
                          <a:pt x="6818398" y="0"/>
                        </a:cubicBezTo>
                        <a:cubicBezTo>
                          <a:pt x="7107194" y="-81113"/>
                          <a:pt x="7105435" y="18066"/>
                          <a:pt x="7290004" y="0"/>
                        </a:cubicBezTo>
                        <a:cubicBezTo>
                          <a:pt x="7474573" y="-18066"/>
                          <a:pt x="7635971" y="30944"/>
                          <a:pt x="7954798" y="0"/>
                        </a:cubicBezTo>
                        <a:cubicBezTo>
                          <a:pt x="8273625" y="-30944"/>
                          <a:pt x="8330025" y="22840"/>
                          <a:pt x="8619591" y="0"/>
                        </a:cubicBezTo>
                        <a:cubicBezTo>
                          <a:pt x="8909157" y="-22840"/>
                          <a:pt x="8778547" y="17983"/>
                          <a:pt x="8898009" y="0"/>
                        </a:cubicBezTo>
                        <a:cubicBezTo>
                          <a:pt x="9017471" y="-17983"/>
                          <a:pt x="9377295" y="34970"/>
                          <a:pt x="9659397" y="0"/>
                        </a:cubicBezTo>
                        <a:cubicBezTo>
                          <a:pt x="9684330" y="193885"/>
                          <a:pt x="9621063" y="423917"/>
                          <a:pt x="9659397" y="559666"/>
                        </a:cubicBezTo>
                        <a:cubicBezTo>
                          <a:pt x="9697731" y="695415"/>
                          <a:pt x="9635427" y="962482"/>
                          <a:pt x="9659397" y="1119333"/>
                        </a:cubicBezTo>
                        <a:cubicBezTo>
                          <a:pt x="9683367" y="1276184"/>
                          <a:pt x="9654951" y="1389611"/>
                          <a:pt x="9659397" y="1642385"/>
                        </a:cubicBezTo>
                        <a:cubicBezTo>
                          <a:pt x="9663843" y="1895159"/>
                          <a:pt x="9646441" y="1959569"/>
                          <a:pt x="9659397" y="2055597"/>
                        </a:cubicBezTo>
                        <a:cubicBezTo>
                          <a:pt x="9672353" y="2151625"/>
                          <a:pt x="9612992" y="2458516"/>
                          <a:pt x="9659397" y="2615263"/>
                        </a:cubicBezTo>
                        <a:cubicBezTo>
                          <a:pt x="9705802" y="2772010"/>
                          <a:pt x="9613131" y="2882638"/>
                          <a:pt x="9659397" y="3138315"/>
                        </a:cubicBezTo>
                        <a:cubicBezTo>
                          <a:pt x="9705663" y="3393992"/>
                          <a:pt x="9600263" y="3556456"/>
                          <a:pt x="9659397" y="3661368"/>
                        </a:cubicBezTo>
                        <a:cubicBezTo>
                          <a:pt x="9479174" y="3721327"/>
                          <a:pt x="9298504" y="3630273"/>
                          <a:pt x="8994603" y="3661368"/>
                        </a:cubicBezTo>
                        <a:cubicBezTo>
                          <a:pt x="8690702" y="3692463"/>
                          <a:pt x="8799725" y="3650857"/>
                          <a:pt x="8716185" y="3661368"/>
                        </a:cubicBezTo>
                        <a:cubicBezTo>
                          <a:pt x="8632645" y="3671879"/>
                          <a:pt x="8453353" y="3641500"/>
                          <a:pt x="8341173" y="3661368"/>
                        </a:cubicBezTo>
                        <a:cubicBezTo>
                          <a:pt x="8228993" y="3681236"/>
                          <a:pt x="7737429" y="3588652"/>
                          <a:pt x="7579786" y="3661368"/>
                        </a:cubicBezTo>
                        <a:cubicBezTo>
                          <a:pt x="7422143" y="3734084"/>
                          <a:pt x="7378206" y="3628511"/>
                          <a:pt x="7204774" y="3661368"/>
                        </a:cubicBezTo>
                        <a:cubicBezTo>
                          <a:pt x="7031342" y="3694225"/>
                          <a:pt x="6830374" y="3601334"/>
                          <a:pt x="6636574" y="3661368"/>
                        </a:cubicBezTo>
                        <a:cubicBezTo>
                          <a:pt x="6442774" y="3721402"/>
                          <a:pt x="6151946" y="3643606"/>
                          <a:pt x="5971780" y="3661368"/>
                        </a:cubicBezTo>
                        <a:cubicBezTo>
                          <a:pt x="5791614" y="3679130"/>
                          <a:pt x="5695734" y="3630883"/>
                          <a:pt x="5500174" y="3661368"/>
                        </a:cubicBezTo>
                        <a:cubicBezTo>
                          <a:pt x="5304614" y="3691853"/>
                          <a:pt x="5148637" y="3625046"/>
                          <a:pt x="4835380" y="3661368"/>
                        </a:cubicBezTo>
                        <a:cubicBezTo>
                          <a:pt x="4522123" y="3697690"/>
                          <a:pt x="4664191" y="3643243"/>
                          <a:pt x="4556963" y="3661368"/>
                        </a:cubicBezTo>
                        <a:cubicBezTo>
                          <a:pt x="4449735" y="3679493"/>
                          <a:pt x="4204961" y="3625074"/>
                          <a:pt x="3988763" y="3661368"/>
                        </a:cubicBezTo>
                        <a:cubicBezTo>
                          <a:pt x="3772565" y="3697662"/>
                          <a:pt x="3512293" y="3623554"/>
                          <a:pt x="3227375" y="3661368"/>
                        </a:cubicBezTo>
                        <a:cubicBezTo>
                          <a:pt x="2942457" y="3699182"/>
                          <a:pt x="3051268" y="3654859"/>
                          <a:pt x="2948957" y="3661368"/>
                        </a:cubicBezTo>
                        <a:cubicBezTo>
                          <a:pt x="2846646" y="3667877"/>
                          <a:pt x="2546147" y="3601813"/>
                          <a:pt x="2380757" y="3661368"/>
                        </a:cubicBezTo>
                        <a:cubicBezTo>
                          <a:pt x="2215367" y="3720923"/>
                          <a:pt x="2209877" y="3656775"/>
                          <a:pt x="2102339" y="3661368"/>
                        </a:cubicBezTo>
                        <a:cubicBezTo>
                          <a:pt x="1994801" y="3665961"/>
                          <a:pt x="1751234" y="3643124"/>
                          <a:pt x="1437546" y="3661368"/>
                        </a:cubicBezTo>
                        <a:cubicBezTo>
                          <a:pt x="1123858" y="3679612"/>
                          <a:pt x="1081967" y="3650554"/>
                          <a:pt x="869346" y="3661368"/>
                        </a:cubicBezTo>
                        <a:cubicBezTo>
                          <a:pt x="656725" y="3672182"/>
                          <a:pt x="402193" y="3595120"/>
                          <a:pt x="0" y="3661368"/>
                        </a:cubicBezTo>
                        <a:cubicBezTo>
                          <a:pt x="-43453" y="3538191"/>
                          <a:pt x="20249" y="3343782"/>
                          <a:pt x="0" y="3211543"/>
                        </a:cubicBezTo>
                        <a:cubicBezTo>
                          <a:pt x="-20249" y="3079304"/>
                          <a:pt x="8302" y="2810243"/>
                          <a:pt x="0" y="2688490"/>
                        </a:cubicBezTo>
                        <a:cubicBezTo>
                          <a:pt x="-8302" y="2566737"/>
                          <a:pt x="32576" y="2383899"/>
                          <a:pt x="0" y="2092210"/>
                        </a:cubicBezTo>
                        <a:cubicBezTo>
                          <a:pt x="-32576" y="1800521"/>
                          <a:pt x="18492" y="1689557"/>
                          <a:pt x="0" y="1569158"/>
                        </a:cubicBezTo>
                        <a:cubicBezTo>
                          <a:pt x="-18492" y="1448759"/>
                          <a:pt x="33777" y="1272041"/>
                          <a:pt x="0" y="1155946"/>
                        </a:cubicBezTo>
                        <a:cubicBezTo>
                          <a:pt x="-33777" y="1039851"/>
                          <a:pt x="38540" y="901023"/>
                          <a:pt x="0" y="669507"/>
                        </a:cubicBezTo>
                        <a:cubicBezTo>
                          <a:pt x="-38540" y="437991"/>
                          <a:pt x="49041" y="200453"/>
                          <a:pt x="0" y="0"/>
                        </a:cubicBezTo>
                        <a:close/>
                      </a:path>
                      <a:path w="9659397" h="3661368" stroke="0" extrusionOk="0">
                        <a:moveTo>
                          <a:pt x="0" y="0"/>
                        </a:moveTo>
                        <a:cubicBezTo>
                          <a:pt x="98849" y="-12104"/>
                          <a:pt x="238582" y="33742"/>
                          <a:pt x="471606" y="0"/>
                        </a:cubicBezTo>
                        <a:cubicBezTo>
                          <a:pt x="704630" y="-33742"/>
                          <a:pt x="893523" y="23211"/>
                          <a:pt x="1039806" y="0"/>
                        </a:cubicBezTo>
                        <a:cubicBezTo>
                          <a:pt x="1186089" y="-23211"/>
                          <a:pt x="1365928" y="29089"/>
                          <a:pt x="1511412" y="0"/>
                        </a:cubicBezTo>
                        <a:cubicBezTo>
                          <a:pt x="1656896" y="-29089"/>
                          <a:pt x="2011353" y="39630"/>
                          <a:pt x="2176205" y="0"/>
                        </a:cubicBezTo>
                        <a:cubicBezTo>
                          <a:pt x="2341057" y="-39630"/>
                          <a:pt x="2327937" y="30630"/>
                          <a:pt x="2454623" y="0"/>
                        </a:cubicBezTo>
                        <a:cubicBezTo>
                          <a:pt x="2581309" y="-30630"/>
                          <a:pt x="2949204" y="24944"/>
                          <a:pt x="3216011" y="0"/>
                        </a:cubicBezTo>
                        <a:cubicBezTo>
                          <a:pt x="3482818" y="-24944"/>
                          <a:pt x="3450815" y="13296"/>
                          <a:pt x="3591023" y="0"/>
                        </a:cubicBezTo>
                        <a:cubicBezTo>
                          <a:pt x="3731231" y="-13296"/>
                          <a:pt x="3798053" y="23837"/>
                          <a:pt x="3869441" y="0"/>
                        </a:cubicBezTo>
                        <a:cubicBezTo>
                          <a:pt x="3940829" y="-23837"/>
                          <a:pt x="4064989" y="28191"/>
                          <a:pt x="4147859" y="0"/>
                        </a:cubicBezTo>
                        <a:cubicBezTo>
                          <a:pt x="4230729" y="-28191"/>
                          <a:pt x="4483870" y="26563"/>
                          <a:pt x="4812653" y="0"/>
                        </a:cubicBezTo>
                        <a:cubicBezTo>
                          <a:pt x="5141436" y="-26563"/>
                          <a:pt x="5155039" y="20300"/>
                          <a:pt x="5477446" y="0"/>
                        </a:cubicBezTo>
                        <a:cubicBezTo>
                          <a:pt x="5799853" y="-20300"/>
                          <a:pt x="5923299" y="36455"/>
                          <a:pt x="6045646" y="0"/>
                        </a:cubicBezTo>
                        <a:cubicBezTo>
                          <a:pt x="6167993" y="-36455"/>
                          <a:pt x="6251460" y="13575"/>
                          <a:pt x="6420658" y="0"/>
                        </a:cubicBezTo>
                        <a:cubicBezTo>
                          <a:pt x="6589856" y="-13575"/>
                          <a:pt x="6678378" y="8789"/>
                          <a:pt x="6795670" y="0"/>
                        </a:cubicBezTo>
                        <a:cubicBezTo>
                          <a:pt x="6912962" y="-8789"/>
                          <a:pt x="7308556" y="75240"/>
                          <a:pt x="7460464" y="0"/>
                        </a:cubicBezTo>
                        <a:cubicBezTo>
                          <a:pt x="7612372" y="-75240"/>
                          <a:pt x="7773435" y="28793"/>
                          <a:pt x="7932070" y="0"/>
                        </a:cubicBezTo>
                        <a:cubicBezTo>
                          <a:pt x="8090705" y="-28793"/>
                          <a:pt x="8226954" y="2059"/>
                          <a:pt x="8307081" y="0"/>
                        </a:cubicBezTo>
                        <a:cubicBezTo>
                          <a:pt x="8387208" y="-2059"/>
                          <a:pt x="8536773" y="20834"/>
                          <a:pt x="8682093" y="0"/>
                        </a:cubicBezTo>
                        <a:cubicBezTo>
                          <a:pt x="8827413" y="-20834"/>
                          <a:pt x="8859243" y="18953"/>
                          <a:pt x="8960511" y="0"/>
                        </a:cubicBezTo>
                        <a:cubicBezTo>
                          <a:pt x="9061779" y="-18953"/>
                          <a:pt x="9356553" y="74993"/>
                          <a:pt x="9659397" y="0"/>
                        </a:cubicBezTo>
                        <a:cubicBezTo>
                          <a:pt x="9681349" y="134592"/>
                          <a:pt x="9615455" y="235093"/>
                          <a:pt x="9659397" y="413212"/>
                        </a:cubicBezTo>
                        <a:cubicBezTo>
                          <a:pt x="9703339" y="591331"/>
                          <a:pt x="9650433" y="764996"/>
                          <a:pt x="9659397" y="899650"/>
                        </a:cubicBezTo>
                        <a:cubicBezTo>
                          <a:pt x="9668361" y="1034304"/>
                          <a:pt x="9656642" y="1183645"/>
                          <a:pt x="9659397" y="1349476"/>
                        </a:cubicBezTo>
                        <a:cubicBezTo>
                          <a:pt x="9662152" y="1515307"/>
                          <a:pt x="9658722" y="1683741"/>
                          <a:pt x="9659397" y="1909142"/>
                        </a:cubicBezTo>
                        <a:cubicBezTo>
                          <a:pt x="9660072" y="2134543"/>
                          <a:pt x="9639238" y="2160454"/>
                          <a:pt x="9659397" y="2322353"/>
                        </a:cubicBezTo>
                        <a:cubicBezTo>
                          <a:pt x="9679556" y="2484252"/>
                          <a:pt x="9644296" y="2562890"/>
                          <a:pt x="9659397" y="2735565"/>
                        </a:cubicBezTo>
                        <a:cubicBezTo>
                          <a:pt x="9674498" y="2908240"/>
                          <a:pt x="9578403" y="3296698"/>
                          <a:pt x="9659397" y="3661368"/>
                        </a:cubicBezTo>
                        <a:cubicBezTo>
                          <a:pt x="9467914" y="3705401"/>
                          <a:pt x="9383743" y="3623041"/>
                          <a:pt x="9187791" y="3661368"/>
                        </a:cubicBezTo>
                        <a:cubicBezTo>
                          <a:pt x="8991839" y="3699695"/>
                          <a:pt x="8990404" y="3632127"/>
                          <a:pt x="8909373" y="3661368"/>
                        </a:cubicBezTo>
                        <a:cubicBezTo>
                          <a:pt x="8828342" y="3690609"/>
                          <a:pt x="8394267" y="3603343"/>
                          <a:pt x="8244579" y="3661368"/>
                        </a:cubicBezTo>
                        <a:cubicBezTo>
                          <a:pt x="8094891" y="3719393"/>
                          <a:pt x="7885532" y="3640289"/>
                          <a:pt x="7676380" y="3661368"/>
                        </a:cubicBezTo>
                        <a:cubicBezTo>
                          <a:pt x="7467228" y="3682447"/>
                          <a:pt x="7240174" y="3647909"/>
                          <a:pt x="6914992" y="3661368"/>
                        </a:cubicBezTo>
                        <a:cubicBezTo>
                          <a:pt x="6589810" y="3674827"/>
                          <a:pt x="6626627" y="3616936"/>
                          <a:pt x="6539980" y="3661368"/>
                        </a:cubicBezTo>
                        <a:cubicBezTo>
                          <a:pt x="6453333" y="3705800"/>
                          <a:pt x="6203791" y="3615316"/>
                          <a:pt x="6068374" y="3661368"/>
                        </a:cubicBezTo>
                        <a:cubicBezTo>
                          <a:pt x="5932957" y="3707420"/>
                          <a:pt x="5842156" y="3643982"/>
                          <a:pt x="5693362" y="3661368"/>
                        </a:cubicBezTo>
                        <a:cubicBezTo>
                          <a:pt x="5544568" y="3678754"/>
                          <a:pt x="5551919" y="3654180"/>
                          <a:pt x="5414944" y="3661368"/>
                        </a:cubicBezTo>
                        <a:cubicBezTo>
                          <a:pt x="5277969" y="3668556"/>
                          <a:pt x="4919563" y="3647940"/>
                          <a:pt x="4653557" y="3661368"/>
                        </a:cubicBezTo>
                        <a:cubicBezTo>
                          <a:pt x="4387551" y="3674796"/>
                          <a:pt x="4226350" y="3641077"/>
                          <a:pt x="3988763" y="3661368"/>
                        </a:cubicBezTo>
                        <a:cubicBezTo>
                          <a:pt x="3751176" y="3681659"/>
                          <a:pt x="3606810" y="3655278"/>
                          <a:pt x="3227375" y="3661368"/>
                        </a:cubicBezTo>
                        <a:cubicBezTo>
                          <a:pt x="2847940" y="3667458"/>
                          <a:pt x="2987104" y="3648755"/>
                          <a:pt x="2852363" y="3661368"/>
                        </a:cubicBezTo>
                        <a:cubicBezTo>
                          <a:pt x="2717622" y="3673981"/>
                          <a:pt x="2672649" y="3639037"/>
                          <a:pt x="2573945" y="3661368"/>
                        </a:cubicBezTo>
                        <a:cubicBezTo>
                          <a:pt x="2475241" y="3683699"/>
                          <a:pt x="2199490" y="3645777"/>
                          <a:pt x="1909151" y="3661368"/>
                        </a:cubicBezTo>
                        <a:cubicBezTo>
                          <a:pt x="1618812" y="3676959"/>
                          <a:pt x="1413197" y="3587802"/>
                          <a:pt x="1244358" y="3661368"/>
                        </a:cubicBezTo>
                        <a:cubicBezTo>
                          <a:pt x="1075519" y="3734934"/>
                          <a:pt x="725826" y="3636345"/>
                          <a:pt x="579564" y="3661368"/>
                        </a:cubicBezTo>
                        <a:cubicBezTo>
                          <a:pt x="433302" y="3686391"/>
                          <a:pt x="181956" y="3619738"/>
                          <a:pt x="0" y="3661368"/>
                        </a:cubicBezTo>
                        <a:cubicBezTo>
                          <a:pt x="-25203" y="3546961"/>
                          <a:pt x="15278" y="3320918"/>
                          <a:pt x="0" y="3211543"/>
                        </a:cubicBezTo>
                        <a:cubicBezTo>
                          <a:pt x="-15278" y="3102168"/>
                          <a:pt x="10108" y="2784476"/>
                          <a:pt x="0" y="2615263"/>
                        </a:cubicBezTo>
                        <a:cubicBezTo>
                          <a:pt x="-10108" y="2446050"/>
                          <a:pt x="477" y="2297695"/>
                          <a:pt x="0" y="2055597"/>
                        </a:cubicBezTo>
                        <a:cubicBezTo>
                          <a:pt x="-477" y="1813499"/>
                          <a:pt x="40972" y="1740693"/>
                          <a:pt x="0" y="1495930"/>
                        </a:cubicBezTo>
                        <a:cubicBezTo>
                          <a:pt x="-40972" y="1251167"/>
                          <a:pt x="49789" y="1267822"/>
                          <a:pt x="0" y="1046105"/>
                        </a:cubicBezTo>
                        <a:cubicBezTo>
                          <a:pt x="-49789" y="824388"/>
                          <a:pt x="8596" y="756836"/>
                          <a:pt x="0" y="596280"/>
                        </a:cubicBezTo>
                        <a:cubicBezTo>
                          <a:pt x="-8596" y="435724"/>
                          <a:pt x="57435" y="18083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0" i="1" cap="none">
                <a:latin typeface="+mn-lt"/>
                <a:ea typeface="Cambria"/>
              </a:rPr>
              <a:t>Static Security Analysis - Supports detection of insecure coding patterns without executing the program.</a:t>
            </a:r>
          </a:p>
          <a:p>
            <a:endParaRPr lang="en-GB" sz="2000" b="0" i="1" cap="none">
              <a:latin typeface="+mn-lt"/>
              <a:ea typeface="Cambria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0" i="1" cap="none">
                <a:latin typeface="+mn-lt"/>
                <a:ea typeface="Cambria"/>
              </a:rPr>
              <a:t>Security Testing and Validation - Confirms whether detected vulnerabilities are real, mitigated, or still present.</a:t>
            </a:r>
          </a:p>
          <a:p>
            <a:endParaRPr lang="en-GB" sz="2000" i="1">
              <a:latin typeface="+mn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0" i="1" cap="none">
                <a:latin typeface="+mn-lt"/>
                <a:ea typeface="Cambria"/>
              </a:rPr>
              <a:t>Dependency Vulnerability Analysis - Detects risks in third-party libraries and packages used in generated prototypes.</a:t>
            </a:r>
          </a:p>
          <a:p>
            <a:pPr algn="just"/>
            <a:endParaRPr lang="en-GB" sz="2000" i="1">
              <a:latin typeface="+mn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0" i="1" cap="none">
                <a:latin typeface="+mn-lt"/>
                <a:ea typeface="Cambria"/>
              </a:rPr>
              <a:t>Traceability and Compliance Monitoring - Links requirements, code, vulnerabilities, and validation results for transparency and auditability</a:t>
            </a:r>
            <a:r>
              <a:rPr lang="en-GB" sz="2000" i="1" cap="none">
                <a:latin typeface="+mn-lt"/>
                <a:ea typeface="Cambria"/>
              </a:rPr>
              <a:t>.</a:t>
            </a:r>
            <a:endParaRPr lang="en-GB" i="1">
              <a:latin typeface="+mn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GB" sz="2000" b="0" i="1" cap="none">
              <a:latin typeface="+mn-lt"/>
              <a:ea typeface="Cambri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1A9572-E9C5-01C8-295E-FD03825E54BB}"/>
              </a:ext>
            </a:extLst>
          </p:cNvPr>
          <p:cNvSpPr txBox="1"/>
          <p:nvPr/>
        </p:nvSpPr>
        <p:spPr>
          <a:xfrm>
            <a:off x="1180854" y="183482"/>
            <a:ext cx="8686800" cy="5232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2800" b="1" i="1"/>
              <a:t>Integrated Security Analysis and Testing Component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A32D9F-BBD5-914A-8E1A-1A7C7648952B}"/>
              </a:ext>
            </a:extLst>
          </p:cNvPr>
          <p:cNvSpPr/>
          <p:nvPr/>
        </p:nvSpPr>
        <p:spPr>
          <a:xfrm>
            <a:off x="2937235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IT22102478</a:t>
            </a:r>
            <a:r>
              <a:rPr lang="en-US" sz="1800">
                <a:solidFill>
                  <a:schemeClr val="tx1"/>
                </a:solidFill>
              </a:rPr>
              <a:t>   | </a:t>
            </a:r>
            <a:r>
              <a:rPr lang="en-US" b="1" err="1">
                <a:solidFill>
                  <a:schemeClr val="tx1"/>
                </a:solidFill>
              </a:rPr>
              <a:t>Oberathna</a:t>
            </a:r>
            <a:r>
              <a:rPr lang="en-US" b="1">
                <a:solidFill>
                  <a:schemeClr val="tx1"/>
                </a:solidFill>
              </a:rPr>
              <a:t> R.D.T.D </a:t>
            </a:r>
            <a:r>
              <a:rPr lang="en-US" sz="1800" b="1">
                <a:solidFill>
                  <a:schemeClr val="tx1"/>
                </a:solidFill>
              </a:rPr>
              <a:t>|   R26-SE-033</a:t>
            </a: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816DD807-4C0C-A0EC-6E21-6D7BAACE608F}"/>
              </a:ext>
            </a:extLst>
          </p:cNvPr>
          <p:cNvCxnSpPr>
            <a:cxnSpLocks/>
          </p:cNvCxnSpPr>
          <p:nvPr/>
        </p:nvCxnSpPr>
        <p:spPr>
          <a:xfrm>
            <a:off x="3366933" y="1319514"/>
            <a:ext cx="994086" cy="784839"/>
          </a:xfrm>
          <a:prstGeom prst="curvedConnector3">
            <a:avLst/>
          </a:prstGeom>
          <a:ln w="38100"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14920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Single gear outline">
            <a:extLst>
              <a:ext uri="{FF2B5EF4-FFF2-40B4-BE49-F238E27FC236}">
                <a16:creationId xmlns:a16="http://schemas.microsoft.com/office/drawing/2014/main" id="{5DB0F8DA-E50B-1306-FC2D-71FCB7DCFD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35299" y="-794999"/>
            <a:ext cx="5260258" cy="5260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D9B991-87DB-B99B-4539-2C6AAE5B843F}"/>
              </a:ext>
            </a:extLst>
          </p:cNvPr>
          <p:cNvSpPr txBox="1"/>
          <p:nvPr/>
        </p:nvSpPr>
        <p:spPr>
          <a:xfrm rot="10800000" flipV="1">
            <a:off x="395134" y="1501327"/>
            <a:ext cx="2971800" cy="919401"/>
          </a:xfrm>
          <a:custGeom>
            <a:avLst/>
            <a:gdLst>
              <a:gd name="csX0" fmla="*/ 0 w 2971800"/>
              <a:gd name="csY0" fmla="*/ 153237 h 919401"/>
              <a:gd name="csX1" fmla="*/ 153237 w 2971800"/>
              <a:gd name="csY1" fmla="*/ 0 h 919401"/>
              <a:gd name="csX2" fmla="*/ 819569 w 2971800"/>
              <a:gd name="csY2" fmla="*/ 0 h 919401"/>
              <a:gd name="csX3" fmla="*/ 1405940 w 2971800"/>
              <a:gd name="csY3" fmla="*/ 0 h 919401"/>
              <a:gd name="csX4" fmla="*/ 2125578 w 2971800"/>
              <a:gd name="csY4" fmla="*/ 0 h 919401"/>
              <a:gd name="csX5" fmla="*/ 2818563 w 2971800"/>
              <a:gd name="csY5" fmla="*/ 0 h 919401"/>
              <a:gd name="csX6" fmla="*/ 2971800 w 2971800"/>
              <a:gd name="csY6" fmla="*/ 153237 h 919401"/>
              <a:gd name="csX7" fmla="*/ 2971800 w 2971800"/>
              <a:gd name="csY7" fmla="*/ 766164 h 919401"/>
              <a:gd name="csX8" fmla="*/ 2818563 w 2971800"/>
              <a:gd name="csY8" fmla="*/ 919401 h 919401"/>
              <a:gd name="csX9" fmla="*/ 2098925 w 2971800"/>
              <a:gd name="csY9" fmla="*/ 919401 h 919401"/>
              <a:gd name="csX10" fmla="*/ 1459247 w 2971800"/>
              <a:gd name="csY10" fmla="*/ 919401 h 919401"/>
              <a:gd name="csX11" fmla="*/ 819569 w 2971800"/>
              <a:gd name="csY11" fmla="*/ 919401 h 919401"/>
              <a:gd name="csX12" fmla="*/ 153237 w 2971800"/>
              <a:gd name="csY12" fmla="*/ 919401 h 919401"/>
              <a:gd name="csX13" fmla="*/ 0 w 2971800"/>
              <a:gd name="csY13" fmla="*/ 766164 h 919401"/>
              <a:gd name="csX14" fmla="*/ 0 w 2971800"/>
              <a:gd name="csY14" fmla="*/ 153237 h 9194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971800" h="919401" extrusionOk="0">
                <a:moveTo>
                  <a:pt x="0" y="153237"/>
                </a:moveTo>
                <a:cubicBezTo>
                  <a:pt x="13219" y="69036"/>
                  <a:pt x="78263" y="12055"/>
                  <a:pt x="153237" y="0"/>
                </a:cubicBezTo>
                <a:cubicBezTo>
                  <a:pt x="287918" y="-3047"/>
                  <a:pt x="665956" y="-20398"/>
                  <a:pt x="819569" y="0"/>
                </a:cubicBezTo>
                <a:cubicBezTo>
                  <a:pt x="973182" y="20398"/>
                  <a:pt x="1210838" y="-11380"/>
                  <a:pt x="1405940" y="0"/>
                </a:cubicBezTo>
                <a:cubicBezTo>
                  <a:pt x="1601042" y="11380"/>
                  <a:pt x="1917259" y="-3221"/>
                  <a:pt x="2125578" y="0"/>
                </a:cubicBezTo>
                <a:cubicBezTo>
                  <a:pt x="2333897" y="3221"/>
                  <a:pt x="2658566" y="19765"/>
                  <a:pt x="2818563" y="0"/>
                </a:cubicBezTo>
                <a:cubicBezTo>
                  <a:pt x="2899114" y="-2322"/>
                  <a:pt x="2972008" y="64223"/>
                  <a:pt x="2971800" y="153237"/>
                </a:cubicBezTo>
                <a:cubicBezTo>
                  <a:pt x="2958588" y="398653"/>
                  <a:pt x="2991834" y="488253"/>
                  <a:pt x="2971800" y="766164"/>
                </a:cubicBezTo>
                <a:cubicBezTo>
                  <a:pt x="2984296" y="836756"/>
                  <a:pt x="2888459" y="926892"/>
                  <a:pt x="2818563" y="919401"/>
                </a:cubicBezTo>
                <a:cubicBezTo>
                  <a:pt x="2549690" y="949523"/>
                  <a:pt x="2294978" y="944510"/>
                  <a:pt x="2098925" y="919401"/>
                </a:cubicBezTo>
                <a:cubicBezTo>
                  <a:pt x="1902872" y="894292"/>
                  <a:pt x="1679773" y="911038"/>
                  <a:pt x="1459247" y="919401"/>
                </a:cubicBezTo>
                <a:cubicBezTo>
                  <a:pt x="1238721" y="927764"/>
                  <a:pt x="1012422" y="898548"/>
                  <a:pt x="819569" y="919401"/>
                </a:cubicBezTo>
                <a:cubicBezTo>
                  <a:pt x="626716" y="940254"/>
                  <a:pt x="296880" y="907871"/>
                  <a:pt x="153237" y="919401"/>
                </a:cubicBezTo>
                <a:cubicBezTo>
                  <a:pt x="76396" y="924949"/>
                  <a:pt x="7212" y="856333"/>
                  <a:pt x="0" y="766164"/>
                </a:cubicBezTo>
                <a:cubicBezTo>
                  <a:pt x="-9205" y="567123"/>
                  <a:pt x="-13992" y="382483"/>
                  <a:pt x="0" y="153237"/>
                </a:cubicBezTo>
                <a:close/>
              </a:path>
            </a:pathLst>
          </a:custGeom>
          <a:noFill/>
          <a:ln w="28575">
            <a:solidFill>
              <a:schemeClr val="bg1">
                <a:lumMod val="75000"/>
              </a:schemeClr>
            </a:solidFill>
            <a:prstDash val="lgDash"/>
            <a:extLst>
              <a:ext uri="{C807C97D-BFC1-408E-A445-0C87EB9F89A2}">
                <ask:lineSketchStyleProps xmlns:ask="http://schemas.microsoft.com/office/drawing/2018/sketchyshapes" sd="2081917180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algn="ctr"/>
            <a:r>
              <a:rPr lang="en-GB" sz="2400" b="1" i="1"/>
              <a:t>Latest Technologies Used</a:t>
            </a:r>
            <a:endParaRPr lang="en-GB" sz="2400" b="1" i="1">
              <a:latin typeface="Cooper Black" panose="0208090404030B020404" pitchFamily="18" charset="0"/>
            </a:endParaRP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53DE946E-96D6-2FEB-12E5-0D68D02DD12B}"/>
              </a:ext>
            </a:extLst>
          </p:cNvPr>
          <p:cNvSpPr txBox="1">
            <a:spLocks/>
          </p:cNvSpPr>
          <p:nvPr/>
        </p:nvSpPr>
        <p:spPr>
          <a:xfrm>
            <a:off x="2688062" y="2780850"/>
            <a:ext cx="8607540" cy="305767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8607540"/>
                      <a:gd name="csY0" fmla="*/ 0 h 2691917"/>
                      <a:gd name="csX1" fmla="*/ 745987 w 8607540"/>
                      <a:gd name="csY1" fmla="*/ 0 h 2691917"/>
                      <a:gd name="csX2" fmla="*/ 1319823 w 8607540"/>
                      <a:gd name="csY2" fmla="*/ 0 h 2691917"/>
                      <a:gd name="csX3" fmla="*/ 1635433 w 8607540"/>
                      <a:gd name="csY3" fmla="*/ 0 h 2691917"/>
                      <a:gd name="csX4" fmla="*/ 2209269 w 8607540"/>
                      <a:gd name="csY4" fmla="*/ 0 h 2691917"/>
                      <a:gd name="csX5" fmla="*/ 2697029 w 8607540"/>
                      <a:gd name="csY5" fmla="*/ 0 h 2691917"/>
                      <a:gd name="csX6" fmla="*/ 3270865 w 8607540"/>
                      <a:gd name="csY6" fmla="*/ 0 h 2691917"/>
                      <a:gd name="csX7" fmla="*/ 3586475 w 8607540"/>
                      <a:gd name="csY7" fmla="*/ 0 h 2691917"/>
                      <a:gd name="csX8" fmla="*/ 4074236 w 8607540"/>
                      <a:gd name="csY8" fmla="*/ 0 h 2691917"/>
                      <a:gd name="csX9" fmla="*/ 4475921 w 8607540"/>
                      <a:gd name="csY9" fmla="*/ 0 h 2691917"/>
                      <a:gd name="csX10" fmla="*/ 4877606 w 8607540"/>
                      <a:gd name="csY10" fmla="*/ 0 h 2691917"/>
                      <a:gd name="csX11" fmla="*/ 5279291 w 8607540"/>
                      <a:gd name="csY11" fmla="*/ 0 h 2691917"/>
                      <a:gd name="csX12" fmla="*/ 5767052 w 8607540"/>
                      <a:gd name="csY12" fmla="*/ 0 h 2691917"/>
                      <a:gd name="csX13" fmla="*/ 6426963 w 8607540"/>
                      <a:gd name="csY13" fmla="*/ 0 h 2691917"/>
                      <a:gd name="csX14" fmla="*/ 6914724 w 8607540"/>
                      <a:gd name="csY14" fmla="*/ 0 h 2691917"/>
                      <a:gd name="csX15" fmla="*/ 7230334 w 8607540"/>
                      <a:gd name="csY15" fmla="*/ 0 h 2691917"/>
                      <a:gd name="csX16" fmla="*/ 7976320 w 8607540"/>
                      <a:gd name="csY16" fmla="*/ 0 h 2691917"/>
                      <a:gd name="csX17" fmla="*/ 8607540 w 8607540"/>
                      <a:gd name="csY17" fmla="*/ 0 h 2691917"/>
                      <a:gd name="csX18" fmla="*/ 8607540 w 8607540"/>
                      <a:gd name="csY18" fmla="*/ 565303 h 2691917"/>
                      <a:gd name="csX19" fmla="*/ 8607540 w 8607540"/>
                      <a:gd name="csY19" fmla="*/ 1157524 h 2691917"/>
                      <a:gd name="csX20" fmla="*/ 8607540 w 8607540"/>
                      <a:gd name="csY20" fmla="*/ 1642069 h 2691917"/>
                      <a:gd name="csX21" fmla="*/ 8607540 w 8607540"/>
                      <a:gd name="csY21" fmla="*/ 2099695 h 2691917"/>
                      <a:gd name="csX22" fmla="*/ 8607540 w 8607540"/>
                      <a:gd name="csY22" fmla="*/ 2691917 h 2691917"/>
                      <a:gd name="csX23" fmla="*/ 8033704 w 8607540"/>
                      <a:gd name="csY23" fmla="*/ 2691917 h 2691917"/>
                      <a:gd name="csX24" fmla="*/ 7632019 w 8607540"/>
                      <a:gd name="csY24" fmla="*/ 2691917 h 2691917"/>
                      <a:gd name="csX25" fmla="*/ 7316409 w 8607540"/>
                      <a:gd name="csY25" fmla="*/ 2691917 h 2691917"/>
                      <a:gd name="csX26" fmla="*/ 6914724 w 8607540"/>
                      <a:gd name="csY26" fmla="*/ 2691917 h 2691917"/>
                      <a:gd name="csX27" fmla="*/ 6168737 w 8607540"/>
                      <a:gd name="csY27" fmla="*/ 2691917 h 2691917"/>
                      <a:gd name="csX28" fmla="*/ 5853127 w 8607540"/>
                      <a:gd name="csY28" fmla="*/ 2691917 h 2691917"/>
                      <a:gd name="csX29" fmla="*/ 5107140 w 8607540"/>
                      <a:gd name="csY29" fmla="*/ 2691917 h 2691917"/>
                      <a:gd name="csX30" fmla="*/ 4791531 w 8607540"/>
                      <a:gd name="csY30" fmla="*/ 2691917 h 2691917"/>
                      <a:gd name="csX31" fmla="*/ 4045544 w 8607540"/>
                      <a:gd name="csY31" fmla="*/ 2691917 h 2691917"/>
                      <a:gd name="csX32" fmla="*/ 3729934 w 8607540"/>
                      <a:gd name="csY32" fmla="*/ 2691917 h 2691917"/>
                      <a:gd name="csX33" fmla="*/ 3156098 w 8607540"/>
                      <a:gd name="csY33" fmla="*/ 2691917 h 2691917"/>
                      <a:gd name="csX34" fmla="*/ 2582262 w 8607540"/>
                      <a:gd name="csY34" fmla="*/ 2691917 h 2691917"/>
                      <a:gd name="csX35" fmla="*/ 2180577 w 8607540"/>
                      <a:gd name="csY35" fmla="*/ 2691917 h 2691917"/>
                      <a:gd name="csX36" fmla="*/ 1434590 w 8607540"/>
                      <a:gd name="csY36" fmla="*/ 2691917 h 2691917"/>
                      <a:gd name="csX37" fmla="*/ 1118980 w 8607540"/>
                      <a:gd name="csY37" fmla="*/ 2691917 h 2691917"/>
                      <a:gd name="csX38" fmla="*/ 717295 w 8607540"/>
                      <a:gd name="csY38" fmla="*/ 2691917 h 2691917"/>
                      <a:gd name="csX39" fmla="*/ 0 w 8607540"/>
                      <a:gd name="csY39" fmla="*/ 2691917 h 2691917"/>
                      <a:gd name="csX40" fmla="*/ 0 w 8607540"/>
                      <a:gd name="csY40" fmla="*/ 2207372 h 2691917"/>
                      <a:gd name="csX41" fmla="*/ 0 w 8607540"/>
                      <a:gd name="csY41" fmla="*/ 1642069 h 2691917"/>
                      <a:gd name="csX42" fmla="*/ 0 w 8607540"/>
                      <a:gd name="csY42" fmla="*/ 1184443 h 2691917"/>
                      <a:gd name="csX43" fmla="*/ 0 w 8607540"/>
                      <a:gd name="csY43" fmla="*/ 699898 h 2691917"/>
                      <a:gd name="csX44" fmla="*/ 0 w 8607540"/>
                      <a:gd name="csY44" fmla="*/ 0 h 269191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</a:cxnLst>
                    <a:rect l="l" t="t" r="r" b="b"/>
                    <a:pathLst>
                      <a:path w="8607540" h="2691917" fill="none" extrusionOk="0">
                        <a:moveTo>
                          <a:pt x="0" y="0"/>
                        </a:moveTo>
                        <a:cubicBezTo>
                          <a:pt x="237392" y="-75789"/>
                          <a:pt x="538847" y="17974"/>
                          <a:pt x="745987" y="0"/>
                        </a:cubicBezTo>
                        <a:cubicBezTo>
                          <a:pt x="953127" y="-17974"/>
                          <a:pt x="1129485" y="53781"/>
                          <a:pt x="1319823" y="0"/>
                        </a:cubicBezTo>
                        <a:cubicBezTo>
                          <a:pt x="1510161" y="-53781"/>
                          <a:pt x="1495351" y="37529"/>
                          <a:pt x="1635433" y="0"/>
                        </a:cubicBezTo>
                        <a:cubicBezTo>
                          <a:pt x="1775515" y="-37529"/>
                          <a:pt x="1964442" y="45578"/>
                          <a:pt x="2209269" y="0"/>
                        </a:cubicBezTo>
                        <a:cubicBezTo>
                          <a:pt x="2454096" y="-45578"/>
                          <a:pt x="2532088" y="24032"/>
                          <a:pt x="2697029" y="0"/>
                        </a:cubicBezTo>
                        <a:cubicBezTo>
                          <a:pt x="2861970" y="-24032"/>
                          <a:pt x="3051763" y="8448"/>
                          <a:pt x="3270865" y="0"/>
                        </a:cubicBezTo>
                        <a:cubicBezTo>
                          <a:pt x="3489967" y="-8448"/>
                          <a:pt x="3518810" y="766"/>
                          <a:pt x="3586475" y="0"/>
                        </a:cubicBezTo>
                        <a:cubicBezTo>
                          <a:pt x="3654140" y="-766"/>
                          <a:pt x="3886299" y="13958"/>
                          <a:pt x="4074236" y="0"/>
                        </a:cubicBezTo>
                        <a:cubicBezTo>
                          <a:pt x="4262173" y="-13958"/>
                          <a:pt x="4368302" y="13164"/>
                          <a:pt x="4475921" y="0"/>
                        </a:cubicBezTo>
                        <a:cubicBezTo>
                          <a:pt x="4583541" y="-13164"/>
                          <a:pt x="4773719" y="29580"/>
                          <a:pt x="4877606" y="0"/>
                        </a:cubicBezTo>
                        <a:cubicBezTo>
                          <a:pt x="4981494" y="-29580"/>
                          <a:pt x="5124566" y="20502"/>
                          <a:pt x="5279291" y="0"/>
                        </a:cubicBezTo>
                        <a:cubicBezTo>
                          <a:pt x="5434016" y="-20502"/>
                          <a:pt x="5669013" y="20292"/>
                          <a:pt x="5767052" y="0"/>
                        </a:cubicBezTo>
                        <a:cubicBezTo>
                          <a:pt x="5865091" y="-20292"/>
                          <a:pt x="6170237" y="59720"/>
                          <a:pt x="6426963" y="0"/>
                        </a:cubicBezTo>
                        <a:cubicBezTo>
                          <a:pt x="6683689" y="-59720"/>
                          <a:pt x="6771282" y="56187"/>
                          <a:pt x="6914724" y="0"/>
                        </a:cubicBezTo>
                        <a:cubicBezTo>
                          <a:pt x="7058166" y="-56187"/>
                          <a:pt x="7083092" y="17798"/>
                          <a:pt x="7230334" y="0"/>
                        </a:cubicBezTo>
                        <a:cubicBezTo>
                          <a:pt x="7377576" y="-17798"/>
                          <a:pt x="7769680" y="77586"/>
                          <a:pt x="7976320" y="0"/>
                        </a:cubicBezTo>
                        <a:cubicBezTo>
                          <a:pt x="8182960" y="-77586"/>
                          <a:pt x="8321881" y="37067"/>
                          <a:pt x="8607540" y="0"/>
                        </a:cubicBezTo>
                        <a:cubicBezTo>
                          <a:pt x="8665264" y="269263"/>
                          <a:pt x="8567992" y="389583"/>
                          <a:pt x="8607540" y="565303"/>
                        </a:cubicBezTo>
                        <a:cubicBezTo>
                          <a:pt x="8647088" y="741023"/>
                          <a:pt x="8598109" y="1019768"/>
                          <a:pt x="8607540" y="1157524"/>
                        </a:cubicBezTo>
                        <a:cubicBezTo>
                          <a:pt x="8616971" y="1295280"/>
                          <a:pt x="8600916" y="1455217"/>
                          <a:pt x="8607540" y="1642069"/>
                        </a:cubicBezTo>
                        <a:cubicBezTo>
                          <a:pt x="8614164" y="1828922"/>
                          <a:pt x="8587395" y="1881911"/>
                          <a:pt x="8607540" y="2099695"/>
                        </a:cubicBezTo>
                        <a:cubicBezTo>
                          <a:pt x="8627685" y="2317479"/>
                          <a:pt x="8587445" y="2571127"/>
                          <a:pt x="8607540" y="2691917"/>
                        </a:cubicBezTo>
                        <a:cubicBezTo>
                          <a:pt x="8409920" y="2706351"/>
                          <a:pt x="8235111" y="2654321"/>
                          <a:pt x="8033704" y="2691917"/>
                        </a:cubicBezTo>
                        <a:cubicBezTo>
                          <a:pt x="7832297" y="2729513"/>
                          <a:pt x="7817668" y="2654130"/>
                          <a:pt x="7632019" y="2691917"/>
                        </a:cubicBezTo>
                        <a:cubicBezTo>
                          <a:pt x="7446370" y="2729704"/>
                          <a:pt x="7444640" y="2657124"/>
                          <a:pt x="7316409" y="2691917"/>
                        </a:cubicBezTo>
                        <a:cubicBezTo>
                          <a:pt x="7188178" y="2726710"/>
                          <a:pt x="7088058" y="2666678"/>
                          <a:pt x="6914724" y="2691917"/>
                        </a:cubicBezTo>
                        <a:cubicBezTo>
                          <a:pt x="6741390" y="2717156"/>
                          <a:pt x="6445396" y="2665510"/>
                          <a:pt x="6168737" y="2691917"/>
                        </a:cubicBezTo>
                        <a:cubicBezTo>
                          <a:pt x="5892078" y="2718324"/>
                          <a:pt x="5989662" y="2678334"/>
                          <a:pt x="5853127" y="2691917"/>
                        </a:cubicBezTo>
                        <a:cubicBezTo>
                          <a:pt x="5716592" y="2705500"/>
                          <a:pt x="5410619" y="2664179"/>
                          <a:pt x="5107140" y="2691917"/>
                        </a:cubicBezTo>
                        <a:cubicBezTo>
                          <a:pt x="4803661" y="2719655"/>
                          <a:pt x="4866394" y="2671809"/>
                          <a:pt x="4791531" y="2691917"/>
                        </a:cubicBezTo>
                        <a:cubicBezTo>
                          <a:pt x="4716668" y="2712025"/>
                          <a:pt x="4275012" y="2607752"/>
                          <a:pt x="4045544" y="2691917"/>
                        </a:cubicBezTo>
                        <a:cubicBezTo>
                          <a:pt x="3816076" y="2776082"/>
                          <a:pt x="3818707" y="2670563"/>
                          <a:pt x="3729934" y="2691917"/>
                        </a:cubicBezTo>
                        <a:cubicBezTo>
                          <a:pt x="3641161" y="2713271"/>
                          <a:pt x="3354702" y="2684859"/>
                          <a:pt x="3156098" y="2691917"/>
                        </a:cubicBezTo>
                        <a:cubicBezTo>
                          <a:pt x="2957494" y="2698975"/>
                          <a:pt x="2803766" y="2675019"/>
                          <a:pt x="2582262" y="2691917"/>
                        </a:cubicBezTo>
                        <a:cubicBezTo>
                          <a:pt x="2360758" y="2708815"/>
                          <a:pt x="2342690" y="2685286"/>
                          <a:pt x="2180577" y="2691917"/>
                        </a:cubicBezTo>
                        <a:cubicBezTo>
                          <a:pt x="2018465" y="2698548"/>
                          <a:pt x="1732279" y="2655549"/>
                          <a:pt x="1434590" y="2691917"/>
                        </a:cubicBezTo>
                        <a:cubicBezTo>
                          <a:pt x="1136901" y="2728285"/>
                          <a:pt x="1239047" y="2660204"/>
                          <a:pt x="1118980" y="2691917"/>
                        </a:cubicBezTo>
                        <a:cubicBezTo>
                          <a:pt x="998913" y="2723630"/>
                          <a:pt x="855327" y="2666351"/>
                          <a:pt x="717295" y="2691917"/>
                        </a:cubicBezTo>
                        <a:cubicBezTo>
                          <a:pt x="579263" y="2717483"/>
                          <a:pt x="204648" y="2611934"/>
                          <a:pt x="0" y="2691917"/>
                        </a:cubicBezTo>
                        <a:cubicBezTo>
                          <a:pt x="-37337" y="2514360"/>
                          <a:pt x="4538" y="2333044"/>
                          <a:pt x="0" y="2207372"/>
                        </a:cubicBezTo>
                        <a:cubicBezTo>
                          <a:pt x="-4538" y="2081700"/>
                          <a:pt x="66726" y="1787403"/>
                          <a:pt x="0" y="1642069"/>
                        </a:cubicBezTo>
                        <a:cubicBezTo>
                          <a:pt x="-66726" y="1496735"/>
                          <a:pt x="19996" y="1380386"/>
                          <a:pt x="0" y="1184443"/>
                        </a:cubicBezTo>
                        <a:cubicBezTo>
                          <a:pt x="-19996" y="988500"/>
                          <a:pt x="23110" y="855003"/>
                          <a:pt x="0" y="699898"/>
                        </a:cubicBezTo>
                        <a:cubicBezTo>
                          <a:pt x="-23110" y="544793"/>
                          <a:pt x="75421" y="201251"/>
                          <a:pt x="0" y="0"/>
                        </a:cubicBezTo>
                        <a:close/>
                      </a:path>
                      <a:path w="8607540" h="2691917" stroke="0" extrusionOk="0">
                        <a:moveTo>
                          <a:pt x="0" y="0"/>
                        </a:moveTo>
                        <a:cubicBezTo>
                          <a:pt x="242818" y="-8263"/>
                          <a:pt x="386570" y="34270"/>
                          <a:pt x="487761" y="0"/>
                        </a:cubicBezTo>
                        <a:cubicBezTo>
                          <a:pt x="588952" y="-34270"/>
                          <a:pt x="927619" y="7438"/>
                          <a:pt x="1061597" y="0"/>
                        </a:cubicBezTo>
                        <a:cubicBezTo>
                          <a:pt x="1195575" y="-7438"/>
                          <a:pt x="1361405" y="21706"/>
                          <a:pt x="1549357" y="0"/>
                        </a:cubicBezTo>
                        <a:cubicBezTo>
                          <a:pt x="1737309" y="-21706"/>
                          <a:pt x="1885747" y="43696"/>
                          <a:pt x="2209269" y="0"/>
                        </a:cubicBezTo>
                        <a:cubicBezTo>
                          <a:pt x="2532791" y="-43696"/>
                          <a:pt x="2403164" y="1418"/>
                          <a:pt x="2524878" y="0"/>
                        </a:cubicBezTo>
                        <a:cubicBezTo>
                          <a:pt x="2646592" y="-1418"/>
                          <a:pt x="3009354" y="60224"/>
                          <a:pt x="3270865" y="0"/>
                        </a:cubicBezTo>
                        <a:cubicBezTo>
                          <a:pt x="3532376" y="-60224"/>
                          <a:pt x="3513293" y="14662"/>
                          <a:pt x="3672550" y="0"/>
                        </a:cubicBezTo>
                        <a:cubicBezTo>
                          <a:pt x="3831807" y="-14662"/>
                          <a:pt x="3831494" y="24335"/>
                          <a:pt x="3988160" y="0"/>
                        </a:cubicBezTo>
                        <a:cubicBezTo>
                          <a:pt x="4144826" y="-24335"/>
                          <a:pt x="4228718" y="19564"/>
                          <a:pt x="4303770" y="0"/>
                        </a:cubicBezTo>
                        <a:cubicBezTo>
                          <a:pt x="4378822" y="-19564"/>
                          <a:pt x="4723408" y="56524"/>
                          <a:pt x="4963681" y="0"/>
                        </a:cubicBezTo>
                        <a:cubicBezTo>
                          <a:pt x="5203954" y="-56524"/>
                          <a:pt x="5365867" y="62436"/>
                          <a:pt x="5623593" y="0"/>
                        </a:cubicBezTo>
                        <a:cubicBezTo>
                          <a:pt x="5881319" y="-62436"/>
                          <a:pt x="6075405" y="35337"/>
                          <a:pt x="6197429" y="0"/>
                        </a:cubicBezTo>
                        <a:cubicBezTo>
                          <a:pt x="6319453" y="-35337"/>
                          <a:pt x="6466756" y="6835"/>
                          <a:pt x="6599114" y="0"/>
                        </a:cubicBezTo>
                        <a:cubicBezTo>
                          <a:pt x="6731472" y="-6835"/>
                          <a:pt x="6918141" y="35254"/>
                          <a:pt x="7000799" y="0"/>
                        </a:cubicBezTo>
                        <a:cubicBezTo>
                          <a:pt x="7083457" y="-35254"/>
                          <a:pt x="7507936" y="74264"/>
                          <a:pt x="7660711" y="0"/>
                        </a:cubicBezTo>
                        <a:cubicBezTo>
                          <a:pt x="7813486" y="-74264"/>
                          <a:pt x="8181682" y="28100"/>
                          <a:pt x="8607540" y="0"/>
                        </a:cubicBezTo>
                        <a:cubicBezTo>
                          <a:pt x="8654582" y="150514"/>
                          <a:pt x="8580789" y="357231"/>
                          <a:pt x="8607540" y="484545"/>
                        </a:cubicBezTo>
                        <a:cubicBezTo>
                          <a:pt x="8634291" y="611860"/>
                          <a:pt x="8558540" y="871531"/>
                          <a:pt x="8607540" y="1049848"/>
                        </a:cubicBezTo>
                        <a:cubicBezTo>
                          <a:pt x="8656540" y="1228165"/>
                          <a:pt x="8590197" y="1493986"/>
                          <a:pt x="8607540" y="1615150"/>
                        </a:cubicBezTo>
                        <a:cubicBezTo>
                          <a:pt x="8624883" y="1736314"/>
                          <a:pt x="8586720" y="1880416"/>
                          <a:pt x="8607540" y="2099695"/>
                        </a:cubicBezTo>
                        <a:cubicBezTo>
                          <a:pt x="8628360" y="2318974"/>
                          <a:pt x="8590394" y="2537516"/>
                          <a:pt x="8607540" y="2691917"/>
                        </a:cubicBezTo>
                        <a:cubicBezTo>
                          <a:pt x="8497004" y="2699643"/>
                          <a:pt x="8229326" y="2682999"/>
                          <a:pt x="8119779" y="2691917"/>
                        </a:cubicBezTo>
                        <a:cubicBezTo>
                          <a:pt x="8010232" y="2700835"/>
                          <a:pt x="7788184" y="2622338"/>
                          <a:pt x="7459868" y="2691917"/>
                        </a:cubicBezTo>
                        <a:cubicBezTo>
                          <a:pt x="7131552" y="2761496"/>
                          <a:pt x="7130475" y="2653490"/>
                          <a:pt x="6886032" y="2691917"/>
                        </a:cubicBezTo>
                        <a:cubicBezTo>
                          <a:pt x="6641589" y="2730344"/>
                          <a:pt x="6572881" y="2668449"/>
                          <a:pt x="6398271" y="2691917"/>
                        </a:cubicBezTo>
                        <a:cubicBezTo>
                          <a:pt x="6223661" y="2715385"/>
                          <a:pt x="6167141" y="2672057"/>
                          <a:pt x="5996586" y="2691917"/>
                        </a:cubicBezTo>
                        <a:cubicBezTo>
                          <a:pt x="5826032" y="2711777"/>
                          <a:pt x="5803135" y="2688540"/>
                          <a:pt x="5680976" y="2691917"/>
                        </a:cubicBezTo>
                        <a:cubicBezTo>
                          <a:pt x="5558817" y="2695294"/>
                          <a:pt x="5248630" y="2635639"/>
                          <a:pt x="4934990" y="2691917"/>
                        </a:cubicBezTo>
                        <a:cubicBezTo>
                          <a:pt x="4621350" y="2748195"/>
                          <a:pt x="4772005" y="2691247"/>
                          <a:pt x="4619380" y="2691917"/>
                        </a:cubicBezTo>
                        <a:cubicBezTo>
                          <a:pt x="4466755" y="2692587"/>
                          <a:pt x="4172095" y="2682681"/>
                          <a:pt x="3959468" y="2691917"/>
                        </a:cubicBezTo>
                        <a:cubicBezTo>
                          <a:pt x="3746841" y="2701153"/>
                          <a:pt x="3574232" y="2682437"/>
                          <a:pt x="3385632" y="2691917"/>
                        </a:cubicBezTo>
                        <a:cubicBezTo>
                          <a:pt x="3197032" y="2701397"/>
                          <a:pt x="2941276" y="2683076"/>
                          <a:pt x="2639646" y="2691917"/>
                        </a:cubicBezTo>
                        <a:cubicBezTo>
                          <a:pt x="2338016" y="2700758"/>
                          <a:pt x="2374922" y="2653545"/>
                          <a:pt x="2237960" y="2691917"/>
                        </a:cubicBezTo>
                        <a:cubicBezTo>
                          <a:pt x="2100998" y="2730289"/>
                          <a:pt x="1848807" y="2659258"/>
                          <a:pt x="1750200" y="2691917"/>
                        </a:cubicBezTo>
                        <a:cubicBezTo>
                          <a:pt x="1651593" y="2724576"/>
                          <a:pt x="1505493" y="2666914"/>
                          <a:pt x="1348515" y="2691917"/>
                        </a:cubicBezTo>
                        <a:cubicBezTo>
                          <a:pt x="1191537" y="2716920"/>
                          <a:pt x="1140889" y="2675905"/>
                          <a:pt x="1032905" y="2691917"/>
                        </a:cubicBezTo>
                        <a:cubicBezTo>
                          <a:pt x="924921" y="2707929"/>
                          <a:pt x="434835" y="2674254"/>
                          <a:pt x="0" y="2691917"/>
                        </a:cubicBezTo>
                        <a:cubicBezTo>
                          <a:pt x="-50665" y="2534195"/>
                          <a:pt x="35040" y="2388096"/>
                          <a:pt x="0" y="2126614"/>
                        </a:cubicBezTo>
                        <a:cubicBezTo>
                          <a:pt x="-35040" y="1865132"/>
                          <a:pt x="19330" y="1706220"/>
                          <a:pt x="0" y="1534393"/>
                        </a:cubicBezTo>
                        <a:cubicBezTo>
                          <a:pt x="-19330" y="1362566"/>
                          <a:pt x="2999" y="1131033"/>
                          <a:pt x="0" y="942171"/>
                        </a:cubicBezTo>
                        <a:cubicBezTo>
                          <a:pt x="-2999" y="753309"/>
                          <a:pt x="48621" y="3295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marL="342900" indent="-342900">
              <a:buFont typeface="Wingdings"/>
              <a:buChar char="Ø"/>
            </a:pPr>
            <a:r>
              <a:rPr lang="en-GB" sz="2000" i="1" cap="none">
                <a:latin typeface="Adobe Devanagari"/>
              </a:rPr>
              <a:t>Python</a:t>
            </a:r>
            <a:r>
              <a:rPr lang="en-GB" sz="2000" b="0" i="1" cap="none">
                <a:latin typeface="Adobe Devanagari"/>
              </a:rPr>
              <a:t> – main implementation language</a:t>
            </a:r>
            <a:endParaRPr lang="en-US" i="1"/>
          </a:p>
          <a:p>
            <a:pPr marL="342900" indent="-342900">
              <a:buFont typeface="Wingdings"/>
              <a:buChar char="Ø"/>
            </a:pPr>
            <a:r>
              <a:rPr lang="en-GB" sz="2000" i="1" cap="none">
                <a:latin typeface="Adobe Devanagari"/>
              </a:rPr>
              <a:t>Python AST </a:t>
            </a:r>
            <a:r>
              <a:rPr lang="en-GB" sz="2000" b="0" i="1" cap="none">
                <a:latin typeface="Adobe Devanagari"/>
              </a:rPr>
              <a:t>– custom static security analysis</a:t>
            </a:r>
            <a:endParaRPr lang="en-GB" i="1"/>
          </a:p>
          <a:p>
            <a:pPr marL="342900" indent="-342900">
              <a:buFont typeface="Wingdings"/>
              <a:buChar char="Ø"/>
            </a:pPr>
            <a:r>
              <a:rPr lang="en-GB" sz="2000" i="1" cap="none" err="1">
                <a:latin typeface="Adobe Devanagari"/>
              </a:rPr>
              <a:t>pytest</a:t>
            </a:r>
            <a:r>
              <a:rPr lang="en-GB" sz="2000" i="1" cap="none">
                <a:latin typeface="Adobe Devanagari"/>
              </a:rPr>
              <a:t> + requests</a:t>
            </a:r>
            <a:r>
              <a:rPr lang="en-GB" sz="2000" b="0" i="1" cap="none">
                <a:latin typeface="Adobe Devanagari"/>
              </a:rPr>
              <a:t> – custom security testing and validation</a:t>
            </a:r>
            <a:endParaRPr lang="en-GB" i="1"/>
          </a:p>
          <a:p>
            <a:pPr marL="342900" indent="-342900">
              <a:buFont typeface="Wingdings"/>
              <a:buChar char="Ø"/>
            </a:pPr>
            <a:r>
              <a:rPr lang="en-GB" sz="2000" i="1" cap="none" err="1">
                <a:latin typeface="Adobe Devanagari"/>
              </a:rPr>
              <a:t>OSV.dev</a:t>
            </a:r>
            <a:r>
              <a:rPr lang="en-GB" sz="2000" i="1" cap="none">
                <a:latin typeface="Adobe Devanagari"/>
              </a:rPr>
              <a:t> + NVD</a:t>
            </a:r>
            <a:r>
              <a:rPr lang="en-GB" sz="2000" b="0" i="1" cap="none">
                <a:latin typeface="Adobe Devanagari"/>
              </a:rPr>
              <a:t> – dependency vulnerability checking</a:t>
            </a:r>
            <a:endParaRPr lang="en-GB" i="1"/>
          </a:p>
          <a:p>
            <a:pPr marL="342900" indent="-342900">
              <a:buFont typeface="Wingdings"/>
              <a:buChar char="Ø"/>
            </a:pPr>
            <a:r>
              <a:rPr lang="en-GB" sz="2000" cap="none">
                <a:latin typeface="Adobe Devanagari"/>
              </a:rPr>
              <a:t>CVE ID - </a:t>
            </a:r>
            <a:r>
              <a:rPr lang="en-GB" sz="2000" b="0" cap="none">
                <a:latin typeface="Adobe Devanagari"/>
              </a:rPr>
              <a:t>common mapping key between </a:t>
            </a:r>
            <a:r>
              <a:rPr lang="en-GB" sz="2000" b="0" cap="none" err="1">
                <a:latin typeface="Adobe Devanagari"/>
              </a:rPr>
              <a:t>OSV.dev</a:t>
            </a:r>
            <a:r>
              <a:rPr lang="en-GB" sz="2000" b="0" cap="none">
                <a:latin typeface="Adobe Devanagari"/>
              </a:rPr>
              <a:t> and NVD</a:t>
            </a:r>
            <a:endParaRPr lang="en-GB" sz="2000" i="1" cap="none">
              <a:latin typeface="Adobe Devanagari"/>
            </a:endParaRPr>
          </a:p>
          <a:p>
            <a:pPr marL="342900" indent="-342900">
              <a:buFont typeface="Wingdings"/>
              <a:buChar char="Ø"/>
            </a:pPr>
            <a:r>
              <a:rPr lang="en-GB" sz="2000" i="1" cap="none">
                <a:latin typeface="Adobe Devanagari"/>
              </a:rPr>
              <a:t>OpenAI API</a:t>
            </a:r>
            <a:r>
              <a:rPr lang="en-GB" sz="2000" b="0" i="1" cap="none">
                <a:latin typeface="Adobe Devanagari"/>
              </a:rPr>
              <a:t> – LLM-assisted secure code review</a:t>
            </a:r>
            <a:endParaRPr lang="en-GB" i="1"/>
          </a:p>
          <a:p>
            <a:pPr marL="342900" indent="-342900">
              <a:buFont typeface="Wingdings"/>
              <a:buChar char="Ø"/>
            </a:pPr>
            <a:r>
              <a:rPr lang="en-GB" sz="2000" i="1" cap="none" err="1">
                <a:latin typeface="Adobe Devanagari"/>
              </a:rPr>
              <a:t>FastAPI</a:t>
            </a:r>
            <a:r>
              <a:rPr lang="en-GB" sz="2000" b="0" i="1" cap="none">
                <a:latin typeface="Adobe Devanagari"/>
              </a:rPr>
              <a:t> – backend service and API integration</a:t>
            </a:r>
            <a:endParaRPr lang="en-GB" i="1"/>
          </a:p>
          <a:p>
            <a:pPr marL="342900" indent="-342900">
              <a:buFont typeface="Wingdings"/>
              <a:buChar char="Ø"/>
            </a:pPr>
            <a:r>
              <a:rPr lang="en-GB" sz="2000" i="1" cap="none">
                <a:latin typeface="Adobe Devanagari"/>
              </a:rPr>
              <a:t>React</a:t>
            </a:r>
            <a:r>
              <a:rPr lang="en-GB" sz="2000" b="0" i="1" cap="none">
                <a:latin typeface="Adobe Devanagari"/>
              </a:rPr>
              <a:t> – Compliance &amp; Traceability Dashboard</a:t>
            </a:r>
            <a:endParaRPr lang="en-GB" i="1"/>
          </a:p>
          <a:p>
            <a:pPr marL="342900" indent="-342900">
              <a:buFont typeface="Wingdings"/>
              <a:buChar char="Ø"/>
            </a:pPr>
            <a:r>
              <a:rPr lang="en-GB" sz="2000" i="1" cap="none">
                <a:latin typeface="Adobe Devanagari"/>
              </a:rPr>
              <a:t>PostgreSQL</a:t>
            </a:r>
            <a:r>
              <a:rPr lang="en-GB" sz="2000" b="0" i="1" cap="none">
                <a:latin typeface="Adobe Devanagari"/>
              </a:rPr>
              <a:t> – storing findings, validation results, and traceability data</a:t>
            </a:r>
            <a:endParaRPr lang="en-GB" i="1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GB" sz="2000" b="0" i="1" cap="none">
              <a:latin typeface="+mn-lt"/>
              <a:ea typeface="Cambri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32DD0F-3F4B-B36F-A6B9-6B5EE30D9D31}"/>
              </a:ext>
            </a:extLst>
          </p:cNvPr>
          <p:cNvSpPr txBox="1"/>
          <p:nvPr/>
        </p:nvSpPr>
        <p:spPr>
          <a:xfrm>
            <a:off x="1180854" y="183482"/>
            <a:ext cx="8686800" cy="5232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2800" b="1" i="1"/>
              <a:t>Integrated Security Analysis and Testing Component</a:t>
            </a:r>
            <a:endParaRPr lang="en-US"/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3A46DFBF-1047-1948-3979-0CF82823CBC2}"/>
              </a:ext>
            </a:extLst>
          </p:cNvPr>
          <p:cNvCxnSpPr>
            <a:cxnSpLocks/>
          </p:cNvCxnSpPr>
          <p:nvPr/>
        </p:nvCxnSpPr>
        <p:spPr>
          <a:xfrm>
            <a:off x="3366934" y="1961028"/>
            <a:ext cx="762614" cy="823439"/>
          </a:xfrm>
          <a:prstGeom prst="curvedConnector2">
            <a:avLst/>
          </a:prstGeom>
          <a:ln w="38100"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EEE1EE4-E98C-2D05-6372-4C2CFC163491}"/>
              </a:ext>
            </a:extLst>
          </p:cNvPr>
          <p:cNvSpPr/>
          <p:nvPr/>
        </p:nvSpPr>
        <p:spPr>
          <a:xfrm>
            <a:off x="2937235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IT22102478</a:t>
            </a:r>
            <a:r>
              <a:rPr lang="en-US" sz="1800">
                <a:solidFill>
                  <a:schemeClr val="tx1"/>
                </a:solidFill>
              </a:rPr>
              <a:t>   | </a:t>
            </a:r>
            <a:r>
              <a:rPr lang="en-US" b="1" err="1">
                <a:solidFill>
                  <a:schemeClr val="tx1"/>
                </a:solidFill>
              </a:rPr>
              <a:t>Oberathna</a:t>
            </a:r>
            <a:r>
              <a:rPr lang="en-US" b="1">
                <a:solidFill>
                  <a:schemeClr val="tx1"/>
                </a:solidFill>
              </a:rPr>
              <a:t> R.D.T.D </a:t>
            </a:r>
            <a:r>
              <a:rPr lang="en-US" sz="1800" b="1">
                <a:solidFill>
                  <a:schemeClr val="tx1"/>
                </a:solidFill>
              </a:rPr>
              <a:t>|   R26-SE-033</a:t>
            </a:r>
          </a:p>
        </p:txBody>
      </p:sp>
    </p:spTree>
    <p:extLst>
      <p:ext uri="{BB962C8B-B14F-4D97-AF65-F5344CB8AC3E}">
        <p14:creationId xmlns:p14="http://schemas.microsoft.com/office/powerpoint/2010/main" val="42601684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Assorted circles and squares">
            <a:extLst>
              <a:ext uri="{FF2B5EF4-FFF2-40B4-BE49-F238E27FC236}">
                <a16:creationId xmlns:a16="http://schemas.microsoft.com/office/drawing/2014/main" id="{ACCBE67B-91FC-1554-2CD7-0F852BE708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55546" y="-253180"/>
            <a:ext cx="5120148" cy="51201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F2AD6F3-B87C-8545-026D-3D21BD318244}"/>
              </a:ext>
            </a:extLst>
          </p:cNvPr>
          <p:cNvSpPr txBox="1"/>
          <p:nvPr/>
        </p:nvSpPr>
        <p:spPr>
          <a:xfrm>
            <a:off x="1180854" y="183482"/>
            <a:ext cx="8686800" cy="5232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2800" b="1" i="1"/>
              <a:t>Integrated Security Analysis and Testing Component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CD9889-46C9-D66D-20DE-5D26D082008A}"/>
              </a:ext>
            </a:extLst>
          </p:cNvPr>
          <p:cNvSpPr/>
          <p:nvPr/>
        </p:nvSpPr>
        <p:spPr>
          <a:xfrm>
            <a:off x="2937235" y="650303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IT22102478</a:t>
            </a:r>
            <a:r>
              <a:rPr lang="en-US" sz="1800">
                <a:solidFill>
                  <a:schemeClr val="tx1"/>
                </a:solidFill>
              </a:rPr>
              <a:t>   |</a:t>
            </a:r>
            <a:r>
              <a:rPr lang="en-US" sz="1800" b="1">
                <a:solidFill>
                  <a:schemeClr val="tx1"/>
                </a:solidFill>
              </a:rPr>
              <a:t> </a:t>
            </a:r>
            <a:r>
              <a:rPr lang="en-US" b="1" err="1">
                <a:solidFill>
                  <a:schemeClr val="tx1"/>
                </a:solidFill>
              </a:rPr>
              <a:t>Oberathna</a:t>
            </a:r>
            <a:r>
              <a:rPr lang="en-US" b="1">
                <a:solidFill>
                  <a:schemeClr val="tx1"/>
                </a:solidFill>
              </a:rPr>
              <a:t> R.D.T.D </a:t>
            </a:r>
            <a:r>
              <a:rPr lang="en-US" sz="1800" b="1">
                <a:solidFill>
                  <a:schemeClr val="tx1"/>
                </a:solidFill>
              </a:rPr>
              <a:t>|   R26-SE-033</a:t>
            </a:r>
            <a:endParaRPr lang="en-US" sz="1800" b="1">
              <a:solidFill>
                <a:schemeClr val="tx1"/>
              </a:solidFill>
              <a:ea typeface="Cambri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F69094-0121-C195-48B2-BFDB49391A71}"/>
              </a:ext>
            </a:extLst>
          </p:cNvPr>
          <p:cNvSpPr txBox="1"/>
          <p:nvPr/>
        </p:nvSpPr>
        <p:spPr>
          <a:xfrm rot="10800000" flipV="1">
            <a:off x="810974" y="1353205"/>
            <a:ext cx="3077678" cy="2145268"/>
          </a:xfrm>
          <a:custGeom>
            <a:avLst/>
            <a:gdLst>
              <a:gd name="csX0" fmla="*/ 0 w 3077678"/>
              <a:gd name="csY0" fmla="*/ 357552 h 2145268"/>
              <a:gd name="csX1" fmla="*/ 357552 w 3077678"/>
              <a:gd name="csY1" fmla="*/ 0 h 2145268"/>
              <a:gd name="csX2" fmla="*/ 948196 w 3077678"/>
              <a:gd name="csY2" fmla="*/ 0 h 2145268"/>
              <a:gd name="csX3" fmla="*/ 1467962 w 3077678"/>
              <a:gd name="csY3" fmla="*/ 0 h 2145268"/>
              <a:gd name="csX4" fmla="*/ 2105857 w 3077678"/>
              <a:gd name="csY4" fmla="*/ 0 h 2145268"/>
              <a:gd name="csX5" fmla="*/ 2720126 w 3077678"/>
              <a:gd name="csY5" fmla="*/ 0 h 2145268"/>
              <a:gd name="csX6" fmla="*/ 3077678 w 3077678"/>
              <a:gd name="csY6" fmla="*/ 357552 h 2145268"/>
              <a:gd name="csX7" fmla="*/ 3077678 w 3077678"/>
              <a:gd name="csY7" fmla="*/ 819972 h 2145268"/>
              <a:gd name="csX8" fmla="*/ 3077678 w 3077678"/>
              <a:gd name="csY8" fmla="*/ 1282391 h 2145268"/>
              <a:gd name="csX9" fmla="*/ 3077678 w 3077678"/>
              <a:gd name="csY9" fmla="*/ 1787716 h 2145268"/>
              <a:gd name="csX10" fmla="*/ 2720126 w 3077678"/>
              <a:gd name="csY10" fmla="*/ 2145268 h 2145268"/>
              <a:gd name="csX11" fmla="*/ 2153108 w 3077678"/>
              <a:gd name="csY11" fmla="*/ 2145268 h 2145268"/>
              <a:gd name="csX12" fmla="*/ 1515213 w 3077678"/>
              <a:gd name="csY12" fmla="*/ 2145268 h 2145268"/>
              <a:gd name="csX13" fmla="*/ 877318 w 3077678"/>
              <a:gd name="csY13" fmla="*/ 2145268 h 2145268"/>
              <a:gd name="csX14" fmla="*/ 357552 w 3077678"/>
              <a:gd name="csY14" fmla="*/ 2145268 h 2145268"/>
              <a:gd name="csX15" fmla="*/ 0 w 3077678"/>
              <a:gd name="csY15" fmla="*/ 1787716 h 2145268"/>
              <a:gd name="csX16" fmla="*/ 0 w 3077678"/>
              <a:gd name="csY16" fmla="*/ 1325296 h 2145268"/>
              <a:gd name="csX17" fmla="*/ 0 w 3077678"/>
              <a:gd name="csY17" fmla="*/ 848575 h 2145268"/>
              <a:gd name="csX18" fmla="*/ 0 w 3077678"/>
              <a:gd name="csY18" fmla="*/ 357552 h 21452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077678" h="2145268" extrusionOk="0">
                <a:moveTo>
                  <a:pt x="0" y="357552"/>
                </a:moveTo>
                <a:cubicBezTo>
                  <a:pt x="12139" y="160475"/>
                  <a:pt x="165111" y="6280"/>
                  <a:pt x="357552" y="0"/>
                </a:cubicBezTo>
                <a:cubicBezTo>
                  <a:pt x="494792" y="-2545"/>
                  <a:pt x="809943" y="13860"/>
                  <a:pt x="948196" y="0"/>
                </a:cubicBezTo>
                <a:cubicBezTo>
                  <a:pt x="1086449" y="-13860"/>
                  <a:pt x="1245837" y="-23972"/>
                  <a:pt x="1467962" y="0"/>
                </a:cubicBezTo>
                <a:cubicBezTo>
                  <a:pt x="1690087" y="23972"/>
                  <a:pt x="1796622" y="-17260"/>
                  <a:pt x="2105857" y="0"/>
                </a:cubicBezTo>
                <a:cubicBezTo>
                  <a:pt x="2415092" y="17260"/>
                  <a:pt x="2425890" y="-27852"/>
                  <a:pt x="2720126" y="0"/>
                </a:cubicBezTo>
                <a:cubicBezTo>
                  <a:pt x="2897447" y="-11474"/>
                  <a:pt x="3078853" y="135356"/>
                  <a:pt x="3077678" y="357552"/>
                </a:cubicBezTo>
                <a:cubicBezTo>
                  <a:pt x="3057287" y="550910"/>
                  <a:pt x="3075035" y="684016"/>
                  <a:pt x="3077678" y="819972"/>
                </a:cubicBezTo>
                <a:cubicBezTo>
                  <a:pt x="3080321" y="955928"/>
                  <a:pt x="3054661" y="1166731"/>
                  <a:pt x="3077678" y="1282391"/>
                </a:cubicBezTo>
                <a:cubicBezTo>
                  <a:pt x="3100695" y="1398051"/>
                  <a:pt x="3071066" y="1647194"/>
                  <a:pt x="3077678" y="1787716"/>
                </a:cubicBezTo>
                <a:cubicBezTo>
                  <a:pt x="3115792" y="2012908"/>
                  <a:pt x="2908615" y="2123198"/>
                  <a:pt x="2720126" y="2145268"/>
                </a:cubicBezTo>
                <a:cubicBezTo>
                  <a:pt x="2532969" y="2149294"/>
                  <a:pt x="2357629" y="2173181"/>
                  <a:pt x="2153108" y="2145268"/>
                </a:cubicBezTo>
                <a:cubicBezTo>
                  <a:pt x="1948587" y="2117355"/>
                  <a:pt x="1809967" y="2124008"/>
                  <a:pt x="1515213" y="2145268"/>
                </a:cubicBezTo>
                <a:cubicBezTo>
                  <a:pt x="1220459" y="2166528"/>
                  <a:pt x="1110008" y="2161486"/>
                  <a:pt x="877318" y="2145268"/>
                </a:cubicBezTo>
                <a:cubicBezTo>
                  <a:pt x="644629" y="2129050"/>
                  <a:pt x="462584" y="2120815"/>
                  <a:pt x="357552" y="2145268"/>
                </a:cubicBezTo>
                <a:cubicBezTo>
                  <a:pt x="155046" y="2169807"/>
                  <a:pt x="15828" y="1997309"/>
                  <a:pt x="0" y="1787716"/>
                </a:cubicBezTo>
                <a:cubicBezTo>
                  <a:pt x="7747" y="1659166"/>
                  <a:pt x="3666" y="1451937"/>
                  <a:pt x="0" y="1325296"/>
                </a:cubicBezTo>
                <a:cubicBezTo>
                  <a:pt x="-3666" y="1198655"/>
                  <a:pt x="18361" y="1057792"/>
                  <a:pt x="0" y="848575"/>
                </a:cubicBezTo>
                <a:cubicBezTo>
                  <a:pt x="-18361" y="639358"/>
                  <a:pt x="24043" y="582575"/>
                  <a:pt x="0" y="357552"/>
                </a:cubicBezTo>
                <a:close/>
              </a:path>
            </a:pathLst>
          </a:custGeom>
          <a:noFill/>
          <a:ln w="28575">
            <a:solidFill>
              <a:schemeClr val="bg1">
                <a:lumMod val="75000"/>
              </a:schemeClr>
            </a:solidFill>
            <a:prstDash val="lgDash"/>
            <a:extLst>
              <a:ext uri="{C807C97D-BFC1-408E-A445-0C87EB9F89A2}">
                <ask:lineSketchStyleProps xmlns:ask="http://schemas.microsoft.com/office/drawing/2018/sketchyshapes" sd="2081917180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2400" b="1" i="1"/>
              <a:t>The way of validation and evaluation of the proposed</a:t>
            </a:r>
            <a:endParaRPr lang="en-US"/>
          </a:p>
          <a:p>
            <a:pPr algn="ctr"/>
            <a:r>
              <a:rPr lang="en-GB" sz="2400" b="1" i="1"/>
              <a:t>solution</a:t>
            </a:r>
            <a:endParaRPr lang="en-US">
              <a:ea typeface="Cambria"/>
            </a:endParaRPr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66D60388-83F0-06A6-4B24-40011E8E3B90}"/>
              </a:ext>
            </a:extLst>
          </p:cNvPr>
          <p:cNvCxnSpPr>
            <a:cxnSpLocks/>
          </p:cNvCxnSpPr>
          <p:nvPr/>
        </p:nvCxnSpPr>
        <p:spPr>
          <a:xfrm flipV="1">
            <a:off x="3888652" y="1710813"/>
            <a:ext cx="515361" cy="454868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itle 4">
            <a:extLst>
              <a:ext uri="{FF2B5EF4-FFF2-40B4-BE49-F238E27FC236}">
                <a16:creationId xmlns:a16="http://schemas.microsoft.com/office/drawing/2014/main" id="{894A5960-AD30-4DA3-189B-300800DAFD09}"/>
              </a:ext>
            </a:extLst>
          </p:cNvPr>
          <p:cNvSpPr txBox="1">
            <a:spLocks/>
          </p:cNvSpPr>
          <p:nvPr/>
        </p:nvSpPr>
        <p:spPr>
          <a:xfrm>
            <a:off x="4404013" y="1403532"/>
            <a:ext cx="6524725" cy="188247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5302024"/>
                      <a:gd name="csY0" fmla="*/ 0 h 2370145"/>
                      <a:gd name="csX1" fmla="*/ 695154 w 5302024"/>
                      <a:gd name="csY1" fmla="*/ 0 h 2370145"/>
                      <a:gd name="csX2" fmla="*/ 1337288 w 5302024"/>
                      <a:gd name="csY2" fmla="*/ 0 h 2370145"/>
                      <a:gd name="csX3" fmla="*/ 2032443 w 5302024"/>
                      <a:gd name="csY3" fmla="*/ 0 h 2370145"/>
                      <a:gd name="csX4" fmla="*/ 2568536 w 5302024"/>
                      <a:gd name="csY4" fmla="*/ 0 h 2370145"/>
                      <a:gd name="csX5" fmla="*/ 3210670 w 5302024"/>
                      <a:gd name="csY5" fmla="*/ 0 h 2370145"/>
                      <a:gd name="csX6" fmla="*/ 3905824 w 5302024"/>
                      <a:gd name="csY6" fmla="*/ 0 h 2370145"/>
                      <a:gd name="csX7" fmla="*/ 4494938 w 5302024"/>
                      <a:gd name="csY7" fmla="*/ 0 h 2370145"/>
                      <a:gd name="csX8" fmla="*/ 5302024 w 5302024"/>
                      <a:gd name="csY8" fmla="*/ 0 h 2370145"/>
                      <a:gd name="csX9" fmla="*/ 5302024 w 5302024"/>
                      <a:gd name="csY9" fmla="*/ 545133 h 2370145"/>
                      <a:gd name="csX10" fmla="*/ 5302024 w 5302024"/>
                      <a:gd name="csY10" fmla="*/ 1161371 h 2370145"/>
                      <a:gd name="csX11" fmla="*/ 5302024 w 5302024"/>
                      <a:gd name="csY11" fmla="*/ 1801310 h 2370145"/>
                      <a:gd name="csX12" fmla="*/ 5302024 w 5302024"/>
                      <a:gd name="csY12" fmla="*/ 2370145 h 2370145"/>
                      <a:gd name="csX13" fmla="*/ 4871971 w 5302024"/>
                      <a:gd name="csY13" fmla="*/ 2370145 h 2370145"/>
                      <a:gd name="csX14" fmla="*/ 4176817 w 5302024"/>
                      <a:gd name="csY14" fmla="*/ 2370145 h 2370145"/>
                      <a:gd name="csX15" fmla="*/ 3746764 w 5302024"/>
                      <a:gd name="csY15" fmla="*/ 2370145 h 2370145"/>
                      <a:gd name="csX16" fmla="*/ 3263690 w 5302024"/>
                      <a:gd name="csY16" fmla="*/ 2370145 h 2370145"/>
                      <a:gd name="csX17" fmla="*/ 2780617 w 5302024"/>
                      <a:gd name="csY17" fmla="*/ 2370145 h 2370145"/>
                      <a:gd name="csX18" fmla="*/ 2350564 w 5302024"/>
                      <a:gd name="csY18" fmla="*/ 2370145 h 2370145"/>
                      <a:gd name="csX19" fmla="*/ 1655410 w 5302024"/>
                      <a:gd name="csY19" fmla="*/ 2370145 h 2370145"/>
                      <a:gd name="csX20" fmla="*/ 1013276 w 5302024"/>
                      <a:gd name="csY20" fmla="*/ 2370145 h 2370145"/>
                      <a:gd name="csX21" fmla="*/ 0 w 5302024"/>
                      <a:gd name="csY21" fmla="*/ 2370145 h 2370145"/>
                      <a:gd name="csX22" fmla="*/ 0 w 5302024"/>
                      <a:gd name="csY22" fmla="*/ 1825012 h 2370145"/>
                      <a:gd name="csX23" fmla="*/ 0 w 5302024"/>
                      <a:gd name="csY23" fmla="*/ 1279878 h 2370145"/>
                      <a:gd name="csX24" fmla="*/ 0 w 5302024"/>
                      <a:gd name="csY24" fmla="*/ 734745 h 2370145"/>
                      <a:gd name="csX25" fmla="*/ 0 w 5302024"/>
                      <a:gd name="csY25" fmla="*/ 0 h 237014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</a:cxnLst>
                    <a:rect l="l" t="t" r="r" b="b"/>
                    <a:pathLst>
                      <a:path w="5302024" h="2370145" fill="none" extrusionOk="0">
                        <a:moveTo>
                          <a:pt x="0" y="0"/>
                        </a:moveTo>
                        <a:cubicBezTo>
                          <a:pt x="170946" y="-18847"/>
                          <a:pt x="362936" y="35124"/>
                          <a:pt x="695154" y="0"/>
                        </a:cubicBezTo>
                        <a:cubicBezTo>
                          <a:pt x="1027372" y="-35124"/>
                          <a:pt x="1179318" y="1546"/>
                          <a:pt x="1337288" y="0"/>
                        </a:cubicBezTo>
                        <a:cubicBezTo>
                          <a:pt x="1495258" y="-1546"/>
                          <a:pt x="1766427" y="25620"/>
                          <a:pt x="2032443" y="0"/>
                        </a:cubicBezTo>
                        <a:cubicBezTo>
                          <a:pt x="2298459" y="-25620"/>
                          <a:pt x="2456675" y="36784"/>
                          <a:pt x="2568536" y="0"/>
                        </a:cubicBezTo>
                        <a:cubicBezTo>
                          <a:pt x="2680397" y="-36784"/>
                          <a:pt x="2894511" y="36804"/>
                          <a:pt x="3210670" y="0"/>
                        </a:cubicBezTo>
                        <a:cubicBezTo>
                          <a:pt x="3526829" y="-36804"/>
                          <a:pt x="3612783" y="51445"/>
                          <a:pt x="3905824" y="0"/>
                        </a:cubicBezTo>
                        <a:cubicBezTo>
                          <a:pt x="4198865" y="-51445"/>
                          <a:pt x="4323599" y="21817"/>
                          <a:pt x="4494938" y="0"/>
                        </a:cubicBezTo>
                        <a:cubicBezTo>
                          <a:pt x="4666277" y="-21817"/>
                          <a:pt x="5022094" y="91709"/>
                          <a:pt x="5302024" y="0"/>
                        </a:cubicBezTo>
                        <a:cubicBezTo>
                          <a:pt x="5305534" y="115393"/>
                          <a:pt x="5287229" y="402675"/>
                          <a:pt x="5302024" y="545133"/>
                        </a:cubicBezTo>
                        <a:cubicBezTo>
                          <a:pt x="5316819" y="687591"/>
                          <a:pt x="5293950" y="961640"/>
                          <a:pt x="5302024" y="1161371"/>
                        </a:cubicBezTo>
                        <a:cubicBezTo>
                          <a:pt x="5310098" y="1361102"/>
                          <a:pt x="5272713" y="1527870"/>
                          <a:pt x="5302024" y="1801310"/>
                        </a:cubicBezTo>
                        <a:cubicBezTo>
                          <a:pt x="5331335" y="2074750"/>
                          <a:pt x="5279341" y="2248716"/>
                          <a:pt x="5302024" y="2370145"/>
                        </a:cubicBezTo>
                        <a:cubicBezTo>
                          <a:pt x="5214978" y="2397868"/>
                          <a:pt x="5016365" y="2332285"/>
                          <a:pt x="4871971" y="2370145"/>
                        </a:cubicBezTo>
                        <a:cubicBezTo>
                          <a:pt x="4727577" y="2408005"/>
                          <a:pt x="4409502" y="2321299"/>
                          <a:pt x="4176817" y="2370145"/>
                        </a:cubicBezTo>
                        <a:cubicBezTo>
                          <a:pt x="3944132" y="2418991"/>
                          <a:pt x="3920062" y="2358447"/>
                          <a:pt x="3746764" y="2370145"/>
                        </a:cubicBezTo>
                        <a:cubicBezTo>
                          <a:pt x="3573466" y="2381843"/>
                          <a:pt x="3431181" y="2340475"/>
                          <a:pt x="3263690" y="2370145"/>
                        </a:cubicBezTo>
                        <a:cubicBezTo>
                          <a:pt x="3096199" y="2399815"/>
                          <a:pt x="3002375" y="2316896"/>
                          <a:pt x="2780617" y="2370145"/>
                        </a:cubicBezTo>
                        <a:cubicBezTo>
                          <a:pt x="2558859" y="2423394"/>
                          <a:pt x="2520024" y="2358252"/>
                          <a:pt x="2350564" y="2370145"/>
                        </a:cubicBezTo>
                        <a:cubicBezTo>
                          <a:pt x="2181104" y="2382038"/>
                          <a:pt x="1983432" y="2308230"/>
                          <a:pt x="1655410" y="2370145"/>
                        </a:cubicBezTo>
                        <a:cubicBezTo>
                          <a:pt x="1327388" y="2432060"/>
                          <a:pt x="1198133" y="2338892"/>
                          <a:pt x="1013276" y="2370145"/>
                        </a:cubicBezTo>
                        <a:cubicBezTo>
                          <a:pt x="828419" y="2401398"/>
                          <a:pt x="350960" y="2275142"/>
                          <a:pt x="0" y="2370145"/>
                        </a:cubicBezTo>
                        <a:cubicBezTo>
                          <a:pt x="-1741" y="2165376"/>
                          <a:pt x="48595" y="2002410"/>
                          <a:pt x="0" y="1825012"/>
                        </a:cubicBezTo>
                        <a:cubicBezTo>
                          <a:pt x="-48595" y="1647614"/>
                          <a:pt x="11208" y="1464559"/>
                          <a:pt x="0" y="1279878"/>
                        </a:cubicBezTo>
                        <a:cubicBezTo>
                          <a:pt x="-11208" y="1095197"/>
                          <a:pt x="44589" y="980396"/>
                          <a:pt x="0" y="734745"/>
                        </a:cubicBezTo>
                        <a:cubicBezTo>
                          <a:pt x="-44589" y="489094"/>
                          <a:pt x="61952" y="240596"/>
                          <a:pt x="0" y="0"/>
                        </a:cubicBezTo>
                        <a:close/>
                      </a:path>
                      <a:path w="5302024" h="2370145" stroke="0" extrusionOk="0">
                        <a:moveTo>
                          <a:pt x="0" y="0"/>
                        </a:moveTo>
                        <a:cubicBezTo>
                          <a:pt x="175898" y="-38466"/>
                          <a:pt x="424051" y="2159"/>
                          <a:pt x="536094" y="0"/>
                        </a:cubicBezTo>
                        <a:cubicBezTo>
                          <a:pt x="648137" y="-2159"/>
                          <a:pt x="866193" y="8388"/>
                          <a:pt x="1125207" y="0"/>
                        </a:cubicBezTo>
                        <a:cubicBezTo>
                          <a:pt x="1384221" y="-8388"/>
                          <a:pt x="1537183" y="57131"/>
                          <a:pt x="1661301" y="0"/>
                        </a:cubicBezTo>
                        <a:cubicBezTo>
                          <a:pt x="1785419" y="-57131"/>
                          <a:pt x="2003869" y="41875"/>
                          <a:pt x="2303435" y="0"/>
                        </a:cubicBezTo>
                        <a:cubicBezTo>
                          <a:pt x="2603001" y="-41875"/>
                          <a:pt x="2570461" y="25114"/>
                          <a:pt x="2733488" y="0"/>
                        </a:cubicBezTo>
                        <a:cubicBezTo>
                          <a:pt x="2896515" y="-25114"/>
                          <a:pt x="3244669" y="23834"/>
                          <a:pt x="3428642" y="0"/>
                        </a:cubicBezTo>
                        <a:cubicBezTo>
                          <a:pt x="3612615" y="-23834"/>
                          <a:pt x="3697052" y="14186"/>
                          <a:pt x="3911715" y="0"/>
                        </a:cubicBezTo>
                        <a:cubicBezTo>
                          <a:pt x="4126378" y="-14186"/>
                          <a:pt x="4137052" y="12859"/>
                          <a:pt x="4341769" y="0"/>
                        </a:cubicBezTo>
                        <a:cubicBezTo>
                          <a:pt x="4546486" y="-12859"/>
                          <a:pt x="4668832" y="42036"/>
                          <a:pt x="4771822" y="0"/>
                        </a:cubicBezTo>
                        <a:cubicBezTo>
                          <a:pt x="4874812" y="-42036"/>
                          <a:pt x="5055265" y="15051"/>
                          <a:pt x="5302024" y="0"/>
                        </a:cubicBezTo>
                        <a:cubicBezTo>
                          <a:pt x="5321777" y="218149"/>
                          <a:pt x="5294815" y="420350"/>
                          <a:pt x="5302024" y="616238"/>
                        </a:cubicBezTo>
                        <a:cubicBezTo>
                          <a:pt x="5309233" y="812126"/>
                          <a:pt x="5301829" y="1022485"/>
                          <a:pt x="5302024" y="1256177"/>
                        </a:cubicBezTo>
                        <a:cubicBezTo>
                          <a:pt x="5302219" y="1489869"/>
                          <a:pt x="5266109" y="1666123"/>
                          <a:pt x="5302024" y="1801310"/>
                        </a:cubicBezTo>
                        <a:cubicBezTo>
                          <a:pt x="5337939" y="1936497"/>
                          <a:pt x="5283746" y="2228118"/>
                          <a:pt x="5302024" y="2370145"/>
                        </a:cubicBezTo>
                        <a:cubicBezTo>
                          <a:pt x="5190591" y="2380483"/>
                          <a:pt x="4979190" y="2367585"/>
                          <a:pt x="4818951" y="2370145"/>
                        </a:cubicBezTo>
                        <a:cubicBezTo>
                          <a:pt x="4658712" y="2372705"/>
                          <a:pt x="4330358" y="2330489"/>
                          <a:pt x="4123796" y="2370145"/>
                        </a:cubicBezTo>
                        <a:cubicBezTo>
                          <a:pt x="3917234" y="2409801"/>
                          <a:pt x="3764375" y="2346401"/>
                          <a:pt x="3587703" y="2370145"/>
                        </a:cubicBezTo>
                        <a:cubicBezTo>
                          <a:pt x="3411031" y="2393889"/>
                          <a:pt x="3272715" y="2336106"/>
                          <a:pt x="2998589" y="2370145"/>
                        </a:cubicBezTo>
                        <a:cubicBezTo>
                          <a:pt x="2724463" y="2404184"/>
                          <a:pt x="2443050" y="2358134"/>
                          <a:pt x="2303435" y="2370145"/>
                        </a:cubicBezTo>
                        <a:cubicBezTo>
                          <a:pt x="2163820" y="2382156"/>
                          <a:pt x="1867693" y="2331294"/>
                          <a:pt x="1608281" y="2370145"/>
                        </a:cubicBezTo>
                        <a:cubicBezTo>
                          <a:pt x="1348869" y="2408996"/>
                          <a:pt x="1262705" y="2348673"/>
                          <a:pt x="1072187" y="2370145"/>
                        </a:cubicBezTo>
                        <a:cubicBezTo>
                          <a:pt x="881669" y="2391617"/>
                          <a:pt x="505838" y="2277208"/>
                          <a:pt x="0" y="2370145"/>
                        </a:cubicBezTo>
                        <a:cubicBezTo>
                          <a:pt x="-20603" y="2102905"/>
                          <a:pt x="31842" y="1968724"/>
                          <a:pt x="0" y="1753907"/>
                        </a:cubicBezTo>
                        <a:cubicBezTo>
                          <a:pt x="-31842" y="1539090"/>
                          <a:pt x="47844" y="1309533"/>
                          <a:pt x="0" y="1185073"/>
                        </a:cubicBezTo>
                        <a:cubicBezTo>
                          <a:pt x="-47844" y="1060613"/>
                          <a:pt x="51996" y="851048"/>
                          <a:pt x="0" y="663641"/>
                        </a:cubicBezTo>
                        <a:cubicBezTo>
                          <a:pt x="-51996" y="476234"/>
                          <a:pt x="10602" y="21941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marL="285750" indent="-285750">
              <a:buFont typeface="Wingdings,Sans-Serif"/>
              <a:buChar char="Ø"/>
            </a:pPr>
            <a:r>
              <a:rPr lang="en-GB" sz="1800" b="0" i="1" cap="none">
                <a:latin typeface="Arial"/>
                <a:cs typeface="Arial"/>
              </a:rPr>
              <a:t>Unit testing, integration testing, regression testing</a:t>
            </a:r>
          </a:p>
          <a:p>
            <a:pPr marL="285750" indent="-285750">
              <a:buFont typeface="Wingdings,Sans-Serif"/>
              <a:buChar char="Ø"/>
            </a:pPr>
            <a:r>
              <a:rPr lang="en-GB" sz="1800" b="0" i="1" cap="none">
                <a:latin typeface="Arial"/>
                <a:cs typeface="Arial"/>
              </a:rPr>
              <a:t>Custom security testing for vulnerability validation</a:t>
            </a:r>
          </a:p>
          <a:p>
            <a:pPr marL="285750" indent="-285750">
              <a:buFont typeface="Wingdings,Sans-Serif"/>
              <a:buChar char="Ø"/>
            </a:pPr>
            <a:r>
              <a:rPr lang="en-GB" sz="1800" b="0" i="1" cap="none">
                <a:latin typeface="Arial"/>
                <a:cs typeface="Arial"/>
              </a:rPr>
              <a:t>Evaluate using coverage, false positives, efficiency, traceability</a:t>
            </a:r>
          </a:p>
          <a:p>
            <a:pPr marL="285750" indent="-285750">
              <a:buFont typeface="Wingdings,Sans-Serif"/>
              <a:buChar char="Ø"/>
            </a:pPr>
            <a:r>
              <a:rPr lang="en-GB" sz="1800" b="0" i="1" cap="none">
                <a:latin typeface="Arial"/>
                <a:cs typeface="Arial"/>
              </a:rPr>
              <a:t>Dashboard-based analysis</a:t>
            </a:r>
            <a:endParaRPr lang="en-GB" i="1" cap="none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GB" sz="2000" b="0" i="1">
              <a:latin typeface="Cambria (Body)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D2D88E-C53E-4F3B-720A-7B3205119FEE}"/>
              </a:ext>
            </a:extLst>
          </p:cNvPr>
          <p:cNvSpPr txBox="1"/>
          <p:nvPr/>
        </p:nvSpPr>
        <p:spPr>
          <a:xfrm>
            <a:off x="8806828" y="4349660"/>
            <a:ext cx="1893499" cy="919401"/>
          </a:xfrm>
          <a:custGeom>
            <a:avLst/>
            <a:gdLst>
              <a:gd name="csX0" fmla="*/ 0 w 1893499"/>
              <a:gd name="csY0" fmla="*/ 153237 h 919401"/>
              <a:gd name="csX1" fmla="*/ 153237 w 1893499"/>
              <a:gd name="csY1" fmla="*/ 0 h 919401"/>
              <a:gd name="csX2" fmla="*/ 682245 w 1893499"/>
              <a:gd name="csY2" fmla="*/ 0 h 919401"/>
              <a:gd name="csX3" fmla="*/ 1163643 w 1893499"/>
              <a:gd name="csY3" fmla="*/ 0 h 919401"/>
              <a:gd name="csX4" fmla="*/ 1740262 w 1893499"/>
              <a:gd name="csY4" fmla="*/ 0 h 919401"/>
              <a:gd name="csX5" fmla="*/ 1893499 w 1893499"/>
              <a:gd name="csY5" fmla="*/ 153237 h 919401"/>
              <a:gd name="csX6" fmla="*/ 1893499 w 1893499"/>
              <a:gd name="csY6" fmla="*/ 766164 h 919401"/>
              <a:gd name="csX7" fmla="*/ 1740262 w 1893499"/>
              <a:gd name="csY7" fmla="*/ 919401 h 919401"/>
              <a:gd name="csX8" fmla="*/ 1179513 w 1893499"/>
              <a:gd name="csY8" fmla="*/ 919401 h 919401"/>
              <a:gd name="csX9" fmla="*/ 634635 w 1893499"/>
              <a:gd name="csY9" fmla="*/ 919401 h 919401"/>
              <a:gd name="csX10" fmla="*/ 153237 w 1893499"/>
              <a:gd name="csY10" fmla="*/ 919401 h 919401"/>
              <a:gd name="csX11" fmla="*/ 0 w 1893499"/>
              <a:gd name="csY11" fmla="*/ 766164 h 919401"/>
              <a:gd name="csX12" fmla="*/ 0 w 1893499"/>
              <a:gd name="csY12" fmla="*/ 153237 h 9194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893499" h="919401" extrusionOk="0">
                <a:moveTo>
                  <a:pt x="0" y="153237"/>
                </a:moveTo>
                <a:cubicBezTo>
                  <a:pt x="13219" y="69036"/>
                  <a:pt x="78263" y="12055"/>
                  <a:pt x="153237" y="0"/>
                </a:cubicBezTo>
                <a:cubicBezTo>
                  <a:pt x="395827" y="-19403"/>
                  <a:pt x="512141" y="22178"/>
                  <a:pt x="682245" y="0"/>
                </a:cubicBezTo>
                <a:cubicBezTo>
                  <a:pt x="852349" y="-22178"/>
                  <a:pt x="1013469" y="4796"/>
                  <a:pt x="1163643" y="0"/>
                </a:cubicBezTo>
                <a:cubicBezTo>
                  <a:pt x="1313817" y="-4796"/>
                  <a:pt x="1536415" y="-27489"/>
                  <a:pt x="1740262" y="0"/>
                </a:cubicBezTo>
                <a:cubicBezTo>
                  <a:pt x="1814576" y="2484"/>
                  <a:pt x="1910267" y="77219"/>
                  <a:pt x="1893499" y="153237"/>
                </a:cubicBezTo>
                <a:cubicBezTo>
                  <a:pt x="1882943" y="311531"/>
                  <a:pt x="1904582" y="478207"/>
                  <a:pt x="1893499" y="766164"/>
                </a:cubicBezTo>
                <a:cubicBezTo>
                  <a:pt x="1892644" y="831307"/>
                  <a:pt x="1824441" y="932614"/>
                  <a:pt x="1740262" y="919401"/>
                </a:cubicBezTo>
                <a:cubicBezTo>
                  <a:pt x="1572327" y="936526"/>
                  <a:pt x="1421070" y="902827"/>
                  <a:pt x="1179513" y="919401"/>
                </a:cubicBezTo>
                <a:cubicBezTo>
                  <a:pt x="937956" y="935975"/>
                  <a:pt x="802021" y="927110"/>
                  <a:pt x="634635" y="919401"/>
                </a:cubicBezTo>
                <a:cubicBezTo>
                  <a:pt x="467249" y="911692"/>
                  <a:pt x="309655" y="930036"/>
                  <a:pt x="153237" y="919401"/>
                </a:cubicBezTo>
                <a:cubicBezTo>
                  <a:pt x="70550" y="917852"/>
                  <a:pt x="12888" y="862836"/>
                  <a:pt x="0" y="766164"/>
                </a:cubicBezTo>
                <a:cubicBezTo>
                  <a:pt x="-17173" y="628950"/>
                  <a:pt x="-4922" y="286840"/>
                  <a:pt x="0" y="153237"/>
                </a:cubicBezTo>
                <a:close/>
              </a:path>
            </a:pathLst>
          </a:custGeom>
          <a:noFill/>
          <a:ln w="28575">
            <a:solidFill>
              <a:schemeClr val="bg1">
                <a:lumMod val="75000"/>
              </a:schemeClr>
            </a:solidFill>
            <a:prstDash val="lgDash"/>
            <a:extLst>
              <a:ext uri="{C807C97D-BFC1-408E-A445-0C87EB9F89A2}">
                <ask:lineSketchStyleProps xmlns:ask="http://schemas.microsoft.com/office/drawing/2018/sketchyshapes" sd="2081917180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2400" b="1" i="1"/>
              <a:t>Data Availability</a:t>
            </a:r>
            <a:endParaRPr lang="en-US"/>
          </a:p>
        </p:txBody>
      </p:sp>
      <p:sp>
        <p:nvSpPr>
          <p:cNvPr id="36" name="Title 4">
            <a:extLst>
              <a:ext uri="{FF2B5EF4-FFF2-40B4-BE49-F238E27FC236}">
                <a16:creationId xmlns:a16="http://schemas.microsoft.com/office/drawing/2014/main" id="{63402CBC-6EF9-1ACA-C2DF-51CAEDD8AAD3}"/>
              </a:ext>
            </a:extLst>
          </p:cNvPr>
          <p:cNvSpPr txBox="1">
            <a:spLocks/>
          </p:cNvSpPr>
          <p:nvPr/>
        </p:nvSpPr>
        <p:spPr>
          <a:xfrm>
            <a:off x="842235" y="3931941"/>
            <a:ext cx="6824141" cy="188247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6817589"/>
                      <a:gd name="csY0" fmla="*/ 268338 h 1609993"/>
                      <a:gd name="csX1" fmla="*/ 268338 w 6817589"/>
                      <a:gd name="csY1" fmla="*/ 0 h 1609993"/>
                      <a:gd name="csX2" fmla="*/ 902139 w 6817589"/>
                      <a:gd name="csY2" fmla="*/ 0 h 1609993"/>
                      <a:gd name="csX3" fmla="*/ 1410322 w 6817589"/>
                      <a:gd name="csY3" fmla="*/ 0 h 1609993"/>
                      <a:gd name="csX4" fmla="*/ 1855696 w 6817589"/>
                      <a:gd name="csY4" fmla="*/ 0 h 1609993"/>
                      <a:gd name="csX5" fmla="*/ 2238261 w 6817589"/>
                      <a:gd name="csY5" fmla="*/ 0 h 1609993"/>
                      <a:gd name="csX6" fmla="*/ 2934871 w 6817589"/>
                      <a:gd name="csY6" fmla="*/ 0 h 1609993"/>
                      <a:gd name="csX7" fmla="*/ 3568672 w 6817589"/>
                      <a:gd name="csY7" fmla="*/ 0 h 1609993"/>
                      <a:gd name="csX8" fmla="*/ 4265283 w 6817589"/>
                      <a:gd name="csY8" fmla="*/ 0 h 1609993"/>
                      <a:gd name="csX9" fmla="*/ 4710656 w 6817589"/>
                      <a:gd name="csY9" fmla="*/ 0 h 1609993"/>
                      <a:gd name="csX10" fmla="*/ 5093221 w 6817589"/>
                      <a:gd name="csY10" fmla="*/ 0 h 1609993"/>
                      <a:gd name="csX11" fmla="*/ 5727022 w 6817589"/>
                      <a:gd name="csY11" fmla="*/ 0 h 1609993"/>
                      <a:gd name="csX12" fmla="*/ 6549251 w 6817589"/>
                      <a:gd name="csY12" fmla="*/ 0 h 1609993"/>
                      <a:gd name="csX13" fmla="*/ 6817589 w 6817589"/>
                      <a:gd name="csY13" fmla="*/ 268338 h 1609993"/>
                      <a:gd name="csX14" fmla="*/ 6817589 w 6817589"/>
                      <a:gd name="csY14" fmla="*/ 772797 h 1609993"/>
                      <a:gd name="csX15" fmla="*/ 6817589 w 6817589"/>
                      <a:gd name="csY15" fmla="*/ 1341655 h 1609993"/>
                      <a:gd name="csX16" fmla="*/ 6549251 w 6817589"/>
                      <a:gd name="csY16" fmla="*/ 1609993 h 1609993"/>
                      <a:gd name="csX17" fmla="*/ 6166686 w 6817589"/>
                      <a:gd name="csY17" fmla="*/ 1609993 h 1609993"/>
                      <a:gd name="csX18" fmla="*/ 5532885 w 6817589"/>
                      <a:gd name="csY18" fmla="*/ 1609993 h 1609993"/>
                      <a:gd name="csX19" fmla="*/ 4836275 w 6817589"/>
                      <a:gd name="csY19" fmla="*/ 1609993 h 1609993"/>
                      <a:gd name="csX20" fmla="*/ 4390901 w 6817589"/>
                      <a:gd name="csY20" fmla="*/ 1609993 h 1609993"/>
                      <a:gd name="csX21" fmla="*/ 3757100 w 6817589"/>
                      <a:gd name="csY21" fmla="*/ 1609993 h 1609993"/>
                      <a:gd name="csX22" fmla="*/ 3123298 w 6817589"/>
                      <a:gd name="csY22" fmla="*/ 1609993 h 1609993"/>
                      <a:gd name="csX23" fmla="*/ 2615115 w 6817589"/>
                      <a:gd name="csY23" fmla="*/ 1609993 h 1609993"/>
                      <a:gd name="csX24" fmla="*/ 2232551 w 6817589"/>
                      <a:gd name="csY24" fmla="*/ 1609993 h 1609993"/>
                      <a:gd name="csX25" fmla="*/ 1849986 w 6817589"/>
                      <a:gd name="csY25" fmla="*/ 1609993 h 1609993"/>
                      <a:gd name="csX26" fmla="*/ 1467421 w 6817589"/>
                      <a:gd name="csY26" fmla="*/ 1609993 h 1609993"/>
                      <a:gd name="csX27" fmla="*/ 1084857 w 6817589"/>
                      <a:gd name="csY27" fmla="*/ 1609993 h 1609993"/>
                      <a:gd name="csX28" fmla="*/ 268338 w 6817589"/>
                      <a:gd name="csY28" fmla="*/ 1609993 h 1609993"/>
                      <a:gd name="csX29" fmla="*/ 0 w 6817589"/>
                      <a:gd name="csY29" fmla="*/ 1341655 h 1609993"/>
                      <a:gd name="csX30" fmla="*/ 0 w 6817589"/>
                      <a:gd name="csY30" fmla="*/ 837196 h 1609993"/>
                      <a:gd name="csX31" fmla="*/ 0 w 6817589"/>
                      <a:gd name="csY31" fmla="*/ 268338 h 160999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</a:cxnLst>
                    <a:rect l="l" t="t" r="r" b="b"/>
                    <a:pathLst>
                      <a:path w="6817589" h="1609993" fill="none" extrusionOk="0">
                        <a:moveTo>
                          <a:pt x="0" y="268338"/>
                        </a:moveTo>
                        <a:cubicBezTo>
                          <a:pt x="11290" y="136916"/>
                          <a:pt x="105968" y="-19452"/>
                          <a:pt x="268338" y="0"/>
                        </a:cubicBezTo>
                        <a:cubicBezTo>
                          <a:pt x="505690" y="-5159"/>
                          <a:pt x="590022" y="64058"/>
                          <a:pt x="902139" y="0"/>
                        </a:cubicBezTo>
                        <a:cubicBezTo>
                          <a:pt x="1214256" y="-64058"/>
                          <a:pt x="1173877" y="38719"/>
                          <a:pt x="1410322" y="0"/>
                        </a:cubicBezTo>
                        <a:cubicBezTo>
                          <a:pt x="1646767" y="-38719"/>
                          <a:pt x="1667940" y="10061"/>
                          <a:pt x="1855696" y="0"/>
                        </a:cubicBezTo>
                        <a:cubicBezTo>
                          <a:pt x="2043452" y="-10061"/>
                          <a:pt x="2056759" y="25028"/>
                          <a:pt x="2238261" y="0"/>
                        </a:cubicBezTo>
                        <a:cubicBezTo>
                          <a:pt x="2419763" y="-25028"/>
                          <a:pt x="2600965" y="9694"/>
                          <a:pt x="2934871" y="0"/>
                        </a:cubicBezTo>
                        <a:cubicBezTo>
                          <a:pt x="3268777" y="-9694"/>
                          <a:pt x="3335995" y="19067"/>
                          <a:pt x="3568672" y="0"/>
                        </a:cubicBezTo>
                        <a:cubicBezTo>
                          <a:pt x="3801349" y="-19067"/>
                          <a:pt x="3919320" y="73618"/>
                          <a:pt x="4265283" y="0"/>
                        </a:cubicBezTo>
                        <a:cubicBezTo>
                          <a:pt x="4611246" y="-73618"/>
                          <a:pt x="4600505" y="17598"/>
                          <a:pt x="4710656" y="0"/>
                        </a:cubicBezTo>
                        <a:cubicBezTo>
                          <a:pt x="4820807" y="-17598"/>
                          <a:pt x="4931521" y="14919"/>
                          <a:pt x="5093221" y="0"/>
                        </a:cubicBezTo>
                        <a:cubicBezTo>
                          <a:pt x="5254921" y="-14919"/>
                          <a:pt x="5533706" y="6115"/>
                          <a:pt x="5727022" y="0"/>
                        </a:cubicBezTo>
                        <a:cubicBezTo>
                          <a:pt x="5920338" y="-6115"/>
                          <a:pt x="6379424" y="48148"/>
                          <a:pt x="6549251" y="0"/>
                        </a:cubicBezTo>
                        <a:cubicBezTo>
                          <a:pt x="6690623" y="14768"/>
                          <a:pt x="6812789" y="119242"/>
                          <a:pt x="6817589" y="268338"/>
                        </a:cubicBezTo>
                        <a:cubicBezTo>
                          <a:pt x="6871110" y="422789"/>
                          <a:pt x="6813566" y="669088"/>
                          <a:pt x="6817589" y="772797"/>
                        </a:cubicBezTo>
                        <a:cubicBezTo>
                          <a:pt x="6821612" y="876506"/>
                          <a:pt x="6752801" y="1164158"/>
                          <a:pt x="6817589" y="1341655"/>
                        </a:cubicBezTo>
                        <a:cubicBezTo>
                          <a:pt x="6814761" y="1486705"/>
                          <a:pt x="6681528" y="1608080"/>
                          <a:pt x="6549251" y="1609993"/>
                        </a:cubicBezTo>
                        <a:cubicBezTo>
                          <a:pt x="6360864" y="1655785"/>
                          <a:pt x="6279861" y="1600160"/>
                          <a:pt x="6166686" y="1609993"/>
                        </a:cubicBezTo>
                        <a:cubicBezTo>
                          <a:pt x="6053512" y="1619826"/>
                          <a:pt x="5712634" y="1598290"/>
                          <a:pt x="5532885" y="1609993"/>
                        </a:cubicBezTo>
                        <a:cubicBezTo>
                          <a:pt x="5353136" y="1621696"/>
                          <a:pt x="5063925" y="1562807"/>
                          <a:pt x="4836275" y="1609993"/>
                        </a:cubicBezTo>
                        <a:cubicBezTo>
                          <a:pt x="4608625" y="1657179"/>
                          <a:pt x="4503118" y="1563380"/>
                          <a:pt x="4390901" y="1609993"/>
                        </a:cubicBezTo>
                        <a:cubicBezTo>
                          <a:pt x="4278684" y="1656606"/>
                          <a:pt x="4035689" y="1597223"/>
                          <a:pt x="3757100" y="1609993"/>
                        </a:cubicBezTo>
                        <a:cubicBezTo>
                          <a:pt x="3478511" y="1622763"/>
                          <a:pt x="3319867" y="1572234"/>
                          <a:pt x="3123298" y="1609993"/>
                        </a:cubicBezTo>
                        <a:cubicBezTo>
                          <a:pt x="2926729" y="1647752"/>
                          <a:pt x="2826919" y="1593911"/>
                          <a:pt x="2615115" y="1609993"/>
                        </a:cubicBezTo>
                        <a:cubicBezTo>
                          <a:pt x="2403311" y="1626075"/>
                          <a:pt x="2404173" y="1582848"/>
                          <a:pt x="2232551" y="1609993"/>
                        </a:cubicBezTo>
                        <a:cubicBezTo>
                          <a:pt x="2060929" y="1637138"/>
                          <a:pt x="1942883" y="1567690"/>
                          <a:pt x="1849986" y="1609993"/>
                        </a:cubicBezTo>
                        <a:cubicBezTo>
                          <a:pt x="1757090" y="1652296"/>
                          <a:pt x="1632364" y="1601934"/>
                          <a:pt x="1467421" y="1609993"/>
                        </a:cubicBezTo>
                        <a:cubicBezTo>
                          <a:pt x="1302478" y="1618052"/>
                          <a:pt x="1259701" y="1592621"/>
                          <a:pt x="1084857" y="1609993"/>
                        </a:cubicBezTo>
                        <a:cubicBezTo>
                          <a:pt x="910013" y="1627365"/>
                          <a:pt x="479103" y="1539519"/>
                          <a:pt x="268338" y="1609993"/>
                        </a:cubicBezTo>
                        <a:cubicBezTo>
                          <a:pt x="101846" y="1588255"/>
                          <a:pt x="-15112" y="1474847"/>
                          <a:pt x="0" y="1341655"/>
                        </a:cubicBezTo>
                        <a:cubicBezTo>
                          <a:pt x="-12855" y="1203259"/>
                          <a:pt x="38999" y="939537"/>
                          <a:pt x="0" y="837196"/>
                        </a:cubicBezTo>
                        <a:cubicBezTo>
                          <a:pt x="-38999" y="734855"/>
                          <a:pt x="56317" y="506098"/>
                          <a:pt x="0" y="268338"/>
                        </a:cubicBezTo>
                        <a:close/>
                      </a:path>
                      <a:path w="6817589" h="1609993" stroke="0" extrusionOk="0">
                        <a:moveTo>
                          <a:pt x="0" y="268338"/>
                        </a:moveTo>
                        <a:cubicBezTo>
                          <a:pt x="27225" y="96808"/>
                          <a:pt x="127214" y="20747"/>
                          <a:pt x="268338" y="0"/>
                        </a:cubicBezTo>
                        <a:cubicBezTo>
                          <a:pt x="603879" y="-75279"/>
                          <a:pt x="759342" y="76423"/>
                          <a:pt x="964948" y="0"/>
                        </a:cubicBezTo>
                        <a:cubicBezTo>
                          <a:pt x="1170554" y="-76423"/>
                          <a:pt x="1360420" y="2072"/>
                          <a:pt x="1598750" y="0"/>
                        </a:cubicBezTo>
                        <a:cubicBezTo>
                          <a:pt x="1837080" y="-2072"/>
                          <a:pt x="2028625" y="6109"/>
                          <a:pt x="2232551" y="0"/>
                        </a:cubicBezTo>
                        <a:cubicBezTo>
                          <a:pt x="2436477" y="-6109"/>
                          <a:pt x="2517428" y="15547"/>
                          <a:pt x="2740734" y="0"/>
                        </a:cubicBezTo>
                        <a:cubicBezTo>
                          <a:pt x="2964040" y="-15547"/>
                          <a:pt x="2975872" y="42735"/>
                          <a:pt x="3186108" y="0"/>
                        </a:cubicBezTo>
                        <a:cubicBezTo>
                          <a:pt x="3396344" y="-42735"/>
                          <a:pt x="3605837" y="8360"/>
                          <a:pt x="3757100" y="0"/>
                        </a:cubicBezTo>
                        <a:cubicBezTo>
                          <a:pt x="3908363" y="-8360"/>
                          <a:pt x="4107028" y="22008"/>
                          <a:pt x="4453710" y="0"/>
                        </a:cubicBezTo>
                        <a:cubicBezTo>
                          <a:pt x="4800392" y="-22008"/>
                          <a:pt x="4907823" y="5351"/>
                          <a:pt x="5150320" y="0"/>
                        </a:cubicBezTo>
                        <a:cubicBezTo>
                          <a:pt x="5392817" y="-5351"/>
                          <a:pt x="5618957" y="75298"/>
                          <a:pt x="5784122" y="0"/>
                        </a:cubicBezTo>
                        <a:cubicBezTo>
                          <a:pt x="5949287" y="-75298"/>
                          <a:pt x="6303404" y="15039"/>
                          <a:pt x="6549251" y="0"/>
                        </a:cubicBezTo>
                        <a:cubicBezTo>
                          <a:pt x="6695894" y="-24177"/>
                          <a:pt x="6815749" y="115305"/>
                          <a:pt x="6817589" y="268338"/>
                        </a:cubicBezTo>
                        <a:cubicBezTo>
                          <a:pt x="6845668" y="519055"/>
                          <a:pt x="6760374" y="662486"/>
                          <a:pt x="6817589" y="783530"/>
                        </a:cubicBezTo>
                        <a:cubicBezTo>
                          <a:pt x="6874804" y="904574"/>
                          <a:pt x="6786429" y="1204716"/>
                          <a:pt x="6817589" y="1341655"/>
                        </a:cubicBezTo>
                        <a:cubicBezTo>
                          <a:pt x="6797752" y="1507744"/>
                          <a:pt x="6709175" y="1617504"/>
                          <a:pt x="6549251" y="1609993"/>
                        </a:cubicBezTo>
                        <a:cubicBezTo>
                          <a:pt x="6395232" y="1615524"/>
                          <a:pt x="6164731" y="1551979"/>
                          <a:pt x="5978259" y="1609993"/>
                        </a:cubicBezTo>
                        <a:cubicBezTo>
                          <a:pt x="5791787" y="1668007"/>
                          <a:pt x="5625300" y="1571573"/>
                          <a:pt x="5407267" y="1609993"/>
                        </a:cubicBezTo>
                        <a:cubicBezTo>
                          <a:pt x="5189234" y="1648413"/>
                          <a:pt x="4859975" y="1553503"/>
                          <a:pt x="4710656" y="1609993"/>
                        </a:cubicBezTo>
                        <a:cubicBezTo>
                          <a:pt x="4561337" y="1666483"/>
                          <a:pt x="4195810" y="1592726"/>
                          <a:pt x="4014046" y="1609993"/>
                        </a:cubicBezTo>
                        <a:cubicBezTo>
                          <a:pt x="3832282" y="1627260"/>
                          <a:pt x="3638892" y="1549544"/>
                          <a:pt x="3505863" y="1609993"/>
                        </a:cubicBezTo>
                        <a:cubicBezTo>
                          <a:pt x="3372834" y="1670442"/>
                          <a:pt x="3012353" y="1587647"/>
                          <a:pt x="2872062" y="1609993"/>
                        </a:cubicBezTo>
                        <a:cubicBezTo>
                          <a:pt x="2731771" y="1632339"/>
                          <a:pt x="2407847" y="1605200"/>
                          <a:pt x="2238261" y="1609993"/>
                        </a:cubicBezTo>
                        <a:cubicBezTo>
                          <a:pt x="2068675" y="1614786"/>
                          <a:pt x="1856628" y="1592980"/>
                          <a:pt x="1667269" y="1609993"/>
                        </a:cubicBezTo>
                        <a:cubicBezTo>
                          <a:pt x="1477910" y="1627006"/>
                          <a:pt x="1327572" y="1565773"/>
                          <a:pt x="1159086" y="1609993"/>
                        </a:cubicBezTo>
                        <a:cubicBezTo>
                          <a:pt x="990600" y="1654213"/>
                          <a:pt x="467682" y="1604097"/>
                          <a:pt x="268338" y="1609993"/>
                        </a:cubicBezTo>
                        <a:cubicBezTo>
                          <a:pt x="160485" y="1628292"/>
                          <a:pt x="1636" y="1492661"/>
                          <a:pt x="0" y="1341655"/>
                        </a:cubicBezTo>
                        <a:cubicBezTo>
                          <a:pt x="-20434" y="1092097"/>
                          <a:pt x="25665" y="1027315"/>
                          <a:pt x="0" y="804997"/>
                        </a:cubicBezTo>
                        <a:cubicBezTo>
                          <a:pt x="-25665" y="582679"/>
                          <a:pt x="6324" y="455877"/>
                          <a:pt x="0" y="26833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marL="285750" indent="-285750">
              <a:buFont typeface="Wingdings"/>
              <a:buChar char="Ø"/>
            </a:pPr>
            <a:r>
              <a:rPr lang="en-GB" sz="2000" b="0" i="1" cap="none">
                <a:latin typeface="+mn-lt"/>
              </a:rPr>
              <a:t>Generated source code from </a:t>
            </a:r>
            <a:r>
              <a:rPr lang="en-GB" sz="2000" b="0" i="1" cap="none" err="1">
                <a:latin typeface="+mn-lt"/>
              </a:rPr>
              <a:t>autoforge</a:t>
            </a:r>
            <a:r>
              <a:rPr lang="en-GB" sz="2000" b="0" i="1" cap="none">
                <a:latin typeface="+mn-lt"/>
              </a:rPr>
              <a:t> prototypes</a:t>
            </a:r>
          </a:p>
          <a:p>
            <a:pPr marL="285750" indent="-285750">
              <a:buFont typeface="Wingdings"/>
              <a:buChar char="Ø"/>
            </a:pPr>
            <a:r>
              <a:rPr lang="en-GB" sz="2000" b="0" i="1" cap="none">
                <a:latin typeface="+mn-lt"/>
              </a:rPr>
              <a:t>Dependency lists of third-party libraries</a:t>
            </a:r>
          </a:p>
          <a:p>
            <a:pPr marL="285750" indent="-285750">
              <a:buFont typeface="Wingdings"/>
              <a:buChar char="Ø"/>
            </a:pPr>
            <a:r>
              <a:rPr lang="en-GB" sz="2000" b="0" i="1" cap="none">
                <a:latin typeface="+mn-lt"/>
              </a:rPr>
              <a:t>Security testing artifacts and validation results</a:t>
            </a:r>
          </a:p>
          <a:p>
            <a:pPr marL="285750" indent="-285750">
              <a:buFont typeface="Wingdings"/>
              <a:buChar char="Ø"/>
            </a:pPr>
            <a:r>
              <a:rPr lang="en-GB" sz="2000" b="0" i="1" cap="none">
                <a:latin typeface="+mn-lt"/>
              </a:rPr>
              <a:t>Public vulnerability data from </a:t>
            </a:r>
            <a:r>
              <a:rPr lang="en-GB" sz="2000" b="0" i="1" cap="none" err="1">
                <a:latin typeface="+mn-lt"/>
              </a:rPr>
              <a:t>OSV.Dev</a:t>
            </a:r>
            <a:r>
              <a:rPr lang="en-GB" sz="2000" b="0" i="1" cap="none">
                <a:latin typeface="+mn-lt"/>
              </a:rPr>
              <a:t> and NVD</a:t>
            </a:r>
          </a:p>
          <a:p>
            <a:pPr marL="285750" indent="-285750">
              <a:buFont typeface="Wingdings"/>
              <a:buChar char="Ø"/>
            </a:pPr>
            <a:r>
              <a:rPr lang="en-GB" sz="2000" b="0" i="1" cap="none">
                <a:latin typeface="+mn-lt"/>
              </a:rPr>
              <a:t>Survey responses supporting the research gap</a:t>
            </a:r>
          </a:p>
          <a:p>
            <a:pPr marL="285750" indent="-285750">
              <a:buFont typeface="Wingdings"/>
              <a:buChar char="Ø"/>
            </a:pPr>
            <a:endParaRPr lang="en-GB" sz="2000" b="0" i="1" cap="none">
              <a:latin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GB" sz="2000" b="0" i="1" cap="none">
              <a:latin typeface="+mn-lt"/>
            </a:endParaRPr>
          </a:p>
        </p:txBody>
      </p: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094DAE96-EDA6-5034-9315-0CC1E5C6711A}"/>
              </a:ext>
            </a:extLst>
          </p:cNvPr>
          <p:cNvCxnSpPr>
            <a:cxnSpLocks/>
          </p:cNvCxnSpPr>
          <p:nvPr/>
        </p:nvCxnSpPr>
        <p:spPr>
          <a:xfrm flipH="1">
            <a:off x="7666376" y="4735858"/>
            <a:ext cx="1077688" cy="118949"/>
          </a:xfrm>
          <a:prstGeom prst="curvedConnector2">
            <a:avLst/>
          </a:prstGeom>
          <a:ln w="38100"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54091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AB4506B-28BB-CDA0-C0CC-B08E959D9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488117"/>
              </p:ext>
            </p:extLst>
          </p:nvPr>
        </p:nvGraphicFramePr>
        <p:xfrm>
          <a:off x="1177168" y="1484366"/>
          <a:ext cx="9097088" cy="33027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9578">
                  <a:extLst>
                    <a:ext uri="{9D8B030D-6E8A-4147-A177-3AD203B41FA5}">
                      <a16:colId xmlns:a16="http://schemas.microsoft.com/office/drawing/2014/main" val="1428935577"/>
                    </a:ext>
                  </a:extLst>
                </a:gridCol>
                <a:gridCol w="4497510">
                  <a:extLst>
                    <a:ext uri="{9D8B030D-6E8A-4147-A177-3AD203B41FA5}">
                      <a16:colId xmlns:a16="http://schemas.microsoft.com/office/drawing/2014/main" val="1416843750"/>
                    </a:ext>
                  </a:extLst>
                </a:gridCol>
              </a:tblGrid>
              <a:tr h="5837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1">
                          <a:solidFill>
                            <a:schemeClr val="tx1"/>
                          </a:solidFill>
                        </a:rPr>
                        <a:t>Security Considerations</a:t>
                      </a:r>
                    </a:p>
                    <a:p>
                      <a:endParaRPr lang="en-GB" i="1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1">
                          <a:solidFill>
                            <a:schemeClr val="tx1"/>
                          </a:solidFill>
                        </a:rPr>
                        <a:t>Ethical Considerations</a:t>
                      </a:r>
                      <a:endParaRPr lang="en-GB" sz="1800" b="1" i="1"/>
                    </a:p>
                    <a:p>
                      <a:endParaRPr lang="en-GB" i="1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776484"/>
                  </a:ext>
                </a:extLst>
              </a:tr>
              <a:tr h="833887">
                <a:tc>
                  <a:txBody>
                    <a:bodyPr/>
                    <a:lstStyle/>
                    <a:p>
                      <a:pPr marL="457200" indent="-45720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800" b="0" i="1" u="none" strike="noStrike" noProof="0">
                          <a:solidFill>
                            <a:schemeClr val="tx1"/>
                          </a:solidFill>
                        </a:rPr>
                        <a:t>Use only </a:t>
                      </a:r>
                      <a:r>
                        <a:rPr lang="en-GB" sz="1800" b="1" i="1" u="none" strike="noStrike" noProof="0">
                          <a:solidFill>
                            <a:schemeClr val="tx1"/>
                          </a:solidFill>
                        </a:rPr>
                        <a:t>authorized or public data</a:t>
                      </a:r>
                      <a:endParaRPr lang="en-GB" sz="1800" i="1">
                        <a:solidFill>
                          <a:schemeClr val="tx1"/>
                        </a:solidFill>
                      </a:endParaRPr>
                    </a:p>
                    <a:p>
                      <a:pPr marL="457200" lvl="0" indent="-457200" algn="l">
                        <a:buFont typeface="Arial" panose="020B0604020202020204" pitchFamily="34" charset="0"/>
                        <a:buChar char="•"/>
                      </a:pPr>
                      <a:endParaRPr lang="en-GB" sz="1800" b="0" i="1" u="none" strike="noStrike" noProof="0">
                        <a:solidFill>
                          <a:schemeClr val="tx1"/>
                        </a:solidFill>
                        <a:latin typeface="Cambria"/>
                        <a:ea typeface="Cambri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GB" sz="1800" b="0" i="1" u="none" strike="noStrike" noProof="0">
                          <a:solidFill>
                            <a:schemeClr val="tx1"/>
                          </a:solidFill>
                        </a:rPr>
                        <a:t>Keep survey responses confidential</a:t>
                      </a:r>
                      <a:endParaRPr lang="en-GB" sz="1800" i="1">
                        <a:solidFill>
                          <a:schemeClr val="tx1"/>
                        </a:solidFill>
                      </a:endParaRPr>
                    </a:p>
                    <a:p>
                      <a:pPr marL="457200" lvl="0" indent="-457200">
                        <a:buFont typeface="Arial" panose="020B0604020202020204" pitchFamily="34" charset="0"/>
                        <a:buChar char="•"/>
                      </a:pPr>
                      <a:endParaRPr lang="en-GB" sz="1800" b="0" i="1" u="none" strike="noStrike" noProof="0">
                        <a:solidFill>
                          <a:schemeClr val="tx1"/>
                        </a:solidFill>
                        <a:latin typeface="Cambria"/>
                        <a:ea typeface="Cambri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270008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GB" sz="1800" b="0" i="1" u="none" strike="noStrike" noProof="0">
                          <a:solidFill>
                            <a:srgbClr val="000000"/>
                          </a:solidFill>
                        </a:rPr>
                        <a:t>Protect source code and reports from unauthorized access</a:t>
                      </a:r>
                      <a:endParaRPr lang="en-GB" i="1"/>
                    </a:p>
                    <a:p>
                      <a:pPr marL="457200" lvl="0" indent="-457200">
                        <a:buFont typeface="Arial" panose="020B0604020202020204" pitchFamily="34" charset="0"/>
                        <a:buChar char="•"/>
                      </a:pPr>
                      <a:endParaRPr lang="en-GB" sz="1800" b="0" i="1" u="none" strike="noStrike" noProof="0">
                        <a:solidFill>
                          <a:srgbClr val="000000"/>
                        </a:solidFill>
                        <a:latin typeface="Cambria"/>
                        <a:ea typeface="Cambri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GB" sz="1800" b="0" i="1" u="none" strike="noStrike" noProof="0">
                          <a:solidFill>
                            <a:schemeClr val="tx1"/>
                          </a:solidFill>
                        </a:rPr>
                        <a:t>Use the system only for defensive security analysis</a:t>
                      </a:r>
                      <a:endParaRPr lang="en-GB" sz="1800" i="1">
                        <a:solidFill>
                          <a:schemeClr val="tx1"/>
                        </a:solidFill>
                      </a:endParaRPr>
                    </a:p>
                    <a:p>
                      <a:pPr marL="457200" lvl="0" indent="-457200">
                        <a:buFont typeface="Arial" panose="020B0604020202020204" pitchFamily="34" charset="0"/>
                        <a:buChar char="•"/>
                      </a:pPr>
                      <a:endParaRPr lang="en-GB" sz="1800" b="0" i="1" u="none" strike="noStrike" noProof="0">
                        <a:solidFill>
                          <a:schemeClr val="tx1"/>
                        </a:solidFill>
                        <a:latin typeface="Cambria"/>
                        <a:ea typeface="Cambri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875649"/>
                  </a:ext>
                </a:extLst>
              </a:tr>
              <a:tr h="833887"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1800" b="0" i="1" u="none" strike="noStrike" noProof="0">
                          <a:solidFill>
                            <a:srgbClr val="000000"/>
                          </a:solidFill>
                        </a:rPr>
                        <a:t>Store findings and traceability records securely</a:t>
                      </a:r>
                      <a:endParaRPr lang="en-GB" i="1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endParaRPr lang="en-GB" sz="1800" b="0" i="1" u="none" strike="noStrike" noProof="0">
                        <a:solidFill>
                          <a:srgbClr val="000000"/>
                        </a:solidFill>
                        <a:latin typeface="Cambria"/>
                        <a:ea typeface="Cambri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GB" sz="1800" b="0" i="1" u="none" strike="noStrike" noProof="0">
                          <a:solidFill>
                            <a:schemeClr val="tx1"/>
                          </a:solidFill>
                        </a:rPr>
                        <a:t>Follow responsible academic and research practice</a:t>
                      </a:r>
                      <a:endParaRPr lang="en-GB" sz="1800" i="1">
                        <a:solidFill>
                          <a:schemeClr val="tx1"/>
                        </a:solidFill>
                      </a:endParaRP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endParaRPr lang="en-GB" sz="1800" b="0" i="1" u="none" strike="noStrike" noProof="0">
                        <a:solidFill>
                          <a:schemeClr val="tx1"/>
                        </a:solidFill>
                        <a:latin typeface="Cambria"/>
                        <a:ea typeface="Cambria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9337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F75491C-EB3A-C402-DB8A-62B820B6063F}"/>
              </a:ext>
            </a:extLst>
          </p:cNvPr>
          <p:cNvSpPr txBox="1"/>
          <p:nvPr/>
        </p:nvSpPr>
        <p:spPr>
          <a:xfrm>
            <a:off x="1180854" y="183482"/>
            <a:ext cx="8686800" cy="5232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2800" b="1" i="1"/>
              <a:t>Integrated Security Analysis and Testing Component</a:t>
            </a:r>
            <a:endParaRPr lang="en-US"/>
          </a:p>
        </p:txBody>
      </p:sp>
      <p:pic>
        <p:nvPicPr>
          <p:cNvPr id="2" name="Graphic 1" descr="Shield Tick outline">
            <a:extLst>
              <a:ext uri="{FF2B5EF4-FFF2-40B4-BE49-F238E27FC236}">
                <a16:creationId xmlns:a16="http://schemas.microsoft.com/office/drawing/2014/main" id="{3C457418-ABCD-35C4-AD94-7BAF9F125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75982" y="4553529"/>
            <a:ext cx="1780308" cy="165330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B021D4C-99BC-58B4-033B-ABB8CC793E47}"/>
              </a:ext>
            </a:extLst>
          </p:cNvPr>
          <p:cNvSpPr/>
          <p:nvPr/>
        </p:nvSpPr>
        <p:spPr>
          <a:xfrm>
            <a:off x="2937235" y="651319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IT22102478</a:t>
            </a:r>
            <a:r>
              <a:rPr lang="en-US" sz="1800">
                <a:solidFill>
                  <a:schemeClr val="tx1"/>
                </a:solidFill>
              </a:rPr>
              <a:t>   | </a:t>
            </a:r>
            <a:r>
              <a:rPr lang="en-US" b="1" err="1">
                <a:solidFill>
                  <a:schemeClr val="tx1"/>
                </a:solidFill>
              </a:rPr>
              <a:t>Oberathna</a:t>
            </a:r>
            <a:r>
              <a:rPr lang="en-US" b="1">
                <a:solidFill>
                  <a:schemeClr val="tx1"/>
                </a:solidFill>
              </a:rPr>
              <a:t> R.D.T.D </a:t>
            </a:r>
            <a:r>
              <a:rPr lang="en-US" sz="1800" b="1">
                <a:solidFill>
                  <a:schemeClr val="tx1"/>
                </a:solidFill>
              </a:rPr>
              <a:t>|   R26-SE-033</a:t>
            </a:r>
            <a:endParaRPr lang="en-US" sz="1800" b="1">
              <a:solidFill>
                <a:schemeClr val="tx1"/>
              </a:solidFill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1529573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4">
            <a:extLst>
              <a:ext uri="{FF2B5EF4-FFF2-40B4-BE49-F238E27FC236}">
                <a16:creationId xmlns:a16="http://schemas.microsoft.com/office/drawing/2014/main" id="{5C4C3B43-5162-788F-E427-675ADC0DFA13}"/>
              </a:ext>
            </a:extLst>
          </p:cNvPr>
          <p:cNvSpPr txBox="1">
            <a:spLocks/>
          </p:cNvSpPr>
          <p:nvPr/>
        </p:nvSpPr>
        <p:spPr>
          <a:xfrm>
            <a:off x="3734577" y="1095651"/>
            <a:ext cx="7565797" cy="313379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7565797"/>
                      <a:gd name="csY0" fmla="*/ 0 h 3133798"/>
                      <a:gd name="csX1" fmla="*/ 733300 w 7565797"/>
                      <a:gd name="csY1" fmla="*/ 0 h 3133798"/>
                      <a:gd name="csX2" fmla="*/ 1315285 w 7565797"/>
                      <a:gd name="csY2" fmla="*/ 0 h 3133798"/>
                      <a:gd name="csX3" fmla="*/ 1670295 w 7565797"/>
                      <a:gd name="csY3" fmla="*/ 0 h 3133798"/>
                      <a:gd name="csX4" fmla="*/ 2176622 w 7565797"/>
                      <a:gd name="csY4" fmla="*/ 0 h 3133798"/>
                      <a:gd name="csX5" fmla="*/ 2758606 w 7565797"/>
                      <a:gd name="csY5" fmla="*/ 0 h 3133798"/>
                      <a:gd name="csX6" fmla="*/ 3113616 w 7565797"/>
                      <a:gd name="csY6" fmla="*/ 0 h 3133798"/>
                      <a:gd name="csX7" fmla="*/ 3695601 w 7565797"/>
                      <a:gd name="csY7" fmla="*/ 0 h 3133798"/>
                      <a:gd name="csX8" fmla="*/ 4201927 w 7565797"/>
                      <a:gd name="csY8" fmla="*/ 0 h 3133798"/>
                      <a:gd name="csX9" fmla="*/ 4783912 w 7565797"/>
                      <a:gd name="csY9" fmla="*/ 0 h 3133798"/>
                      <a:gd name="csX10" fmla="*/ 5138922 w 7565797"/>
                      <a:gd name="csY10" fmla="*/ 0 h 3133798"/>
                      <a:gd name="csX11" fmla="*/ 5645249 w 7565797"/>
                      <a:gd name="csY11" fmla="*/ 0 h 3133798"/>
                      <a:gd name="csX12" fmla="*/ 6075917 w 7565797"/>
                      <a:gd name="csY12" fmla="*/ 0 h 3133798"/>
                      <a:gd name="csX13" fmla="*/ 6506585 w 7565797"/>
                      <a:gd name="csY13" fmla="*/ 0 h 3133798"/>
                      <a:gd name="csX14" fmla="*/ 6937254 w 7565797"/>
                      <a:gd name="csY14" fmla="*/ 0 h 3133798"/>
                      <a:gd name="csX15" fmla="*/ 7565797 w 7565797"/>
                      <a:gd name="csY15" fmla="*/ 0 h 3133798"/>
                      <a:gd name="csX16" fmla="*/ 7565797 w 7565797"/>
                      <a:gd name="csY16" fmla="*/ 553638 h 3133798"/>
                      <a:gd name="csX17" fmla="*/ 7565797 w 7565797"/>
                      <a:gd name="csY17" fmla="*/ 981923 h 3133798"/>
                      <a:gd name="csX18" fmla="*/ 7565797 w 7565797"/>
                      <a:gd name="csY18" fmla="*/ 1410209 h 3133798"/>
                      <a:gd name="csX19" fmla="*/ 7565797 w 7565797"/>
                      <a:gd name="csY19" fmla="*/ 1838495 h 3133798"/>
                      <a:gd name="csX20" fmla="*/ 7565797 w 7565797"/>
                      <a:gd name="csY20" fmla="*/ 2266781 h 3133798"/>
                      <a:gd name="csX21" fmla="*/ 7565797 w 7565797"/>
                      <a:gd name="csY21" fmla="*/ 3133798 h 3133798"/>
                      <a:gd name="csX22" fmla="*/ 6832497 w 7565797"/>
                      <a:gd name="csY22" fmla="*/ 3133798 h 3133798"/>
                      <a:gd name="csX23" fmla="*/ 6099196 w 7565797"/>
                      <a:gd name="csY23" fmla="*/ 3133798 h 3133798"/>
                      <a:gd name="csX24" fmla="*/ 5592870 w 7565797"/>
                      <a:gd name="csY24" fmla="*/ 3133798 h 3133798"/>
                      <a:gd name="csX25" fmla="*/ 5162201 w 7565797"/>
                      <a:gd name="csY25" fmla="*/ 3133798 h 3133798"/>
                      <a:gd name="csX26" fmla="*/ 4655875 w 7565797"/>
                      <a:gd name="csY26" fmla="*/ 3133798 h 3133798"/>
                      <a:gd name="csX27" fmla="*/ 4225207 w 7565797"/>
                      <a:gd name="csY27" fmla="*/ 3133798 h 3133798"/>
                      <a:gd name="csX28" fmla="*/ 3870196 w 7565797"/>
                      <a:gd name="csY28" fmla="*/ 3133798 h 3133798"/>
                      <a:gd name="csX29" fmla="*/ 3439528 w 7565797"/>
                      <a:gd name="csY29" fmla="*/ 3133798 h 3133798"/>
                      <a:gd name="csX30" fmla="*/ 2706227 w 7565797"/>
                      <a:gd name="csY30" fmla="*/ 3133798 h 3133798"/>
                      <a:gd name="csX31" fmla="*/ 2351217 w 7565797"/>
                      <a:gd name="csY31" fmla="*/ 3133798 h 3133798"/>
                      <a:gd name="csX32" fmla="*/ 1617917 w 7565797"/>
                      <a:gd name="csY32" fmla="*/ 3133798 h 3133798"/>
                      <a:gd name="csX33" fmla="*/ 1262906 w 7565797"/>
                      <a:gd name="csY33" fmla="*/ 3133798 h 3133798"/>
                      <a:gd name="csX34" fmla="*/ 529606 w 7565797"/>
                      <a:gd name="csY34" fmla="*/ 3133798 h 3133798"/>
                      <a:gd name="csX35" fmla="*/ 0 w 7565797"/>
                      <a:gd name="csY35" fmla="*/ 3133798 h 3133798"/>
                      <a:gd name="csX36" fmla="*/ 0 w 7565797"/>
                      <a:gd name="csY36" fmla="*/ 2611498 h 3133798"/>
                      <a:gd name="csX37" fmla="*/ 0 w 7565797"/>
                      <a:gd name="csY37" fmla="*/ 2026523 h 3133798"/>
                      <a:gd name="csX38" fmla="*/ 0 w 7565797"/>
                      <a:gd name="csY38" fmla="*/ 1441547 h 3133798"/>
                      <a:gd name="csX39" fmla="*/ 0 w 7565797"/>
                      <a:gd name="csY39" fmla="*/ 950585 h 3133798"/>
                      <a:gd name="csX40" fmla="*/ 0 w 7565797"/>
                      <a:gd name="csY40" fmla="*/ 490962 h 3133798"/>
                      <a:gd name="csX41" fmla="*/ 0 w 7565797"/>
                      <a:gd name="csY41" fmla="*/ 0 h 313379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</a:cxnLst>
                    <a:rect l="l" t="t" r="r" b="b"/>
                    <a:pathLst>
                      <a:path w="7565797" h="3133798" fill="none" extrusionOk="0">
                        <a:moveTo>
                          <a:pt x="0" y="0"/>
                        </a:moveTo>
                        <a:cubicBezTo>
                          <a:pt x="259943" y="-69703"/>
                          <a:pt x="554327" y="57366"/>
                          <a:pt x="733300" y="0"/>
                        </a:cubicBezTo>
                        <a:cubicBezTo>
                          <a:pt x="912273" y="-57366"/>
                          <a:pt x="1139119" y="2955"/>
                          <a:pt x="1315285" y="0"/>
                        </a:cubicBezTo>
                        <a:cubicBezTo>
                          <a:pt x="1491452" y="-2955"/>
                          <a:pt x="1519619" y="16424"/>
                          <a:pt x="1670295" y="0"/>
                        </a:cubicBezTo>
                        <a:cubicBezTo>
                          <a:pt x="1820971" y="-16424"/>
                          <a:pt x="1929597" y="43335"/>
                          <a:pt x="2176622" y="0"/>
                        </a:cubicBezTo>
                        <a:cubicBezTo>
                          <a:pt x="2423647" y="-43335"/>
                          <a:pt x="2573626" y="64699"/>
                          <a:pt x="2758606" y="0"/>
                        </a:cubicBezTo>
                        <a:cubicBezTo>
                          <a:pt x="2943586" y="-64699"/>
                          <a:pt x="2972634" y="40206"/>
                          <a:pt x="3113616" y="0"/>
                        </a:cubicBezTo>
                        <a:cubicBezTo>
                          <a:pt x="3254598" y="-40206"/>
                          <a:pt x="3497917" y="67381"/>
                          <a:pt x="3695601" y="0"/>
                        </a:cubicBezTo>
                        <a:cubicBezTo>
                          <a:pt x="3893285" y="-67381"/>
                          <a:pt x="3963853" y="15478"/>
                          <a:pt x="4201927" y="0"/>
                        </a:cubicBezTo>
                        <a:cubicBezTo>
                          <a:pt x="4440001" y="-15478"/>
                          <a:pt x="4656207" y="24789"/>
                          <a:pt x="4783912" y="0"/>
                        </a:cubicBezTo>
                        <a:cubicBezTo>
                          <a:pt x="4911617" y="-24789"/>
                          <a:pt x="5026945" y="21820"/>
                          <a:pt x="5138922" y="0"/>
                        </a:cubicBezTo>
                        <a:cubicBezTo>
                          <a:pt x="5250899" y="-21820"/>
                          <a:pt x="5404426" y="8179"/>
                          <a:pt x="5645249" y="0"/>
                        </a:cubicBezTo>
                        <a:cubicBezTo>
                          <a:pt x="5886072" y="-8179"/>
                          <a:pt x="5913755" y="12425"/>
                          <a:pt x="6075917" y="0"/>
                        </a:cubicBezTo>
                        <a:cubicBezTo>
                          <a:pt x="6238079" y="-12425"/>
                          <a:pt x="6385220" y="20003"/>
                          <a:pt x="6506585" y="0"/>
                        </a:cubicBezTo>
                        <a:cubicBezTo>
                          <a:pt x="6627950" y="-20003"/>
                          <a:pt x="6738440" y="31861"/>
                          <a:pt x="6937254" y="0"/>
                        </a:cubicBezTo>
                        <a:cubicBezTo>
                          <a:pt x="7136068" y="-31861"/>
                          <a:pt x="7399229" y="54565"/>
                          <a:pt x="7565797" y="0"/>
                        </a:cubicBezTo>
                        <a:cubicBezTo>
                          <a:pt x="7594168" y="245164"/>
                          <a:pt x="7518982" y="343395"/>
                          <a:pt x="7565797" y="553638"/>
                        </a:cubicBezTo>
                        <a:cubicBezTo>
                          <a:pt x="7612612" y="763881"/>
                          <a:pt x="7527815" y="860772"/>
                          <a:pt x="7565797" y="981923"/>
                        </a:cubicBezTo>
                        <a:cubicBezTo>
                          <a:pt x="7603779" y="1103075"/>
                          <a:pt x="7523262" y="1209466"/>
                          <a:pt x="7565797" y="1410209"/>
                        </a:cubicBezTo>
                        <a:cubicBezTo>
                          <a:pt x="7608332" y="1610952"/>
                          <a:pt x="7529134" y="1734358"/>
                          <a:pt x="7565797" y="1838495"/>
                        </a:cubicBezTo>
                        <a:cubicBezTo>
                          <a:pt x="7602460" y="1942632"/>
                          <a:pt x="7549841" y="2160330"/>
                          <a:pt x="7565797" y="2266781"/>
                        </a:cubicBezTo>
                        <a:cubicBezTo>
                          <a:pt x="7581753" y="2373232"/>
                          <a:pt x="7546911" y="2759046"/>
                          <a:pt x="7565797" y="3133798"/>
                        </a:cubicBezTo>
                        <a:cubicBezTo>
                          <a:pt x="7210124" y="3208982"/>
                          <a:pt x="7153067" y="3110200"/>
                          <a:pt x="6832497" y="3133798"/>
                        </a:cubicBezTo>
                        <a:cubicBezTo>
                          <a:pt x="6511927" y="3157396"/>
                          <a:pt x="6412470" y="3106928"/>
                          <a:pt x="6099196" y="3133798"/>
                        </a:cubicBezTo>
                        <a:cubicBezTo>
                          <a:pt x="5785922" y="3160668"/>
                          <a:pt x="5757318" y="3086879"/>
                          <a:pt x="5592870" y="3133798"/>
                        </a:cubicBezTo>
                        <a:cubicBezTo>
                          <a:pt x="5428422" y="3180717"/>
                          <a:pt x="5338946" y="3129074"/>
                          <a:pt x="5162201" y="3133798"/>
                        </a:cubicBezTo>
                        <a:cubicBezTo>
                          <a:pt x="4985456" y="3138522"/>
                          <a:pt x="4897487" y="3080060"/>
                          <a:pt x="4655875" y="3133798"/>
                        </a:cubicBezTo>
                        <a:cubicBezTo>
                          <a:pt x="4414263" y="3187536"/>
                          <a:pt x="4380359" y="3107144"/>
                          <a:pt x="4225207" y="3133798"/>
                        </a:cubicBezTo>
                        <a:cubicBezTo>
                          <a:pt x="4070055" y="3160452"/>
                          <a:pt x="3982607" y="3112835"/>
                          <a:pt x="3870196" y="3133798"/>
                        </a:cubicBezTo>
                        <a:cubicBezTo>
                          <a:pt x="3757785" y="3154761"/>
                          <a:pt x="3635138" y="3120226"/>
                          <a:pt x="3439528" y="3133798"/>
                        </a:cubicBezTo>
                        <a:cubicBezTo>
                          <a:pt x="3243918" y="3147370"/>
                          <a:pt x="2928985" y="3093011"/>
                          <a:pt x="2706227" y="3133798"/>
                        </a:cubicBezTo>
                        <a:cubicBezTo>
                          <a:pt x="2483469" y="3174585"/>
                          <a:pt x="2449824" y="3098961"/>
                          <a:pt x="2351217" y="3133798"/>
                        </a:cubicBezTo>
                        <a:cubicBezTo>
                          <a:pt x="2252610" y="3168635"/>
                          <a:pt x="1929040" y="3124151"/>
                          <a:pt x="1617917" y="3133798"/>
                        </a:cubicBezTo>
                        <a:cubicBezTo>
                          <a:pt x="1306794" y="3143445"/>
                          <a:pt x="1346975" y="3130653"/>
                          <a:pt x="1262906" y="3133798"/>
                        </a:cubicBezTo>
                        <a:cubicBezTo>
                          <a:pt x="1178837" y="3136943"/>
                          <a:pt x="706986" y="3047662"/>
                          <a:pt x="529606" y="3133798"/>
                        </a:cubicBezTo>
                        <a:cubicBezTo>
                          <a:pt x="352226" y="3219934"/>
                          <a:pt x="116855" y="3098008"/>
                          <a:pt x="0" y="3133798"/>
                        </a:cubicBezTo>
                        <a:cubicBezTo>
                          <a:pt x="-36318" y="2935689"/>
                          <a:pt x="18002" y="2734022"/>
                          <a:pt x="0" y="2611498"/>
                        </a:cubicBezTo>
                        <a:cubicBezTo>
                          <a:pt x="-18002" y="2488974"/>
                          <a:pt x="58285" y="2166858"/>
                          <a:pt x="0" y="2026523"/>
                        </a:cubicBezTo>
                        <a:cubicBezTo>
                          <a:pt x="-58285" y="1886188"/>
                          <a:pt x="50124" y="1644133"/>
                          <a:pt x="0" y="1441547"/>
                        </a:cubicBezTo>
                        <a:cubicBezTo>
                          <a:pt x="-50124" y="1238961"/>
                          <a:pt x="14790" y="1063758"/>
                          <a:pt x="0" y="950585"/>
                        </a:cubicBezTo>
                        <a:cubicBezTo>
                          <a:pt x="-14790" y="837412"/>
                          <a:pt x="53464" y="689673"/>
                          <a:pt x="0" y="490962"/>
                        </a:cubicBezTo>
                        <a:cubicBezTo>
                          <a:pt x="-53464" y="292251"/>
                          <a:pt x="7574" y="144117"/>
                          <a:pt x="0" y="0"/>
                        </a:cubicBezTo>
                        <a:close/>
                      </a:path>
                      <a:path w="7565797" h="3133798" stroke="0" extrusionOk="0">
                        <a:moveTo>
                          <a:pt x="0" y="0"/>
                        </a:moveTo>
                        <a:cubicBezTo>
                          <a:pt x="126477" y="-34438"/>
                          <a:pt x="392767" y="53475"/>
                          <a:pt x="506326" y="0"/>
                        </a:cubicBezTo>
                        <a:cubicBezTo>
                          <a:pt x="619885" y="-53475"/>
                          <a:pt x="830671" y="4549"/>
                          <a:pt x="1088311" y="0"/>
                        </a:cubicBezTo>
                        <a:cubicBezTo>
                          <a:pt x="1345952" y="-4549"/>
                          <a:pt x="1493050" y="11674"/>
                          <a:pt x="1594637" y="0"/>
                        </a:cubicBezTo>
                        <a:cubicBezTo>
                          <a:pt x="1696224" y="-11674"/>
                          <a:pt x="2071535" y="3858"/>
                          <a:pt x="2252280" y="0"/>
                        </a:cubicBezTo>
                        <a:cubicBezTo>
                          <a:pt x="2433025" y="-3858"/>
                          <a:pt x="2487369" y="28920"/>
                          <a:pt x="2607290" y="0"/>
                        </a:cubicBezTo>
                        <a:cubicBezTo>
                          <a:pt x="2727211" y="-28920"/>
                          <a:pt x="2991890" y="57633"/>
                          <a:pt x="3340590" y="0"/>
                        </a:cubicBezTo>
                        <a:cubicBezTo>
                          <a:pt x="3689290" y="-57633"/>
                          <a:pt x="3580340" y="42948"/>
                          <a:pt x="3771259" y="0"/>
                        </a:cubicBezTo>
                        <a:cubicBezTo>
                          <a:pt x="3962178" y="-42948"/>
                          <a:pt x="4011931" y="25643"/>
                          <a:pt x="4126269" y="0"/>
                        </a:cubicBezTo>
                        <a:cubicBezTo>
                          <a:pt x="4240607" y="-25643"/>
                          <a:pt x="4386299" y="28688"/>
                          <a:pt x="4481280" y="0"/>
                        </a:cubicBezTo>
                        <a:cubicBezTo>
                          <a:pt x="4576261" y="-28688"/>
                          <a:pt x="4978890" y="56112"/>
                          <a:pt x="5138922" y="0"/>
                        </a:cubicBezTo>
                        <a:cubicBezTo>
                          <a:pt x="5298954" y="-56112"/>
                          <a:pt x="5500669" y="26563"/>
                          <a:pt x="5796564" y="0"/>
                        </a:cubicBezTo>
                        <a:cubicBezTo>
                          <a:pt x="6092459" y="-26563"/>
                          <a:pt x="6138903" y="55562"/>
                          <a:pt x="6378549" y="0"/>
                        </a:cubicBezTo>
                        <a:cubicBezTo>
                          <a:pt x="6618196" y="-55562"/>
                          <a:pt x="6635619" y="1933"/>
                          <a:pt x="6809217" y="0"/>
                        </a:cubicBezTo>
                        <a:cubicBezTo>
                          <a:pt x="6982815" y="-1933"/>
                          <a:pt x="7190181" y="25294"/>
                          <a:pt x="7565797" y="0"/>
                        </a:cubicBezTo>
                        <a:cubicBezTo>
                          <a:pt x="7584294" y="260795"/>
                          <a:pt x="7504057" y="441860"/>
                          <a:pt x="7565797" y="553638"/>
                        </a:cubicBezTo>
                        <a:cubicBezTo>
                          <a:pt x="7627537" y="665416"/>
                          <a:pt x="7563873" y="883410"/>
                          <a:pt x="7565797" y="981923"/>
                        </a:cubicBezTo>
                        <a:cubicBezTo>
                          <a:pt x="7567721" y="1080437"/>
                          <a:pt x="7513835" y="1357081"/>
                          <a:pt x="7565797" y="1504223"/>
                        </a:cubicBezTo>
                        <a:cubicBezTo>
                          <a:pt x="7617759" y="1651365"/>
                          <a:pt x="7524101" y="1850100"/>
                          <a:pt x="7565797" y="2057861"/>
                        </a:cubicBezTo>
                        <a:cubicBezTo>
                          <a:pt x="7607493" y="2265622"/>
                          <a:pt x="7513755" y="2384713"/>
                          <a:pt x="7565797" y="2611498"/>
                        </a:cubicBezTo>
                        <a:cubicBezTo>
                          <a:pt x="7617839" y="2838283"/>
                          <a:pt x="7519712" y="2985124"/>
                          <a:pt x="7565797" y="3133798"/>
                        </a:cubicBezTo>
                        <a:cubicBezTo>
                          <a:pt x="7407004" y="3159456"/>
                          <a:pt x="7340214" y="3105608"/>
                          <a:pt x="7135129" y="3133798"/>
                        </a:cubicBezTo>
                        <a:cubicBezTo>
                          <a:pt x="6930044" y="3161988"/>
                          <a:pt x="6664959" y="3064711"/>
                          <a:pt x="6477486" y="3133798"/>
                        </a:cubicBezTo>
                        <a:cubicBezTo>
                          <a:pt x="6290013" y="3202885"/>
                          <a:pt x="6133776" y="3074211"/>
                          <a:pt x="5819844" y="3133798"/>
                        </a:cubicBezTo>
                        <a:cubicBezTo>
                          <a:pt x="5505912" y="3193385"/>
                          <a:pt x="5402183" y="3118061"/>
                          <a:pt x="5237859" y="3133798"/>
                        </a:cubicBezTo>
                        <a:cubicBezTo>
                          <a:pt x="5073536" y="3149535"/>
                          <a:pt x="4901936" y="3105213"/>
                          <a:pt x="4731533" y="3133798"/>
                        </a:cubicBezTo>
                        <a:cubicBezTo>
                          <a:pt x="4561130" y="3162383"/>
                          <a:pt x="4465082" y="3120174"/>
                          <a:pt x="4300865" y="3133798"/>
                        </a:cubicBezTo>
                        <a:cubicBezTo>
                          <a:pt x="4136648" y="3147422"/>
                          <a:pt x="4102014" y="3115382"/>
                          <a:pt x="3945854" y="3133798"/>
                        </a:cubicBezTo>
                        <a:cubicBezTo>
                          <a:pt x="3789694" y="3152214"/>
                          <a:pt x="3387370" y="3065069"/>
                          <a:pt x="3212554" y="3133798"/>
                        </a:cubicBezTo>
                        <a:cubicBezTo>
                          <a:pt x="3037738" y="3202527"/>
                          <a:pt x="2955662" y="3116477"/>
                          <a:pt x="2857543" y="3133798"/>
                        </a:cubicBezTo>
                        <a:cubicBezTo>
                          <a:pt x="2759424" y="3151119"/>
                          <a:pt x="2380199" y="3082285"/>
                          <a:pt x="2199901" y="3133798"/>
                        </a:cubicBezTo>
                        <a:cubicBezTo>
                          <a:pt x="2019603" y="3185311"/>
                          <a:pt x="1876291" y="3088799"/>
                          <a:pt x="1617917" y="3133798"/>
                        </a:cubicBezTo>
                        <a:cubicBezTo>
                          <a:pt x="1359543" y="3178797"/>
                          <a:pt x="1062016" y="3119746"/>
                          <a:pt x="884616" y="3133798"/>
                        </a:cubicBezTo>
                        <a:cubicBezTo>
                          <a:pt x="707216" y="3147850"/>
                          <a:pt x="413983" y="3121390"/>
                          <a:pt x="0" y="3133798"/>
                        </a:cubicBezTo>
                        <a:cubicBezTo>
                          <a:pt x="-34206" y="2892383"/>
                          <a:pt x="39169" y="2741458"/>
                          <a:pt x="0" y="2642836"/>
                        </a:cubicBezTo>
                        <a:cubicBezTo>
                          <a:pt x="-39169" y="2544214"/>
                          <a:pt x="8967" y="2280849"/>
                          <a:pt x="0" y="2120537"/>
                        </a:cubicBezTo>
                        <a:cubicBezTo>
                          <a:pt x="-8967" y="1960225"/>
                          <a:pt x="830" y="1686345"/>
                          <a:pt x="0" y="1566899"/>
                        </a:cubicBezTo>
                        <a:cubicBezTo>
                          <a:pt x="-830" y="1447453"/>
                          <a:pt x="37527" y="1167024"/>
                          <a:pt x="0" y="1013261"/>
                        </a:cubicBezTo>
                        <a:cubicBezTo>
                          <a:pt x="-37527" y="859498"/>
                          <a:pt x="87618" y="31350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marL="285750" indent="-285750">
              <a:buFont typeface="Wingdings"/>
              <a:buChar char="Ø"/>
            </a:pPr>
            <a:r>
              <a:rPr lang="en-GB" sz="1800" i="1" cap="none">
                <a:latin typeface="Adobe Devanagari"/>
                <a:ea typeface="Cambria"/>
              </a:rPr>
              <a:t>Static Security Analysis output:</a:t>
            </a:r>
            <a:r>
              <a:rPr lang="en-GB" sz="1800" b="0" i="1" cap="none">
                <a:latin typeface="Adobe Devanagari"/>
                <a:ea typeface="Cambria"/>
              </a:rPr>
              <a:t> Detect selected security weaknesses in generated code</a:t>
            </a:r>
            <a:endParaRPr lang="en-US" i="1"/>
          </a:p>
          <a:p>
            <a:pPr marL="285750" indent="-285750">
              <a:buFont typeface="Wingdings"/>
              <a:buChar char="Ø"/>
            </a:pPr>
            <a:r>
              <a:rPr lang="en-GB" sz="1800" i="1" cap="none">
                <a:latin typeface="Adobe Devanagari"/>
                <a:ea typeface="Cambria"/>
              </a:rPr>
              <a:t>Dependency Checking Output:</a:t>
            </a:r>
            <a:r>
              <a:rPr lang="en-GB" sz="1800" b="0" i="1" cap="none">
                <a:latin typeface="Adobe Devanagari"/>
                <a:ea typeface="Cambria"/>
              </a:rPr>
              <a:t> Identify known risks in third-party libraries using </a:t>
            </a:r>
            <a:r>
              <a:rPr lang="en-GB" sz="1800" i="1" cap="none" err="1">
                <a:latin typeface="Adobe Devanagari"/>
                <a:ea typeface="Cambria"/>
              </a:rPr>
              <a:t>OSV.dev</a:t>
            </a:r>
            <a:r>
              <a:rPr lang="en-GB" sz="1800" i="1" cap="none">
                <a:latin typeface="Adobe Devanagari"/>
                <a:ea typeface="Cambria"/>
              </a:rPr>
              <a:t> / NVD</a:t>
            </a:r>
            <a:endParaRPr lang="en-GB" i="1"/>
          </a:p>
          <a:p>
            <a:pPr marL="285750" indent="-285750">
              <a:buFont typeface="Wingdings"/>
              <a:buChar char="Ø"/>
            </a:pPr>
            <a:r>
              <a:rPr lang="en-GB" sz="1800" i="1" cap="none">
                <a:latin typeface="Adobe Devanagari"/>
                <a:ea typeface="Cambria"/>
              </a:rPr>
              <a:t>LLM-Assisted Review Output:</a:t>
            </a:r>
            <a:r>
              <a:rPr lang="en-GB" sz="1800" b="0" i="1" cap="none">
                <a:latin typeface="Adobe Devanagari"/>
                <a:ea typeface="Cambria"/>
              </a:rPr>
              <a:t> Security observations and mitigation suggestions</a:t>
            </a:r>
            <a:endParaRPr lang="en-GB" i="1"/>
          </a:p>
          <a:p>
            <a:pPr marL="285750" indent="-285750">
              <a:buFont typeface="Wingdings"/>
              <a:buChar char="Ø"/>
            </a:pPr>
            <a:r>
              <a:rPr lang="en-GB" sz="1800" i="1" cap="none">
                <a:latin typeface="Adobe Devanagari"/>
                <a:ea typeface="Cambria"/>
              </a:rPr>
              <a:t>Security Testing Output:</a:t>
            </a:r>
            <a:r>
              <a:rPr lang="en-GB" sz="1800" b="0" i="1" cap="none">
                <a:latin typeface="Adobe Devanagari"/>
                <a:ea typeface="Cambria"/>
              </a:rPr>
              <a:t> Validate detected vulnerabilities as </a:t>
            </a:r>
            <a:r>
              <a:rPr lang="en-GB" sz="1800" i="1" cap="none">
                <a:latin typeface="Adobe Devanagari"/>
                <a:ea typeface="Cambria"/>
              </a:rPr>
              <a:t>confirmed / mitigated / still present</a:t>
            </a:r>
            <a:endParaRPr lang="en-GB" i="1"/>
          </a:p>
          <a:p>
            <a:pPr marL="285750" indent="-285750">
              <a:buFont typeface="Wingdings"/>
              <a:buChar char="Ø"/>
            </a:pPr>
            <a:r>
              <a:rPr lang="en-GB" sz="1800" i="1" cap="none">
                <a:latin typeface="Adobe Devanagari"/>
                <a:ea typeface="Cambria"/>
              </a:rPr>
              <a:t>Final Output:</a:t>
            </a:r>
            <a:r>
              <a:rPr lang="en-GB" sz="1800" b="0" i="1" cap="none">
                <a:latin typeface="Adobe Devanagari"/>
                <a:ea typeface="Cambria"/>
              </a:rPr>
              <a:t> </a:t>
            </a:r>
            <a:r>
              <a:rPr lang="en-GB" sz="1800" i="1" cap="none">
                <a:latin typeface="Adobe Devanagari"/>
                <a:ea typeface="Cambria"/>
              </a:rPr>
              <a:t>Security Assessment Report</a:t>
            </a:r>
            <a:r>
              <a:rPr lang="en-GB" sz="1800" b="0" i="1" cap="none">
                <a:latin typeface="Adobe Devanagari"/>
                <a:ea typeface="Cambria"/>
              </a:rPr>
              <a:t> and </a:t>
            </a:r>
            <a:r>
              <a:rPr lang="en-GB" sz="1800" i="1" cap="none">
                <a:latin typeface="Adobe Devanagari"/>
                <a:ea typeface="Cambria"/>
              </a:rPr>
              <a:t>Compliance &amp; Traceability Dashboard</a:t>
            </a:r>
            <a:r>
              <a:rPr lang="en-GB" sz="1800" b="0" i="1" cap="none">
                <a:latin typeface="Adobe Devanagari"/>
                <a:ea typeface="Cambria"/>
              </a:rPr>
              <a:t> for review and secure prototype continuation</a:t>
            </a:r>
            <a:endParaRPr lang="en-GB" sz="1800" i="1" cap="none">
              <a:latin typeface="Adobe Devanagari"/>
              <a:ea typeface="Cambria"/>
            </a:endParaRPr>
          </a:p>
          <a:p>
            <a:endParaRPr lang="en-GB" sz="1800" b="0" i="1" cap="none">
              <a:latin typeface="Cambria"/>
              <a:ea typeface="Cambria"/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endParaRPr lang="en-GB" sz="2000" b="0" i="1"/>
          </a:p>
          <a:p>
            <a:pPr marL="342900" indent="-342900">
              <a:buFont typeface="Wingdings" panose="020B0604020202020204" pitchFamily="34" charset="0"/>
              <a:buChar char="Ø"/>
            </a:pPr>
            <a:endParaRPr lang="en-GB" sz="2000" b="0" i="1"/>
          </a:p>
        </p:txBody>
      </p:sp>
      <p:sp>
        <p:nvSpPr>
          <p:cNvPr id="13" name="Title 4">
            <a:extLst>
              <a:ext uri="{FF2B5EF4-FFF2-40B4-BE49-F238E27FC236}">
                <a16:creationId xmlns:a16="http://schemas.microsoft.com/office/drawing/2014/main" id="{4C94661E-C437-69F3-D640-6E03CFD37D81}"/>
              </a:ext>
            </a:extLst>
          </p:cNvPr>
          <p:cNvSpPr txBox="1">
            <a:spLocks/>
          </p:cNvSpPr>
          <p:nvPr/>
        </p:nvSpPr>
        <p:spPr>
          <a:xfrm>
            <a:off x="701502" y="4637625"/>
            <a:ext cx="6816539" cy="13280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6816539"/>
                      <a:gd name="csY0" fmla="*/ 0 h 1566618"/>
                      <a:gd name="csX1" fmla="*/ 363549 w 6816539"/>
                      <a:gd name="csY1" fmla="*/ 0 h 1566618"/>
                      <a:gd name="csX2" fmla="*/ 931594 w 6816539"/>
                      <a:gd name="csY2" fmla="*/ 0 h 1566618"/>
                      <a:gd name="csX3" fmla="*/ 1635969 w 6816539"/>
                      <a:gd name="csY3" fmla="*/ 0 h 1566618"/>
                      <a:gd name="csX4" fmla="*/ 2067683 w 6816539"/>
                      <a:gd name="csY4" fmla="*/ 0 h 1566618"/>
                      <a:gd name="csX5" fmla="*/ 2499398 w 6816539"/>
                      <a:gd name="csY5" fmla="*/ 0 h 1566618"/>
                      <a:gd name="csX6" fmla="*/ 3067443 w 6816539"/>
                      <a:gd name="csY6" fmla="*/ 0 h 1566618"/>
                      <a:gd name="csX7" fmla="*/ 3499157 w 6816539"/>
                      <a:gd name="csY7" fmla="*/ 0 h 1566618"/>
                      <a:gd name="csX8" fmla="*/ 4203532 w 6816539"/>
                      <a:gd name="csY8" fmla="*/ 0 h 1566618"/>
                      <a:gd name="csX9" fmla="*/ 4771577 w 6816539"/>
                      <a:gd name="csY9" fmla="*/ 0 h 1566618"/>
                      <a:gd name="csX10" fmla="*/ 5135126 w 6816539"/>
                      <a:gd name="csY10" fmla="*/ 0 h 1566618"/>
                      <a:gd name="csX11" fmla="*/ 5635006 w 6816539"/>
                      <a:gd name="csY11" fmla="*/ 0 h 1566618"/>
                      <a:gd name="csX12" fmla="*/ 6203050 w 6816539"/>
                      <a:gd name="csY12" fmla="*/ 0 h 1566618"/>
                      <a:gd name="csX13" fmla="*/ 6816539 w 6816539"/>
                      <a:gd name="csY13" fmla="*/ 0 h 1566618"/>
                      <a:gd name="csX14" fmla="*/ 6816539 w 6816539"/>
                      <a:gd name="csY14" fmla="*/ 522206 h 1566618"/>
                      <a:gd name="csX15" fmla="*/ 6816539 w 6816539"/>
                      <a:gd name="csY15" fmla="*/ 1028746 h 1566618"/>
                      <a:gd name="csX16" fmla="*/ 6816539 w 6816539"/>
                      <a:gd name="csY16" fmla="*/ 1566618 h 1566618"/>
                      <a:gd name="csX17" fmla="*/ 6112163 w 6816539"/>
                      <a:gd name="csY17" fmla="*/ 1566618 h 1566618"/>
                      <a:gd name="csX18" fmla="*/ 5680449 w 6816539"/>
                      <a:gd name="csY18" fmla="*/ 1566618 h 1566618"/>
                      <a:gd name="csX19" fmla="*/ 5316900 w 6816539"/>
                      <a:gd name="csY19" fmla="*/ 1566618 h 1566618"/>
                      <a:gd name="csX20" fmla="*/ 4612525 w 6816539"/>
                      <a:gd name="csY20" fmla="*/ 1566618 h 1566618"/>
                      <a:gd name="csX21" fmla="*/ 3908149 w 6816539"/>
                      <a:gd name="csY21" fmla="*/ 1566618 h 1566618"/>
                      <a:gd name="csX22" fmla="*/ 3476435 w 6816539"/>
                      <a:gd name="csY22" fmla="*/ 1566618 h 1566618"/>
                      <a:gd name="csX23" fmla="*/ 2772059 w 6816539"/>
                      <a:gd name="csY23" fmla="*/ 1566618 h 1566618"/>
                      <a:gd name="csX24" fmla="*/ 2204014 w 6816539"/>
                      <a:gd name="csY24" fmla="*/ 1566618 h 1566618"/>
                      <a:gd name="csX25" fmla="*/ 1499639 w 6816539"/>
                      <a:gd name="csY25" fmla="*/ 1566618 h 1566618"/>
                      <a:gd name="csX26" fmla="*/ 999759 w 6816539"/>
                      <a:gd name="csY26" fmla="*/ 1566618 h 1566618"/>
                      <a:gd name="csX27" fmla="*/ 0 w 6816539"/>
                      <a:gd name="csY27" fmla="*/ 1566618 h 1566618"/>
                      <a:gd name="csX28" fmla="*/ 0 w 6816539"/>
                      <a:gd name="csY28" fmla="*/ 1028746 h 1566618"/>
                      <a:gd name="csX29" fmla="*/ 0 w 6816539"/>
                      <a:gd name="csY29" fmla="*/ 553538 h 1566618"/>
                      <a:gd name="csX30" fmla="*/ 0 w 6816539"/>
                      <a:gd name="csY30" fmla="*/ 0 h 156661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</a:cxnLst>
                    <a:rect l="l" t="t" r="r" b="b"/>
                    <a:pathLst>
                      <a:path w="6816539" h="1566618" fill="none" extrusionOk="0">
                        <a:moveTo>
                          <a:pt x="0" y="0"/>
                        </a:moveTo>
                        <a:cubicBezTo>
                          <a:pt x="75416" y="-2897"/>
                          <a:pt x="236738" y="25827"/>
                          <a:pt x="363549" y="0"/>
                        </a:cubicBezTo>
                        <a:cubicBezTo>
                          <a:pt x="490360" y="-25827"/>
                          <a:pt x="700739" y="28104"/>
                          <a:pt x="931594" y="0"/>
                        </a:cubicBezTo>
                        <a:cubicBezTo>
                          <a:pt x="1162449" y="-28104"/>
                          <a:pt x="1335934" y="61011"/>
                          <a:pt x="1635969" y="0"/>
                        </a:cubicBezTo>
                        <a:cubicBezTo>
                          <a:pt x="1936004" y="-61011"/>
                          <a:pt x="1959261" y="40491"/>
                          <a:pt x="2067683" y="0"/>
                        </a:cubicBezTo>
                        <a:cubicBezTo>
                          <a:pt x="2176105" y="-40491"/>
                          <a:pt x="2406685" y="39962"/>
                          <a:pt x="2499398" y="0"/>
                        </a:cubicBezTo>
                        <a:cubicBezTo>
                          <a:pt x="2592112" y="-39962"/>
                          <a:pt x="2834710" y="55866"/>
                          <a:pt x="3067443" y="0"/>
                        </a:cubicBezTo>
                        <a:cubicBezTo>
                          <a:pt x="3300177" y="-55866"/>
                          <a:pt x="3303265" y="22935"/>
                          <a:pt x="3499157" y="0"/>
                        </a:cubicBezTo>
                        <a:cubicBezTo>
                          <a:pt x="3695049" y="-22935"/>
                          <a:pt x="4029517" y="7935"/>
                          <a:pt x="4203532" y="0"/>
                        </a:cubicBezTo>
                        <a:cubicBezTo>
                          <a:pt x="4377547" y="-7935"/>
                          <a:pt x="4597807" y="33422"/>
                          <a:pt x="4771577" y="0"/>
                        </a:cubicBezTo>
                        <a:cubicBezTo>
                          <a:pt x="4945347" y="-33422"/>
                          <a:pt x="4987609" y="24879"/>
                          <a:pt x="5135126" y="0"/>
                        </a:cubicBezTo>
                        <a:cubicBezTo>
                          <a:pt x="5282643" y="-24879"/>
                          <a:pt x="5528770" y="23466"/>
                          <a:pt x="5635006" y="0"/>
                        </a:cubicBezTo>
                        <a:cubicBezTo>
                          <a:pt x="5741242" y="-23466"/>
                          <a:pt x="6055721" y="38896"/>
                          <a:pt x="6203050" y="0"/>
                        </a:cubicBezTo>
                        <a:cubicBezTo>
                          <a:pt x="6350379" y="-38896"/>
                          <a:pt x="6618118" y="15454"/>
                          <a:pt x="6816539" y="0"/>
                        </a:cubicBezTo>
                        <a:cubicBezTo>
                          <a:pt x="6851843" y="154053"/>
                          <a:pt x="6814684" y="330589"/>
                          <a:pt x="6816539" y="522206"/>
                        </a:cubicBezTo>
                        <a:cubicBezTo>
                          <a:pt x="6818394" y="713823"/>
                          <a:pt x="6762036" y="794755"/>
                          <a:pt x="6816539" y="1028746"/>
                        </a:cubicBezTo>
                        <a:cubicBezTo>
                          <a:pt x="6871042" y="1262737"/>
                          <a:pt x="6790171" y="1354853"/>
                          <a:pt x="6816539" y="1566618"/>
                        </a:cubicBezTo>
                        <a:cubicBezTo>
                          <a:pt x="6532169" y="1611429"/>
                          <a:pt x="6347031" y="1497203"/>
                          <a:pt x="6112163" y="1566618"/>
                        </a:cubicBezTo>
                        <a:cubicBezTo>
                          <a:pt x="5877295" y="1636033"/>
                          <a:pt x="5814713" y="1546397"/>
                          <a:pt x="5680449" y="1566618"/>
                        </a:cubicBezTo>
                        <a:cubicBezTo>
                          <a:pt x="5546185" y="1586839"/>
                          <a:pt x="5447016" y="1562679"/>
                          <a:pt x="5316900" y="1566618"/>
                        </a:cubicBezTo>
                        <a:cubicBezTo>
                          <a:pt x="5186784" y="1570557"/>
                          <a:pt x="4875426" y="1483807"/>
                          <a:pt x="4612525" y="1566618"/>
                        </a:cubicBezTo>
                        <a:cubicBezTo>
                          <a:pt x="4349624" y="1649429"/>
                          <a:pt x="4212128" y="1508462"/>
                          <a:pt x="3908149" y="1566618"/>
                        </a:cubicBezTo>
                        <a:cubicBezTo>
                          <a:pt x="3604170" y="1624774"/>
                          <a:pt x="3586460" y="1531926"/>
                          <a:pt x="3476435" y="1566618"/>
                        </a:cubicBezTo>
                        <a:cubicBezTo>
                          <a:pt x="3366410" y="1601310"/>
                          <a:pt x="3115542" y="1546592"/>
                          <a:pt x="2772059" y="1566618"/>
                        </a:cubicBezTo>
                        <a:cubicBezTo>
                          <a:pt x="2428576" y="1586644"/>
                          <a:pt x="2341259" y="1513263"/>
                          <a:pt x="2204014" y="1566618"/>
                        </a:cubicBezTo>
                        <a:cubicBezTo>
                          <a:pt x="2066770" y="1619973"/>
                          <a:pt x="1777470" y="1565722"/>
                          <a:pt x="1499639" y="1566618"/>
                        </a:cubicBezTo>
                        <a:cubicBezTo>
                          <a:pt x="1221808" y="1567514"/>
                          <a:pt x="1209306" y="1535893"/>
                          <a:pt x="999759" y="1566618"/>
                        </a:cubicBezTo>
                        <a:cubicBezTo>
                          <a:pt x="790212" y="1597343"/>
                          <a:pt x="486815" y="1533703"/>
                          <a:pt x="0" y="1566618"/>
                        </a:cubicBezTo>
                        <a:cubicBezTo>
                          <a:pt x="-57994" y="1324828"/>
                          <a:pt x="19629" y="1227480"/>
                          <a:pt x="0" y="1028746"/>
                        </a:cubicBezTo>
                        <a:cubicBezTo>
                          <a:pt x="-19629" y="830012"/>
                          <a:pt x="41036" y="766245"/>
                          <a:pt x="0" y="553538"/>
                        </a:cubicBezTo>
                        <a:cubicBezTo>
                          <a:pt x="-41036" y="340831"/>
                          <a:pt x="58185" y="207358"/>
                          <a:pt x="0" y="0"/>
                        </a:cubicBezTo>
                        <a:close/>
                      </a:path>
                      <a:path w="6816539" h="1566618" stroke="0" extrusionOk="0">
                        <a:moveTo>
                          <a:pt x="0" y="0"/>
                        </a:moveTo>
                        <a:cubicBezTo>
                          <a:pt x="174869" y="-55239"/>
                          <a:pt x="302869" y="59031"/>
                          <a:pt x="499880" y="0"/>
                        </a:cubicBezTo>
                        <a:cubicBezTo>
                          <a:pt x="696891" y="-59031"/>
                          <a:pt x="905620" y="13357"/>
                          <a:pt x="1067924" y="0"/>
                        </a:cubicBezTo>
                        <a:cubicBezTo>
                          <a:pt x="1230228" y="-13357"/>
                          <a:pt x="1422181" y="5151"/>
                          <a:pt x="1567804" y="0"/>
                        </a:cubicBezTo>
                        <a:cubicBezTo>
                          <a:pt x="1713427" y="-5151"/>
                          <a:pt x="1916217" y="59451"/>
                          <a:pt x="2204014" y="0"/>
                        </a:cubicBezTo>
                        <a:cubicBezTo>
                          <a:pt x="2491811" y="-59451"/>
                          <a:pt x="2483182" y="10616"/>
                          <a:pt x="2567563" y="0"/>
                        </a:cubicBezTo>
                        <a:cubicBezTo>
                          <a:pt x="2651944" y="-10616"/>
                          <a:pt x="3083400" y="83621"/>
                          <a:pt x="3271939" y="0"/>
                        </a:cubicBezTo>
                        <a:cubicBezTo>
                          <a:pt x="3460478" y="-83621"/>
                          <a:pt x="3595325" y="26202"/>
                          <a:pt x="3703653" y="0"/>
                        </a:cubicBezTo>
                        <a:cubicBezTo>
                          <a:pt x="3811981" y="-26202"/>
                          <a:pt x="3989756" y="7472"/>
                          <a:pt x="4067202" y="0"/>
                        </a:cubicBezTo>
                        <a:cubicBezTo>
                          <a:pt x="4144648" y="-7472"/>
                          <a:pt x="4344572" y="1615"/>
                          <a:pt x="4430750" y="0"/>
                        </a:cubicBezTo>
                        <a:cubicBezTo>
                          <a:pt x="4516928" y="-1615"/>
                          <a:pt x="4889822" y="5721"/>
                          <a:pt x="5066961" y="0"/>
                        </a:cubicBezTo>
                        <a:cubicBezTo>
                          <a:pt x="5244100" y="-5721"/>
                          <a:pt x="5435664" y="22828"/>
                          <a:pt x="5703171" y="0"/>
                        </a:cubicBezTo>
                        <a:cubicBezTo>
                          <a:pt x="5970678" y="-22828"/>
                          <a:pt x="6044889" y="38422"/>
                          <a:pt x="6271216" y="0"/>
                        </a:cubicBezTo>
                        <a:cubicBezTo>
                          <a:pt x="6497543" y="-38422"/>
                          <a:pt x="6617249" y="58119"/>
                          <a:pt x="6816539" y="0"/>
                        </a:cubicBezTo>
                        <a:cubicBezTo>
                          <a:pt x="6854877" y="154025"/>
                          <a:pt x="6789065" y="312902"/>
                          <a:pt x="6816539" y="490874"/>
                        </a:cubicBezTo>
                        <a:cubicBezTo>
                          <a:pt x="6844013" y="668846"/>
                          <a:pt x="6806357" y="880342"/>
                          <a:pt x="6816539" y="981747"/>
                        </a:cubicBezTo>
                        <a:cubicBezTo>
                          <a:pt x="6826721" y="1083152"/>
                          <a:pt x="6756077" y="1336005"/>
                          <a:pt x="6816539" y="1566618"/>
                        </a:cubicBezTo>
                        <a:cubicBezTo>
                          <a:pt x="6599705" y="1578654"/>
                          <a:pt x="6390327" y="1533478"/>
                          <a:pt x="6248494" y="1566618"/>
                        </a:cubicBezTo>
                        <a:cubicBezTo>
                          <a:pt x="6106661" y="1599758"/>
                          <a:pt x="5883598" y="1530863"/>
                          <a:pt x="5680449" y="1566618"/>
                        </a:cubicBezTo>
                        <a:cubicBezTo>
                          <a:pt x="5477300" y="1602373"/>
                          <a:pt x="5132747" y="1508910"/>
                          <a:pt x="4976073" y="1566618"/>
                        </a:cubicBezTo>
                        <a:cubicBezTo>
                          <a:pt x="4819399" y="1624326"/>
                          <a:pt x="4595722" y="1482353"/>
                          <a:pt x="4271698" y="1566618"/>
                        </a:cubicBezTo>
                        <a:cubicBezTo>
                          <a:pt x="3947674" y="1650883"/>
                          <a:pt x="3877004" y="1518145"/>
                          <a:pt x="3771818" y="1566618"/>
                        </a:cubicBezTo>
                        <a:cubicBezTo>
                          <a:pt x="3666632" y="1615091"/>
                          <a:pt x="3443510" y="1534796"/>
                          <a:pt x="3135608" y="1566618"/>
                        </a:cubicBezTo>
                        <a:cubicBezTo>
                          <a:pt x="2827706" y="1598440"/>
                          <a:pt x="2655849" y="1494357"/>
                          <a:pt x="2499398" y="1566618"/>
                        </a:cubicBezTo>
                        <a:cubicBezTo>
                          <a:pt x="2342947" y="1638879"/>
                          <a:pt x="2093552" y="1525163"/>
                          <a:pt x="1931353" y="1566618"/>
                        </a:cubicBezTo>
                        <a:cubicBezTo>
                          <a:pt x="1769154" y="1608073"/>
                          <a:pt x="1553735" y="1553658"/>
                          <a:pt x="1431473" y="1566618"/>
                        </a:cubicBezTo>
                        <a:cubicBezTo>
                          <a:pt x="1309211" y="1579578"/>
                          <a:pt x="1175000" y="1555787"/>
                          <a:pt x="999759" y="1566618"/>
                        </a:cubicBezTo>
                        <a:cubicBezTo>
                          <a:pt x="824518" y="1577449"/>
                          <a:pt x="804777" y="1543831"/>
                          <a:pt x="636210" y="1566618"/>
                        </a:cubicBezTo>
                        <a:cubicBezTo>
                          <a:pt x="467643" y="1589405"/>
                          <a:pt x="304432" y="1516289"/>
                          <a:pt x="0" y="1566618"/>
                        </a:cubicBezTo>
                        <a:cubicBezTo>
                          <a:pt x="-24727" y="1332029"/>
                          <a:pt x="14518" y="1265715"/>
                          <a:pt x="0" y="1091411"/>
                        </a:cubicBezTo>
                        <a:cubicBezTo>
                          <a:pt x="-14518" y="917107"/>
                          <a:pt x="27124" y="725919"/>
                          <a:pt x="0" y="569205"/>
                        </a:cubicBezTo>
                        <a:cubicBezTo>
                          <a:pt x="-27124" y="412491"/>
                          <a:pt x="40680" y="117504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marL="342900" indent="-342900">
              <a:buFont typeface="Wingdings" panose="020B0604020202020204" pitchFamily="34" charset="0"/>
              <a:buChar char="Ø"/>
            </a:pPr>
            <a:r>
              <a:rPr lang="en-GB" sz="1800" i="1" cap="none">
                <a:latin typeface="Adobe Devanagari"/>
                <a:ea typeface="Cambria"/>
              </a:rPr>
              <a:t>Depends On:</a:t>
            </a:r>
            <a:r>
              <a:rPr lang="en-GB" sz="1800" b="0" i="1" cap="none">
                <a:latin typeface="Adobe Devanagari"/>
                <a:ea typeface="Cambria"/>
              </a:rPr>
              <a:t> Generated </a:t>
            </a:r>
            <a:r>
              <a:rPr lang="en-GB" sz="1800" i="1" cap="none">
                <a:latin typeface="Adobe Devanagari"/>
                <a:ea typeface="Cambria"/>
              </a:rPr>
              <a:t>source code</a:t>
            </a:r>
            <a:r>
              <a:rPr lang="en-GB" sz="1800" b="0" i="1" cap="none">
                <a:latin typeface="Adobe Devanagari"/>
                <a:ea typeface="Cambria"/>
              </a:rPr>
              <a:t>, </a:t>
            </a:r>
            <a:r>
              <a:rPr lang="en-GB" sz="1800" i="1" cap="none">
                <a:latin typeface="Adobe Devanagari"/>
                <a:ea typeface="Cambria"/>
              </a:rPr>
              <a:t>dependency list / package details</a:t>
            </a:r>
            <a:r>
              <a:rPr lang="en-GB" sz="1800" b="0" i="1" cap="none">
                <a:latin typeface="Adobe Devanagari"/>
                <a:ea typeface="Cambria"/>
              </a:rPr>
              <a:t>, and </a:t>
            </a:r>
            <a:r>
              <a:rPr lang="en-GB" sz="1800" i="1" cap="none">
                <a:latin typeface="Adobe Devanagari"/>
                <a:ea typeface="Cambria"/>
              </a:rPr>
              <a:t>testing artifacts</a:t>
            </a:r>
            <a:endParaRPr lang="en-US" i="1"/>
          </a:p>
          <a:p>
            <a:pPr marL="285750" indent="-285750">
              <a:buFont typeface="Wingdings" panose="020B0604020202020204" pitchFamily="34" charset="0"/>
              <a:buChar char="Ø"/>
            </a:pPr>
            <a:r>
              <a:rPr lang="en-GB" sz="1800" i="1" cap="none">
                <a:latin typeface="Adobe Devanagari"/>
                <a:ea typeface="Cambria"/>
              </a:rPr>
              <a:t>Common:</a:t>
            </a:r>
            <a:r>
              <a:rPr lang="en-GB" sz="1800" b="0" i="1" cap="none">
                <a:latin typeface="Adobe Devanagari"/>
                <a:ea typeface="Cambria"/>
              </a:rPr>
              <a:t> Code references, traceability mapping, report storage, output templates</a:t>
            </a:r>
            <a:endParaRPr lang="en-GB" sz="1800" i="1" cap="none">
              <a:latin typeface="Adobe Devanagari"/>
              <a:ea typeface="Cambria"/>
            </a:endParaRPr>
          </a:p>
          <a:p>
            <a:pPr>
              <a:buFont typeface="Wingdings" panose="020B0604020202020204" pitchFamily="34" charset="0"/>
              <a:buChar char="Ø"/>
            </a:pPr>
            <a:endParaRPr lang="en-GB" sz="1800" i="1" cap="none">
              <a:latin typeface="Adobe Devanagari"/>
              <a:ea typeface="Cambria"/>
            </a:endParaRPr>
          </a:p>
          <a:p>
            <a:pPr marL="342900" indent="-342900">
              <a:buFont typeface="Wingdings" panose="020B0604020202020204" pitchFamily="34" charset="0"/>
              <a:buChar char="Ø"/>
            </a:pPr>
            <a:endParaRPr lang="en-GB" sz="1800" i="1" cap="none">
              <a:latin typeface="Adobe Devanagari"/>
              <a:ea typeface="Cambri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E5AC3D-8EAF-5FDD-D360-4827B35F900B}"/>
              </a:ext>
            </a:extLst>
          </p:cNvPr>
          <p:cNvSpPr txBox="1"/>
          <p:nvPr/>
        </p:nvSpPr>
        <p:spPr>
          <a:xfrm>
            <a:off x="1180854" y="183482"/>
            <a:ext cx="8686800" cy="5232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2800" b="1" i="1"/>
              <a:t>Integrated Security Analysis and Testing Component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581ECA-ACE7-61F2-6409-29D302467383}"/>
              </a:ext>
            </a:extLst>
          </p:cNvPr>
          <p:cNvSpPr txBox="1"/>
          <p:nvPr/>
        </p:nvSpPr>
        <p:spPr>
          <a:xfrm rot="10800000" flipV="1">
            <a:off x="547497" y="1697779"/>
            <a:ext cx="2764663" cy="510778"/>
          </a:xfrm>
          <a:custGeom>
            <a:avLst/>
            <a:gdLst>
              <a:gd name="csX0" fmla="*/ 0 w 2764663"/>
              <a:gd name="csY0" fmla="*/ 85131 h 510778"/>
              <a:gd name="csX1" fmla="*/ 85131 w 2764663"/>
              <a:gd name="csY1" fmla="*/ 0 h 510778"/>
              <a:gd name="csX2" fmla="*/ 733731 w 2764663"/>
              <a:gd name="csY2" fmla="*/ 0 h 510778"/>
              <a:gd name="csX3" fmla="*/ 1304499 w 2764663"/>
              <a:gd name="csY3" fmla="*/ 0 h 510778"/>
              <a:gd name="csX4" fmla="*/ 2004988 w 2764663"/>
              <a:gd name="csY4" fmla="*/ 0 h 510778"/>
              <a:gd name="csX5" fmla="*/ 2679532 w 2764663"/>
              <a:gd name="csY5" fmla="*/ 0 h 510778"/>
              <a:gd name="csX6" fmla="*/ 2764663 w 2764663"/>
              <a:gd name="csY6" fmla="*/ 85131 h 510778"/>
              <a:gd name="csX7" fmla="*/ 2764663 w 2764663"/>
              <a:gd name="csY7" fmla="*/ 425647 h 510778"/>
              <a:gd name="csX8" fmla="*/ 2679532 w 2764663"/>
              <a:gd name="csY8" fmla="*/ 510778 h 510778"/>
              <a:gd name="csX9" fmla="*/ 1979044 w 2764663"/>
              <a:gd name="csY9" fmla="*/ 510778 h 510778"/>
              <a:gd name="csX10" fmla="*/ 1356387 w 2764663"/>
              <a:gd name="csY10" fmla="*/ 510778 h 510778"/>
              <a:gd name="csX11" fmla="*/ 733731 w 2764663"/>
              <a:gd name="csY11" fmla="*/ 510778 h 510778"/>
              <a:gd name="csX12" fmla="*/ 85131 w 2764663"/>
              <a:gd name="csY12" fmla="*/ 510778 h 510778"/>
              <a:gd name="csX13" fmla="*/ 0 w 2764663"/>
              <a:gd name="csY13" fmla="*/ 425647 h 510778"/>
              <a:gd name="csX14" fmla="*/ 0 w 2764663"/>
              <a:gd name="csY14" fmla="*/ 85131 h 5107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764663" h="510778" extrusionOk="0">
                <a:moveTo>
                  <a:pt x="0" y="85131"/>
                </a:moveTo>
                <a:cubicBezTo>
                  <a:pt x="9227" y="38413"/>
                  <a:pt x="42612" y="5615"/>
                  <a:pt x="85131" y="0"/>
                </a:cubicBezTo>
                <a:cubicBezTo>
                  <a:pt x="238374" y="-7714"/>
                  <a:pt x="435627" y="-2810"/>
                  <a:pt x="733731" y="0"/>
                </a:cubicBezTo>
                <a:cubicBezTo>
                  <a:pt x="1031835" y="2810"/>
                  <a:pt x="1146081" y="18968"/>
                  <a:pt x="1304499" y="0"/>
                </a:cubicBezTo>
                <a:cubicBezTo>
                  <a:pt x="1462917" y="-18968"/>
                  <a:pt x="1854233" y="-2159"/>
                  <a:pt x="2004988" y="0"/>
                </a:cubicBezTo>
                <a:cubicBezTo>
                  <a:pt x="2155743" y="2159"/>
                  <a:pt x="2517933" y="-4420"/>
                  <a:pt x="2679532" y="0"/>
                </a:cubicBezTo>
                <a:cubicBezTo>
                  <a:pt x="2724715" y="-1044"/>
                  <a:pt x="2764802" y="35195"/>
                  <a:pt x="2764663" y="85131"/>
                </a:cubicBezTo>
                <a:cubicBezTo>
                  <a:pt x="2775418" y="168452"/>
                  <a:pt x="2779080" y="356852"/>
                  <a:pt x="2764663" y="425647"/>
                </a:cubicBezTo>
                <a:cubicBezTo>
                  <a:pt x="2767756" y="469190"/>
                  <a:pt x="2718717" y="514759"/>
                  <a:pt x="2679532" y="510778"/>
                </a:cubicBezTo>
                <a:cubicBezTo>
                  <a:pt x="2512927" y="495913"/>
                  <a:pt x="2133798" y="488486"/>
                  <a:pt x="1979044" y="510778"/>
                </a:cubicBezTo>
                <a:cubicBezTo>
                  <a:pt x="1824290" y="533070"/>
                  <a:pt x="1490147" y="496001"/>
                  <a:pt x="1356387" y="510778"/>
                </a:cubicBezTo>
                <a:cubicBezTo>
                  <a:pt x="1222627" y="525555"/>
                  <a:pt x="863853" y="510804"/>
                  <a:pt x="733731" y="510778"/>
                </a:cubicBezTo>
                <a:cubicBezTo>
                  <a:pt x="603609" y="510752"/>
                  <a:pt x="331207" y="536071"/>
                  <a:pt x="85131" y="510778"/>
                </a:cubicBezTo>
                <a:cubicBezTo>
                  <a:pt x="42183" y="513676"/>
                  <a:pt x="5554" y="476930"/>
                  <a:pt x="0" y="425647"/>
                </a:cubicBezTo>
                <a:cubicBezTo>
                  <a:pt x="-3279" y="300143"/>
                  <a:pt x="16103" y="229750"/>
                  <a:pt x="0" y="85131"/>
                </a:cubicBezTo>
                <a:close/>
              </a:path>
            </a:pathLst>
          </a:custGeom>
          <a:noFill/>
          <a:ln w="28575">
            <a:solidFill>
              <a:schemeClr val="bg1">
                <a:lumMod val="75000"/>
              </a:schemeClr>
            </a:solidFill>
            <a:prstDash val="lgDash"/>
            <a:extLst>
              <a:ext uri="{C807C97D-BFC1-408E-A445-0C87EB9F89A2}">
                <ask:lineSketchStyleProps xmlns:ask="http://schemas.microsoft.com/office/drawing/2018/sketchyshapes" sd="2081917180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2400" b="1" i="1"/>
              <a:t>System Overview</a:t>
            </a:r>
            <a:endParaRPr lang="en-US">
              <a:ea typeface="Cambria"/>
            </a:endParaRPr>
          </a:p>
        </p:txBody>
      </p:sp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189E9576-667B-D065-C44E-4AD23FB486B6}"/>
              </a:ext>
            </a:extLst>
          </p:cNvPr>
          <p:cNvCxnSpPr>
            <a:cxnSpLocks/>
            <a:stCxn id="7" idx="3"/>
          </p:cNvCxnSpPr>
          <p:nvPr/>
        </p:nvCxnSpPr>
        <p:spPr>
          <a:xfrm rot="10800000">
            <a:off x="7511761" y="4916130"/>
            <a:ext cx="817055" cy="504805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D2F64EA-A6BF-B215-70DE-48D186003077}"/>
              </a:ext>
            </a:extLst>
          </p:cNvPr>
          <p:cNvSpPr txBox="1"/>
          <p:nvPr/>
        </p:nvSpPr>
        <p:spPr>
          <a:xfrm rot="10800000" flipV="1">
            <a:off x="8328815" y="4756922"/>
            <a:ext cx="3077678" cy="1328023"/>
          </a:xfrm>
          <a:custGeom>
            <a:avLst/>
            <a:gdLst>
              <a:gd name="csX0" fmla="*/ 0 w 3077678"/>
              <a:gd name="csY0" fmla="*/ 221342 h 1328023"/>
              <a:gd name="csX1" fmla="*/ 221342 w 3077678"/>
              <a:gd name="csY1" fmla="*/ 0 h 1328023"/>
              <a:gd name="csX2" fmla="*/ 880091 w 3077678"/>
              <a:gd name="csY2" fmla="*/ 0 h 1328023"/>
              <a:gd name="csX3" fmla="*/ 1459789 w 3077678"/>
              <a:gd name="csY3" fmla="*/ 0 h 1328023"/>
              <a:gd name="csX4" fmla="*/ 2171238 w 3077678"/>
              <a:gd name="csY4" fmla="*/ 0 h 1328023"/>
              <a:gd name="csX5" fmla="*/ 2856336 w 3077678"/>
              <a:gd name="csY5" fmla="*/ 0 h 1328023"/>
              <a:gd name="csX6" fmla="*/ 3077678 w 3077678"/>
              <a:gd name="csY6" fmla="*/ 221342 h 1328023"/>
              <a:gd name="csX7" fmla="*/ 3077678 w 3077678"/>
              <a:gd name="csY7" fmla="*/ 655158 h 1328023"/>
              <a:gd name="csX8" fmla="*/ 3077678 w 3077678"/>
              <a:gd name="csY8" fmla="*/ 1106681 h 1328023"/>
              <a:gd name="csX9" fmla="*/ 2856336 w 3077678"/>
              <a:gd name="csY9" fmla="*/ 1328023 h 1328023"/>
              <a:gd name="csX10" fmla="*/ 2197588 w 3077678"/>
              <a:gd name="csY10" fmla="*/ 1328023 h 1328023"/>
              <a:gd name="csX11" fmla="*/ 1565189 w 3077678"/>
              <a:gd name="csY11" fmla="*/ 1328023 h 1328023"/>
              <a:gd name="csX12" fmla="*/ 853741 w 3077678"/>
              <a:gd name="csY12" fmla="*/ 1328023 h 1328023"/>
              <a:gd name="csX13" fmla="*/ 221342 w 3077678"/>
              <a:gd name="csY13" fmla="*/ 1328023 h 1328023"/>
              <a:gd name="csX14" fmla="*/ 0 w 3077678"/>
              <a:gd name="csY14" fmla="*/ 1106681 h 1328023"/>
              <a:gd name="csX15" fmla="*/ 0 w 3077678"/>
              <a:gd name="csY15" fmla="*/ 672865 h 1328023"/>
              <a:gd name="csX16" fmla="*/ 0 w 3077678"/>
              <a:gd name="csY16" fmla="*/ 221342 h 13280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077678" h="1328023" extrusionOk="0">
                <a:moveTo>
                  <a:pt x="0" y="221342"/>
                </a:moveTo>
                <a:cubicBezTo>
                  <a:pt x="30520" y="100087"/>
                  <a:pt x="100956" y="2320"/>
                  <a:pt x="221342" y="0"/>
                </a:cubicBezTo>
                <a:cubicBezTo>
                  <a:pt x="353752" y="-22346"/>
                  <a:pt x="613082" y="-12524"/>
                  <a:pt x="880091" y="0"/>
                </a:cubicBezTo>
                <a:cubicBezTo>
                  <a:pt x="1147100" y="12524"/>
                  <a:pt x="1171137" y="25694"/>
                  <a:pt x="1459789" y="0"/>
                </a:cubicBezTo>
                <a:cubicBezTo>
                  <a:pt x="1748441" y="-25694"/>
                  <a:pt x="1819516" y="19753"/>
                  <a:pt x="2171238" y="0"/>
                </a:cubicBezTo>
                <a:cubicBezTo>
                  <a:pt x="2522960" y="-19753"/>
                  <a:pt x="2679307" y="28318"/>
                  <a:pt x="2856336" y="0"/>
                </a:cubicBezTo>
                <a:cubicBezTo>
                  <a:pt x="2975514" y="-1746"/>
                  <a:pt x="3077991" y="92513"/>
                  <a:pt x="3077678" y="221342"/>
                </a:cubicBezTo>
                <a:cubicBezTo>
                  <a:pt x="3060108" y="331511"/>
                  <a:pt x="3071108" y="452271"/>
                  <a:pt x="3077678" y="655158"/>
                </a:cubicBezTo>
                <a:cubicBezTo>
                  <a:pt x="3084248" y="858045"/>
                  <a:pt x="3074815" y="966135"/>
                  <a:pt x="3077678" y="1106681"/>
                </a:cubicBezTo>
                <a:cubicBezTo>
                  <a:pt x="3086011" y="1220347"/>
                  <a:pt x="2989389" y="1316424"/>
                  <a:pt x="2856336" y="1328023"/>
                </a:cubicBezTo>
                <a:cubicBezTo>
                  <a:pt x="2613676" y="1334703"/>
                  <a:pt x="2455357" y="1301081"/>
                  <a:pt x="2197588" y="1328023"/>
                </a:cubicBezTo>
                <a:cubicBezTo>
                  <a:pt x="1939819" y="1354965"/>
                  <a:pt x="1762198" y="1304816"/>
                  <a:pt x="1565189" y="1328023"/>
                </a:cubicBezTo>
                <a:cubicBezTo>
                  <a:pt x="1368180" y="1351230"/>
                  <a:pt x="1179083" y="1315301"/>
                  <a:pt x="853741" y="1328023"/>
                </a:cubicBezTo>
                <a:cubicBezTo>
                  <a:pt x="528399" y="1340745"/>
                  <a:pt x="443654" y="1355744"/>
                  <a:pt x="221342" y="1328023"/>
                </a:cubicBezTo>
                <a:cubicBezTo>
                  <a:pt x="101974" y="1340719"/>
                  <a:pt x="-9362" y="1233220"/>
                  <a:pt x="0" y="1106681"/>
                </a:cubicBezTo>
                <a:cubicBezTo>
                  <a:pt x="20997" y="926306"/>
                  <a:pt x="11886" y="763723"/>
                  <a:pt x="0" y="672865"/>
                </a:cubicBezTo>
                <a:cubicBezTo>
                  <a:pt x="-11886" y="582007"/>
                  <a:pt x="12191" y="413601"/>
                  <a:pt x="0" y="221342"/>
                </a:cubicBezTo>
                <a:close/>
              </a:path>
            </a:pathLst>
          </a:custGeom>
          <a:noFill/>
          <a:ln w="28575">
            <a:solidFill>
              <a:schemeClr val="bg1">
                <a:lumMod val="75000"/>
              </a:schemeClr>
            </a:solidFill>
            <a:prstDash val="lgDash"/>
            <a:extLst>
              <a:ext uri="{C807C97D-BFC1-408E-A445-0C87EB9F89A2}">
                <ask:lineSketchStyleProps xmlns:ask="http://schemas.microsoft.com/office/drawing/2018/sketchyshapes" sd="2081917180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2400" b="1" i="1"/>
              <a:t>Dependency &amp; Common Components</a:t>
            </a:r>
            <a:endParaRPr lang="en-US">
              <a:ea typeface="Cambria"/>
            </a:endParaRP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792EC71A-3320-6724-9D3D-F7645D200D77}"/>
              </a:ext>
            </a:extLst>
          </p:cNvPr>
          <p:cNvCxnSpPr>
            <a:cxnSpLocks/>
          </p:cNvCxnSpPr>
          <p:nvPr/>
        </p:nvCxnSpPr>
        <p:spPr>
          <a:xfrm flipV="1">
            <a:off x="2500745" y="1369710"/>
            <a:ext cx="1324003" cy="303500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24CAC326-89F0-0FFC-A7C8-49F0556EB94B}"/>
              </a:ext>
            </a:extLst>
          </p:cNvPr>
          <p:cNvSpPr/>
          <p:nvPr/>
        </p:nvSpPr>
        <p:spPr>
          <a:xfrm>
            <a:off x="2937235" y="650303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IT22102478</a:t>
            </a:r>
            <a:r>
              <a:rPr lang="en-US" sz="1800">
                <a:solidFill>
                  <a:schemeClr val="tx1"/>
                </a:solidFill>
              </a:rPr>
              <a:t>   | </a:t>
            </a:r>
            <a:r>
              <a:rPr lang="en-US" b="1" err="1">
                <a:solidFill>
                  <a:schemeClr val="tx1"/>
                </a:solidFill>
              </a:rPr>
              <a:t>Oberathna</a:t>
            </a:r>
            <a:r>
              <a:rPr lang="en-US" b="1">
                <a:solidFill>
                  <a:schemeClr val="tx1"/>
                </a:solidFill>
              </a:rPr>
              <a:t> R.D.T.D </a:t>
            </a:r>
            <a:r>
              <a:rPr lang="en-US" sz="1800" b="1">
                <a:solidFill>
                  <a:schemeClr val="tx1"/>
                </a:solidFill>
              </a:rPr>
              <a:t>|   R26-SE-033</a:t>
            </a:r>
            <a:endParaRPr lang="en-US" sz="1800" b="1">
              <a:solidFill>
                <a:schemeClr val="tx1"/>
              </a:solidFill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1544839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6F8E4-8BAA-AAAC-1ADB-7FB6F7C24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 descr="Laptop with phone and calculator">
            <a:extLst>
              <a:ext uri="{FF2B5EF4-FFF2-40B4-BE49-F238E27FC236}">
                <a16:creationId xmlns:a16="http://schemas.microsoft.com/office/drawing/2014/main" id="{E80EA275-F1B1-2551-3881-6C8E4F0FEC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10684" y="-865661"/>
            <a:ext cx="6858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FA749FA8-E847-74FC-A45B-8DB96C94AB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5981" y="223018"/>
            <a:ext cx="7065296" cy="5232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800" b="1" i="1">
                <a:solidFill>
                  <a:srgbClr val="002060"/>
                </a:solidFill>
                <a:latin typeface="+mn-lt"/>
              </a:rPr>
              <a:t>Auto Forge: Multi-Agent LLM System</a:t>
            </a:r>
            <a:endParaRPr lang="en-US" i="1">
              <a:solidFill>
                <a:srgbClr val="002060"/>
              </a:solidFill>
              <a:latin typeface="+mn-lt"/>
            </a:endParaRP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5C7445C9-AB65-6FAA-5C34-3B21DCE0F29B}"/>
              </a:ext>
            </a:extLst>
          </p:cNvPr>
          <p:cNvSpPr txBox="1">
            <a:spLocks/>
          </p:cNvSpPr>
          <p:nvPr/>
        </p:nvSpPr>
        <p:spPr>
          <a:xfrm>
            <a:off x="1159900" y="3321623"/>
            <a:ext cx="8679426" cy="194607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2"/>
            </a:solidFill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8679426"/>
                      <a:gd name="csY0" fmla="*/ 0 h 1832584"/>
                      <a:gd name="csX1" fmla="*/ 752217 w 8679426"/>
                      <a:gd name="csY1" fmla="*/ 0 h 1832584"/>
                      <a:gd name="csX2" fmla="*/ 1070463 w 8679426"/>
                      <a:gd name="csY2" fmla="*/ 0 h 1832584"/>
                      <a:gd name="csX3" fmla="*/ 1562297 w 8679426"/>
                      <a:gd name="csY3" fmla="*/ 0 h 1832584"/>
                      <a:gd name="csX4" fmla="*/ 2140925 w 8679426"/>
                      <a:gd name="csY4" fmla="*/ 0 h 1832584"/>
                      <a:gd name="csX5" fmla="*/ 2459171 w 8679426"/>
                      <a:gd name="csY5" fmla="*/ 0 h 1832584"/>
                      <a:gd name="csX6" fmla="*/ 3037799 w 8679426"/>
                      <a:gd name="csY6" fmla="*/ 0 h 1832584"/>
                      <a:gd name="csX7" fmla="*/ 3529633 w 8679426"/>
                      <a:gd name="csY7" fmla="*/ 0 h 1832584"/>
                      <a:gd name="csX8" fmla="*/ 4108262 w 8679426"/>
                      <a:gd name="csY8" fmla="*/ 0 h 1832584"/>
                      <a:gd name="csX9" fmla="*/ 4426507 w 8679426"/>
                      <a:gd name="csY9" fmla="*/ 0 h 1832584"/>
                      <a:gd name="csX10" fmla="*/ 4918341 w 8679426"/>
                      <a:gd name="csY10" fmla="*/ 0 h 1832584"/>
                      <a:gd name="csX11" fmla="*/ 5323381 w 8679426"/>
                      <a:gd name="csY11" fmla="*/ 0 h 1832584"/>
                      <a:gd name="csX12" fmla="*/ 5728421 w 8679426"/>
                      <a:gd name="csY12" fmla="*/ 0 h 1832584"/>
                      <a:gd name="csX13" fmla="*/ 6133461 w 8679426"/>
                      <a:gd name="csY13" fmla="*/ 0 h 1832584"/>
                      <a:gd name="csX14" fmla="*/ 6625295 w 8679426"/>
                      <a:gd name="csY14" fmla="*/ 0 h 1832584"/>
                      <a:gd name="csX15" fmla="*/ 7290718 w 8679426"/>
                      <a:gd name="csY15" fmla="*/ 0 h 1832584"/>
                      <a:gd name="csX16" fmla="*/ 7782552 w 8679426"/>
                      <a:gd name="csY16" fmla="*/ 0 h 1832584"/>
                      <a:gd name="csX17" fmla="*/ 8100798 w 8679426"/>
                      <a:gd name="csY17" fmla="*/ 0 h 1832584"/>
                      <a:gd name="csX18" fmla="*/ 8679426 w 8679426"/>
                      <a:gd name="csY18" fmla="*/ 0 h 1832584"/>
                      <a:gd name="csX19" fmla="*/ 8679426 w 8679426"/>
                      <a:gd name="csY19" fmla="*/ 494798 h 1832584"/>
                      <a:gd name="csX20" fmla="*/ 8679426 w 8679426"/>
                      <a:gd name="csY20" fmla="*/ 916292 h 1832584"/>
                      <a:gd name="csX21" fmla="*/ 8679426 w 8679426"/>
                      <a:gd name="csY21" fmla="*/ 1411090 h 1832584"/>
                      <a:gd name="csX22" fmla="*/ 8679426 w 8679426"/>
                      <a:gd name="csY22" fmla="*/ 1832584 h 1832584"/>
                      <a:gd name="csX23" fmla="*/ 8361180 w 8679426"/>
                      <a:gd name="csY23" fmla="*/ 1832584 h 1832584"/>
                      <a:gd name="csX24" fmla="*/ 7956141 w 8679426"/>
                      <a:gd name="csY24" fmla="*/ 1832584 h 1832584"/>
                      <a:gd name="csX25" fmla="*/ 7464306 w 8679426"/>
                      <a:gd name="csY25" fmla="*/ 1832584 h 1832584"/>
                      <a:gd name="csX26" fmla="*/ 7059266 w 8679426"/>
                      <a:gd name="csY26" fmla="*/ 1832584 h 1832584"/>
                      <a:gd name="csX27" fmla="*/ 6741021 w 8679426"/>
                      <a:gd name="csY27" fmla="*/ 1832584 h 1832584"/>
                      <a:gd name="csX28" fmla="*/ 6335981 w 8679426"/>
                      <a:gd name="csY28" fmla="*/ 1832584 h 1832584"/>
                      <a:gd name="csX29" fmla="*/ 5583764 w 8679426"/>
                      <a:gd name="csY29" fmla="*/ 1832584 h 1832584"/>
                      <a:gd name="csX30" fmla="*/ 5265518 w 8679426"/>
                      <a:gd name="csY30" fmla="*/ 1832584 h 1832584"/>
                      <a:gd name="csX31" fmla="*/ 4513302 w 8679426"/>
                      <a:gd name="csY31" fmla="*/ 1832584 h 1832584"/>
                      <a:gd name="csX32" fmla="*/ 4195056 w 8679426"/>
                      <a:gd name="csY32" fmla="*/ 1832584 h 1832584"/>
                      <a:gd name="csX33" fmla="*/ 3442839 w 8679426"/>
                      <a:gd name="csY33" fmla="*/ 1832584 h 1832584"/>
                      <a:gd name="csX34" fmla="*/ 3124593 w 8679426"/>
                      <a:gd name="csY34" fmla="*/ 1832584 h 1832584"/>
                      <a:gd name="csX35" fmla="*/ 2545965 w 8679426"/>
                      <a:gd name="csY35" fmla="*/ 1832584 h 1832584"/>
                      <a:gd name="csX36" fmla="*/ 1967337 w 8679426"/>
                      <a:gd name="csY36" fmla="*/ 1832584 h 1832584"/>
                      <a:gd name="csX37" fmla="*/ 1562297 w 8679426"/>
                      <a:gd name="csY37" fmla="*/ 1832584 h 1832584"/>
                      <a:gd name="csX38" fmla="*/ 810080 w 8679426"/>
                      <a:gd name="csY38" fmla="*/ 1832584 h 1832584"/>
                      <a:gd name="csX39" fmla="*/ 491834 w 8679426"/>
                      <a:gd name="csY39" fmla="*/ 1832584 h 1832584"/>
                      <a:gd name="csX40" fmla="*/ 0 w 8679426"/>
                      <a:gd name="csY40" fmla="*/ 1832584 h 1832584"/>
                      <a:gd name="csX41" fmla="*/ 0 w 8679426"/>
                      <a:gd name="csY41" fmla="*/ 1337786 h 1832584"/>
                      <a:gd name="csX42" fmla="*/ 0 w 8679426"/>
                      <a:gd name="csY42" fmla="*/ 879640 h 1832584"/>
                      <a:gd name="csX43" fmla="*/ 0 w 8679426"/>
                      <a:gd name="csY43" fmla="*/ 403168 h 1832584"/>
                      <a:gd name="csX44" fmla="*/ 0 w 8679426"/>
                      <a:gd name="csY44" fmla="*/ 0 h 183258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</a:cxnLst>
                    <a:rect l="l" t="t" r="r" b="b"/>
                    <a:pathLst>
                      <a:path w="8679426" h="1832584" fill="none" extrusionOk="0">
                        <a:moveTo>
                          <a:pt x="0" y="0"/>
                        </a:moveTo>
                        <a:cubicBezTo>
                          <a:pt x="320182" y="-88182"/>
                          <a:pt x="422876" y="35448"/>
                          <a:pt x="752217" y="0"/>
                        </a:cubicBezTo>
                        <a:cubicBezTo>
                          <a:pt x="1081558" y="-35448"/>
                          <a:pt x="935549" y="3563"/>
                          <a:pt x="1070463" y="0"/>
                        </a:cubicBezTo>
                        <a:cubicBezTo>
                          <a:pt x="1205377" y="-3563"/>
                          <a:pt x="1396102" y="53346"/>
                          <a:pt x="1562297" y="0"/>
                        </a:cubicBezTo>
                        <a:cubicBezTo>
                          <a:pt x="1728492" y="-53346"/>
                          <a:pt x="1983369" y="51432"/>
                          <a:pt x="2140925" y="0"/>
                        </a:cubicBezTo>
                        <a:cubicBezTo>
                          <a:pt x="2298481" y="-51432"/>
                          <a:pt x="2387510" y="30242"/>
                          <a:pt x="2459171" y="0"/>
                        </a:cubicBezTo>
                        <a:cubicBezTo>
                          <a:pt x="2530832" y="-30242"/>
                          <a:pt x="2792271" y="68627"/>
                          <a:pt x="3037799" y="0"/>
                        </a:cubicBezTo>
                        <a:cubicBezTo>
                          <a:pt x="3283327" y="-68627"/>
                          <a:pt x="3413222" y="38737"/>
                          <a:pt x="3529633" y="0"/>
                        </a:cubicBezTo>
                        <a:cubicBezTo>
                          <a:pt x="3646044" y="-38737"/>
                          <a:pt x="3819677" y="29431"/>
                          <a:pt x="4108262" y="0"/>
                        </a:cubicBezTo>
                        <a:cubicBezTo>
                          <a:pt x="4396847" y="-29431"/>
                          <a:pt x="4347564" y="10298"/>
                          <a:pt x="4426507" y="0"/>
                        </a:cubicBezTo>
                        <a:cubicBezTo>
                          <a:pt x="4505450" y="-10298"/>
                          <a:pt x="4674658" y="36599"/>
                          <a:pt x="4918341" y="0"/>
                        </a:cubicBezTo>
                        <a:cubicBezTo>
                          <a:pt x="5162024" y="-36599"/>
                          <a:pt x="5184863" y="47238"/>
                          <a:pt x="5323381" y="0"/>
                        </a:cubicBezTo>
                        <a:cubicBezTo>
                          <a:pt x="5461899" y="-47238"/>
                          <a:pt x="5568166" y="26871"/>
                          <a:pt x="5728421" y="0"/>
                        </a:cubicBezTo>
                        <a:cubicBezTo>
                          <a:pt x="5888676" y="-26871"/>
                          <a:pt x="5986610" y="1617"/>
                          <a:pt x="6133461" y="0"/>
                        </a:cubicBezTo>
                        <a:cubicBezTo>
                          <a:pt x="6280312" y="-1617"/>
                          <a:pt x="6407807" y="56425"/>
                          <a:pt x="6625295" y="0"/>
                        </a:cubicBezTo>
                        <a:cubicBezTo>
                          <a:pt x="6842783" y="-56425"/>
                          <a:pt x="7120618" y="13621"/>
                          <a:pt x="7290718" y="0"/>
                        </a:cubicBezTo>
                        <a:cubicBezTo>
                          <a:pt x="7460818" y="-13621"/>
                          <a:pt x="7679050" y="41488"/>
                          <a:pt x="7782552" y="0"/>
                        </a:cubicBezTo>
                        <a:cubicBezTo>
                          <a:pt x="7886054" y="-41488"/>
                          <a:pt x="7993131" y="13400"/>
                          <a:pt x="8100798" y="0"/>
                        </a:cubicBezTo>
                        <a:cubicBezTo>
                          <a:pt x="8208465" y="-13400"/>
                          <a:pt x="8434716" y="36711"/>
                          <a:pt x="8679426" y="0"/>
                        </a:cubicBezTo>
                        <a:cubicBezTo>
                          <a:pt x="8696844" y="101503"/>
                          <a:pt x="8632559" y="356027"/>
                          <a:pt x="8679426" y="494798"/>
                        </a:cubicBezTo>
                        <a:cubicBezTo>
                          <a:pt x="8726293" y="633569"/>
                          <a:pt x="8676941" y="785764"/>
                          <a:pt x="8679426" y="916292"/>
                        </a:cubicBezTo>
                        <a:cubicBezTo>
                          <a:pt x="8681911" y="1046820"/>
                          <a:pt x="8665796" y="1246804"/>
                          <a:pt x="8679426" y="1411090"/>
                        </a:cubicBezTo>
                        <a:cubicBezTo>
                          <a:pt x="8693056" y="1575376"/>
                          <a:pt x="8636109" y="1722456"/>
                          <a:pt x="8679426" y="1832584"/>
                        </a:cubicBezTo>
                        <a:cubicBezTo>
                          <a:pt x="8595225" y="1866146"/>
                          <a:pt x="8427282" y="1800815"/>
                          <a:pt x="8361180" y="1832584"/>
                        </a:cubicBezTo>
                        <a:cubicBezTo>
                          <a:pt x="8295078" y="1864353"/>
                          <a:pt x="8099481" y="1785308"/>
                          <a:pt x="7956141" y="1832584"/>
                        </a:cubicBezTo>
                        <a:cubicBezTo>
                          <a:pt x="7812801" y="1879860"/>
                          <a:pt x="7672778" y="1821298"/>
                          <a:pt x="7464306" y="1832584"/>
                        </a:cubicBezTo>
                        <a:cubicBezTo>
                          <a:pt x="7255834" y="1843870"/>
                          <a:pt x="7180611" y="1816282"/>
                          <a:pt x="7059266" y="1832584"/>
                        </a:cubicBezTo>
                        <a:cubicBezTo>
                          <a:pt x="6937921" y="1848886"/>
                          <a:pt x="6898542" y="1828173"/>
                          <a:pt x="6741021" y="1832584"/>
                        </a:cubicBezTo>
                        <a:cubicBezTo>
                          <a:pt x="6583501" y="1836995"/>
                          <a:pt x="6462537" y="1822826"/>
                          <a:pt x="6335981" y="1832584"/>
                        </a:cubicBezTo>
                        <a:cubicBezTo>
                          <a:pt x="6209425" y="1842342"/>
                          <a:pt x="5871461" y="1815407"/>
                          <a:pt x="5583764" y="1832584"/>
                        </a:cubicBezTo>
                        <a:cubicBezTo>
                          <a:pt x="5296067" y="1849761"/>
                          <a:pt x="5401604" y="1794472"/>
                          <a:pt x="5265518" y="1832584"/>
                        </a:cubicBezTo>
                        <a:cubicBezTo>
                          <a:pt x="5129432" y="1870696"/>
                          <a:pt x="4828188" y="1813431"/>
                          <a:pt x="4513302" y="1832584"/>
                        </a:cubicBezTo>
                        <a:cubicBezTo>
                          <a:pt x="4198416" y="1851737"/>
                          <a:pt x="4326388" y="1812695"/>
                          <a:pt x="4195056" y="1832584"/>
                        </a:cubicBezTo>
                        <a:cubicBezTo>
                          <a:pt x="4063724" y="1852473"/>
                          <a:pt x="3594465" y="1770737"/>
                          <a:pt x="3442839" y="1832584"/>
                        </a:cubicBezTo>
                        <a:cubicBezTo>
                          <a:pt x="3291213" y="1894431"/>
                          <a:pt x="3252639" y="1828212"/>
                          <a:pt x="3124593" y="1832584"/>
                        </a:cubicBezTo>
                        <a:cubicBezTo>
                          <a:pt x="2996547" y="1836956"/>
                          <a:pt x="2688116" y="1802283"/>
                          <a:pt x="2545965" y="1832584"/>
                        </a:cubicBezTo>
                        <a:cubicBezTo>
                          <a:pt x="2403814" y="1862885"/>
                          <a:pt x="2148922" y="1814145"/>
                          <a:pt x="1967337" y="1832584"/>
                        </a:cubicBezTo>
                        <a:cubicBezTo>
                          <a:pt x="1785752" y="1851023"/>
                          <a:pt x="1744608" y="1797881"/>
                          <a:pt x="1562297" y="1832584"/>
                        </a:cubicBezTo>
                        <a:cubicBezTo>
                          <a:pt x="1379986" y="1867287"/>
                          <a:pt x="1100117" y="1818847"/>
                          <a:pt x="810080" y="1832584"/>
                        </a:cubicBezTo>
                        <a:cubicBezTo>
                          <a:pt x="520043" y="1846321"/>
                          <a:pt x="647859" y="1814215"/>
                          <a:pt x="491834" y="1832584"/>
                        </a:cubicBezTo>
                        <a:cubicBezTo>
                          <a:pt x="335809" y="1850953"/>
                          <a:pt x="152835" y="1818092"/>
                          <a:pt x="0" y="1832584"/>
                        </a:cubicBezTo>
                        <a:cubicBezTo>
                          <a:pt x="-5787" y="1690870"/>
                          <a:pt x="26223" y="1569437"/>
                          <a:pt x="0" y="1337786"/>
                        </a:cubicBezTo>
                        <a:cubicBezTo>
                          <a:pt x="-26223" y="1106135"/>
                          <a:pt x="47460" y="1063655"/>
                          <a:pt x="0" y="879640"/>
                        </a:cubicBezTo>
                        <a:cubicBezTo>
                          <a:pt x="-47460" y="695625"/>
                          <a:pt x="40567" y="635843"/>
                          <a:pt x="0" y="403168"/>
                        </a:cubicBezTo>
                        <a:cubicBezTo>
                          <a:pt x="-40567" y="170493"/>
                          <a:pt x="19104" y="98358"/>
                          <a:pt x="0" y="0"/>
                        </a:cubicBezTo>
                        <a:close/>
                      </a:path>
                      <a:path w="8679426" h="1832584" stroke="0" extrusionOk="0">
                        <a:moveTo>
                          <a:pt x="0" y="0"/>
                        </a:moveTo>
                        <a:cubicBezTo>
                          <a:pt x="114164" y="-52498"/>
                          <a:pt x="248903" y="31016"/>
                          <a:pt x="491834" y="0"/>
                        </a:cubicBezTo>
                        <a:cubicBezTo>
                          <a:pt x="734765" y="-31016"/>
                          <a:pt x="799362" y="62207"/>
                          <a:pt x="1070463" y="0"/>
                        </a:cubicBezTo>
                        <a:cubicBezTo>
                          <a:pt x="1341564" y="-62207"/>
                          <a:pt x="1447882" y="20722"/>
                          <a:pt x="1562297" y="0"/>
                        </a:cubicBezTo>
                        <a:cubicBezTo>
                          <a:pt x="1676712" y="-20722"/>
                          <a:pt x="1916825" y="60667"/>
                          <a:pt x="2227719" y="0"/>
                        </a:cubicBezTo>
                        <a:cubicBezTo>
                          <a:pt x="2538613" y="-60667"/>
                          <a:pt x="2442791" y="18845"/>
                          <a:pt x="2545965" y="0"/>
                        </a:cubicBezTo>
                        <a:cubicBezTo>
                          <a:pt x="2649139" y="-18845"/>
                          <a:pt x="2926101" y="4624"/>
                          <a:pt x="3298182" y="0"/>
                        </a:cubicBezTo>
                        <a:cubicBezTo>
                          <a:pt x="3670263" y="-4624"/>
                          <a:pt x="3566248" y="1230"/>
                          <a:pt x="3703222" y="0"/>
                        </a:cubicBezTo>
                        <a:cubicBezTo>
                          <a:pt x="3840196" y="-1230"/>
                          <a:pt x="3900136" y="32459"/>
                          <a:pt x="4021467" y="0"/>
                        </a:cubicBezTo>
                        <a:cubicBezTo>
                          <a:pt x="4142799" y="-32459"/>
                          <a:pt x="4186340" y="26589"/>
                          <a:pt x="4339713" y="0"/>
                        </a:cubicBezTo>
                        <a:cubicBezTo>
                          <a:pt x="4493086" y="-26589"/>
                          <a:pt x="4766137" y="41350"/>
                          <a:pt x="5005136" y="0"/>
                        </a:cubicBezTo>
                        <a:cubicBezTo>
                          <a:pt x="5244135" y="-41350"/>
                          <a:pt x="5476841" y="20861"/>
                          <a:pt x="5670558" y="0"/>
                        </a:cubicBezTo>
                        <a:cubicBezTo>
                          <a:pt x="5864275" y="-20861"/>
                          <a:pt x="6114840" y="28190"/>
                          <a:pt x="6249187" y="0"/>
                        </a:cubicBezTo>
                        <a:cubicBezTo>
                          <a:pt x="6383534" y="-28190"/>
                          <a:pt x="6518693" y="31503"/>
                          <a:pt x="6654227" y="0"/>
                        </a:cubicBezTo>
                        <a:cubicBezTo>
                          <a:pt x="6789761" y="-31503"/>
                          <a:pt x="6923988" y="34536"/>
                          <a:pt x="7059266" y="0"/>
                        </a:cubicBezTo>
                        <a:cubicBezTo>
                          <a:pt x="7194544" y="-34536"/>
                          <a:pt x="7582972" y="77197"/>
                          <a:pt x="7724689" y="0"/>
                        </a:cubicBezTo>
                        <a:cubicBezTo>
                          <a:pt x="7866406" y="-77197"/>
                          <a:pt x="8249658" y="12877"/>
                          <a:pt x="8679426" y="0"/>
                        </a:cubicBezTo>
                        <a:cubicBezTo>
                          <a:pt x="8683041" y="137608"/>
                          <a:pt x="8662893" y="251168"/>
                          <a:pt x="8679426" y="421494"/>
                        </a:cubicBezTo>
                        <a:cubicBezTo>
                          <a:pt x="8695959" y="591820"/>
                          <a:pt x="8667112" y="762868"/>
                          <a:pt x="8679426" y="897966"/>
                        </a:cubicBezTo>
                        <a:cubicBezTo>
                          <a:pt x="8691740" y="1033064"/>
                          <a:pt x="8672505" y="1223987"/>
                          <a:pt x="8679426" y="1374438"/>
                        </a:cubicBezTo>
                        <a:cubicBezTo>
                          <a:pt x="8686347" y="1524889"/>
                          <a:pt x="8665871" y="1608002"/>
                          <a:pt x="8679426" y="1832584"/>
                        </a:cubicBezTo>
                        <a:cubicBezTo>
                          <a:pt x="8501315" y="1833154"/>
                          <a:pt x="8371436" y="1787111"/>
                          <a:pt x="8274386" y="1832584"/>
                        </a:cubicBezTo>
                        <a:cubicBezTo>
                          <a:pt x="8177336" y="1878057"/>
                          <a:pt x="7935714" y="1797864"/>
                          <a:pt x="7608963" y="1832584"/>
                        </a:cubicBezTo>
                        <a:cubicBezTo>
                          <a:pt x="7282212" y="1867304"/>
                          <a:pt x="7229833" y="1775981"/>
                          <a:pt x="6943541" y="1832584"/>
                        </a:cubicBezTo>
                        <a:cubicBezTo>
                          <a:pt x="6657249" y="1889187"/>
                          <a:pt x="6504176" y="1818485"/>
                          <a:pt x="6364912" y="1832584"/>
                        </a:cubicBezTo>
                        <a:cubicBezTo>
                          <a:pt x="6225648" y="1846683"/>
                          <a:pt x="6029172" y="1778267"/>
                          <a:pt x="5873078" y="1832584"/>
                        </a:cubicBezTo>
                        <a:cubicBezTo>
                          <a:pt x="5716984" y="1886901"/>
                          <a:pt x="5670322" y="1816348"/>
                          <a:pt x="5468038" y="1832584"/>
                        </a:cubicBezTo>
                        <a:cubicBezTo>
                          <a:pt x="5265754" y="1848820"/>
                          <a:pt x="5301451" y="1797112"/>
                          <a:pt x="5149793" y="1832584"/>
                        </a:cubicBezTo>
                        <a:cubicBezTo>
                          <a:pt x="4998136" y="1868056"/>
                          <a:pt x="4652535" y="1808842"/>
                          <a:pt x="4397576" y="1832584"/>
                        </a:cubicBezTo>
                        <a:cubicBezTo>
                          <a:pt x="4142617" y="1856326"/>
                          <a:pt x="4170880" y="1798744"/>
                          <a:pt x="4079330" y="1832584"/>
                        </a:cubicBezTo>
                        <a:cubicBezTo>
                          <a:pt x="3987780" y="1866424"/>
                          <a:pt x="3617914" y="1810003"/>
                          <a:pt x="3413908" y="1832584"/>
                        </a:cubicBezTo>
                        <a:cubicBezTo>
                          <a:pt x="3209902" y="1855165"/>
                          <a:pt x="2987795" y="1796480"/>
                          <a:pt x="2835279" y="1832584"/>
                        </a:cubicBezTo>
                        <a:cubicBezTo>
                          <a:pt x="2682763" y="1868688"/>
                          <a:pt x="2349794" y="1796006"/>
                          <a:pt x="2083062" y="1832584"/>
                        </a:cubicBezTo>
                        <a:cubicBezTo>
                          <a:pt x="1816330" y="1869162"/>
                          <a:pt x="1806201" y="1802173"/>
                          <a:pt x="1678022" y="1832584"/>
                        </a:cubicBezTo>
                        <a:cubicBezTo>
                          <a:pt x="1549843" y="1862995"/>
                          <a:pt x="1375611" y="1776891"/>
                          <a:pt x="1186188" y="1832584"/>
                        </a:cubicBezTo>
                        <a:cubicBezTo>
                          <a:pt x="996765" y="1888277"/>
                          <a:pt x="951783" y="1795650"/>
                          <a:pt x="781148" y="1832584"/>
                        </a:cubicBezTo>
                        <a:cubicBezTo>
                          <a:pt x="610513" y="1869518"/>
                          <a:pt x="277369" y="1823150"/>
                          <a:pt x="0" y="1832584"/>
                        </a:cubicBezTo>
                        <a:cubicBezTo>
                          <a:pt x="-13457" y="1647742"/>
                          <a:pt x="20313" y="1440883"/>
                          <a:pt x="0" y="1337786"/>
                        </a:cubicBezTo>
                        <a:cubicBezTo>
                          <a:pt x="-20313" y="1234689"/>
                          <a:pt x="50352" y="985767"/>
                          <a:pt x="0" y="842989"/>
                        </a:cubicBezTo>
                        <a:cubicBezTo>
                          <a:pt x="-50352" y="700211"/>
                          <a:pt x="35072" y="35556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0" i="1" cap="none" err="1"/>
              <a:t>Autoforge</a:t>
            </a:r>
            <a:r>
              <a:rPr lang="en-GB" sz="2000" b="0" i="1" cap="none"/>
              <a:t> can be offered as a software engineering productivity/Software automation tool that automates a governed pipeline: </a:t>
            </a:r>
            <a:r>
              <a:rPr lang="en-GB" sz="2000" i="1" cap="none"/>
              <a:t>SRS</a:t>
            </a:r>
            <a:r>
              <a:rPr lang="en-GB" sz="2000" b="0" i="1" cap="none"/>
              <a:t> → </a:t>
            </a:r>
            <a:r>
              <a:rPr lang="en-GB" sz="2000" i="1" cap="none"/>
              <a:t>SDS</a:t>
            </a:r>
            <a:r>
              <a:rPr lang="en-GB" sz="2000" b="0" i="1" cap="none"/>
              <a:t> → </a:t>
            </a:r>
            <a:r>
              <a:rPr lang="en-GB" sz="2000" i="1" cap="none"/>
              <a:t>design pack </a:t>
            </a:r>
            <a:r>
              <a:rPr lang="en-GB" sz="2000" b="0" i="1" cap="none"/>
              <a:t>→ </a:t>
            </a:r>
            <a:r>
              <a:rPr lang="en-GB" sz="2000" i="1" cap="none"/>
              <a:t>prototype</a:t>
            </a:r>
            <a:r>
              <a:rPr lang="en-GB" sz="2000" b="0" i="1" cap="none"/>
              <a:t> + </a:t>
            </a:r>
            <a:r>
              <a:rPr lang="en-GB" sz="2000" i="1" cap="none"/>
              <a:t>tests</a:t>
            </a:r>
            <a:r>
              <a:rPr lang="en-GB" sz="2000" b="0" i="1" cap="none"/>
              <a:t> → </a:t>
            </a:r>
            <a:r>
              <a:rPr lang="en-GB" sz="2000" i="1" cap="none" err="1"/>
              <a:t>devops</a:t>
            </a:r>
            <a:r>
              <a:rPr lang="en-GB" sz="2000" b="0" i="1" cap="none"/>
              <a:t> → </a:t>
            </a:r>
            <a:r>
              <a:rPr lang="en-GB" sz="2000" i="1" cap="none"/>
              <a:t>security</a:t>
            </a:r>
            <a:r>
              <a:rPr lang="en-GB" sz="2000" b="0" i="1" cap="none"/>
              <a:t> → </a:t>
            </a:r>
            <a:r>
              <a:rPr lang="en-GB" sz="2000" i="1" cap="none"/>
              <a:t>traceability</a:t>
            </a:r>
            <a:r>
              <a:rPr lang="en-GB" sz="2000" b="0" i="1" cap="none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0" i="1" cap="none"/>
              <a:t>Fits real industry needs: faster prototyping with approval gates, versioned artifacts, tool-verified QA, and security reporting.</a:t>
            </a:r>
            <a:endParaRPr lang="en-GB" sz="2000" b="0" i="1" cap="none">
              <a:latin typeface="+mn-lt"/>
              <a:ea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9C8D16-C719-6DEA-87BA-D4BD15CB45EA}"/>
              </a:ext>
            </a:extLst>
          </p:cNvPr>
          <p:cNvSpPr txBox="1"/>
          <p:nvPr/>
        </p:nvSpPr>
        <p:spPr>
          <a:xfrm rot="10800000" flipV="1">
            <a:off x="758928" y="1732341"/>
            <a:ext cx="2971800" cy="830997"/>
          </a:xfrm>
          <a:custGeom>
            <a:avLst/>
            <a:gdLst>
              <a:gd name="csX0" fmla="*/ 0 w 2971800"/>
              <a:gd name="csY0" fmla="*/ 0 h 830997"/>
              <a:gd name="csX1" fmla="*/ 653796 w 2971800"/>
              <a:gd name="csY1" fmla="*/ 0 h 830997"/>
              <a:gd name="csX2" fmla="*/ 1159002 w 2971800"/>
              <a:gd name="csY2" fmla="*/ 0 h 830997"/>
              <a:gd name="csX3" fmla="*/ 1783080 w 2971800"/>
              <a:gd name="csY3" fmla="*/ 0 h 830997"/>
              <a:gd name="csX4" fmla="*/ 2318004 w 2971800"/>
              <a:gd name="csY4" fmla="*/ 0 h 830997"/>
              <a:gd name="csX5" fmla="*/ 2971800 w 2971800"/>
              <a:gd name="csY5" fmla="*/ 0 h 830997"/>
              <a:gd name="csX6" fmla="*/ 2971800 w 2971800"/>
              <a:gd name="csY6" fmla="*/ 415499 h 830997"/>
              <a:gd name="csX7" fmla="*/ 2971800 w 2971800"/>
              <a:gd name="csY7" fmla="*/ 830997 h 830997"/>
              <a:gd name="csX8" fmla="*/ 2466594 w 2971800"/>
              <a:gd name="csY8" fmla="*/ 830997 h 830997"/>
              <a:gd name="csX9" fmla="*/ 1931670 w 2971800"/>
              <a:gd name="csY9" fmla="*/ 830997 h 830997"/>
              <a:gd name="csX10" fmla="*/ 1307592 w 2971800"/>
              <a:gd name="csY10" fmla="*/ 830997 h 830997"/>
              <a:gd name="csX11" fmla="*/ 742950 w 2971800"/>
              <a:gd name="csY11" fmla="*/ 830997 h 830997"/>
              <a:gd name="csX12" fmla="*/ 0 w 2971800"/>
              <a:gd name="csY12" fmla="*/ 830997 h 830997"/>
              <a:gd name="csX13" fmla="*/ 0 w 2971800"/>
              <a:gd name="csY13" fmla="*/ 398879 h 830997"/>
              <a:gd name="csX14" fmla="*/ 0 w 2971800"/>
              <a:gd name="csY14" fmla="*/ 0 h 8309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971800" h="830997" extrusionOk="0">
                <a:moveTo>
                  <a:pt x="0" y="0"/>
                </a:moveTo>
                <a:cubicBezTo>
                  <a:pt x="143351" y="11747"/>
                  <a:pt x="410830" y="-28361"/>
                  <a:pt x="653796" y="0"/>
                </a:cubicBezTo>
                <a:cubicBezTo>
                  <a:pt x="896762" y="28361"/>
                  <a:pt x="962946" y="-17646"/>
                  <a:pt x="1159002" y="0"/>
                </a:cubicBezTo>
                <a:cubicBezTo>
                  <a:pt x="1355058" y="17646"/>
                  <a:pt x="1501238" y="3316"/>
                  <a:pt x="1783080" y="0"/>
                </a:cubicBezTo>
                <a:cubicBezTo>
                  <a:pt x="2064922" y="-3316"/>
                  <a:pt x="2145143" y="24138"/>
                  <a:pt x="2318004" y="0"/>
                </a:cubicBezTo>
                <a:cubicBezTo>
                  <a:pt x="2490865" y="-24138"/>
                  <a:pt x="2790469" y="-19208"/>
                  <a:pt x="2971800" y="0"/>
                </a:cubicBezTo>
                <a:cubicBezTo>
                  <a:pt x="2963469" y="194294"/>
                  <a:pt x="2963288" y="253195"/>
                  <a:pt x="2971800" y="415499"/>
                </a:cubicBezTo>
                <a:cubicBezTo>
                  <a:pt x="2980312" y="577803"/>
                  <a:pt x="2966829" y="694661"/>
                  <a:pt x="2971800" y="830997"/>
                </a:cubicBezTo>
                <a:cubicBezTo>
                  <a:pt x="2730948" y="846819"/>
                  <a:pt x="2592572" y="852052"/>
                  <a:pt x="2466594" y="830997"/>
                </a:cubicBezTo>
                <a:cubicBezTo>
                  <a:pt x="2340616" y="809942"/>
                  <a:pt x="2149472" y="825525"/>
                  <a:pt x="1931670" y="830997"/>
                </a:cubicBezTo>
                <a:cubicBezTo>
                  <a:pt x="1713868" y="836469"/>
                  <a:pt x="1543336" y="832873"/>
                  <a:pt x="1307592" y="830997"/>
                </a:cubicBezTo>
                <a:cubicBezTo>
                  <a:pt x="1071848" y="829121"/>
                  <a:pt x="958365" y="822182"/>
                  <a:pt x="742950" y="830997"/>
                </a:cubicBezTo>
                <a:cubicBezTo>
                  <a:pt x="527535" y="839812"/>
                  <a:pt x="328833" y="804552"/>
                  <a:pt x="0" y="830997"/>
                </a:cubicBezTo>
                <a:cubicBezTo>
                  <a:pt x="-5473" y="662441"/>
                  <a:pt x="15283" y="493633"/>
                  <a:pt x="0" y="398879"/>
                </a:cubicBezTo>
                <a:cubicBezTo>
                  <a:pt x="-15283" y="304125"/>
                  <a:pt x="-18918" y="99337"/>
                  <a:pt x="0" y="0"/>
                </a:cubicBezTo>
                <a:close/>
              </a:path>
            </a:pathLst>
          </a:custGeom>
          <a:noFill/>
          <a:ln w="28575">
            <a:solidFill>
              <a:schemeClr val="bg1">
                <a:lumMod val="75000"/>
              </a:schemeClr>
            </a:solidFill>
            <a:prstDash val="lgDash"/>
            <a:extLst>
              <a:ext uri="{C807C97D-BFC1-408E-A445-0C87EB9F89A2}">
                <ask:lineSketchStyleProps xmlns:ask="http://schemas.microsoft.com/office/drawing/2018/sketchyshapes" sd="208191718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algn="ctr"/>
            <a:r>
              <a:rPr lang="en-GB" sz="2400" b="1" i="1"/>
              <a:t>Commercial Product Potential</a:t>
            </a:r>
            <a:endParaRPr lang="en-GB" sz="2400" b="1" i="1">
              <a:latin typeface="Cooper Black" panose="0208090404030B020404" pitchFamily="18" charset="0"/>
            </a:endParaRPr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17F63EDF-54E1-7F11-721E-1A24075F6EED}"/>
              </a:ext>
            </a:extLst>
          </p:cNvPr>
          <p:cNvCxnSpPr>
            <a:cxnSpLocks/>
            <a:stCxn id="8" idx="1"/>
          </p:cNvCxnSpPr>
          <p:nvPr/>
        </p:nvCxnSpPr>
        <p:spPr>
          <a:xfrm>
            <a:off x="3730728" y="2147840"/>
            <a:ext cx="821607" cy="1043014"/>
          </a:xfrm>
          <a:prstGeom prst="curvedConnector2">
            <a:avLst/>
          </a:prstGeom>
          <a:ln w="38100"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6945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D0BB0-B4AD-62E6-42B7-56BB17843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BE30201-C9F3-F4F9-AABD-A4B2C9F70B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72836" y="42702"/>
            <a:ext cx="8846328" cy="5232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800" b="1" i="1">
                <a:solidFill>
                  <a:srgbClr val="002060"/>
                </a:solidFill>
                <a:latin typeface="+mn-lt"/>
              </a:rPr>
              <a:t>Auto Forge: Multi-Agent LLM System</a:t>
            </a:r>
            <a:endParaRPr lang="en-US" i="1">
              <a:solidFill>
                <a:srgbClr val="002060"/>
              </a:solidFill>
              <a:latin typeface="+mn-lt"/>
            </a:endParaRPr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60EF443C-098A-B790-3934-1B572B438F7C}"/>
              </a:ext>
            </a:extLst>
          </p:cNvPr>
          <p:cNvSpPr/>
          <p:nvPr/>
        </p:nvSpPr>
        <p:spPr>
          <a:xfrm>
            <a:off x="0" y="888171"/>
            <a:ext cx="12191695" cy="594360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B225AD44-5A7D-620E-CAC0-DD4AF1C1D816}"/>
              </a:ext>
            </a:extLst>
          </p:cNvPr>
          <p:cNvSpPr/>
          <p:nvPr/>
        </p:nvSpPr>
        <p:spPr>
          <a:xfrm>
            <a:off x="629767" y="1020562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i="1">
                <a:solidFill>
                  <a:srgbClr val="FFFFFF"/>
                </a:solidFill>
                <a:ea typeface="Aptos Display" pitchFamily="34" charset="-122"/>
                <a:cs typeface="Aptos Display" pitchFamily="34" charset="-120"/>
              </a:rPr>
              <a:t>INVESTMENT / COST &amp; COST RECOVERY (PRICING)</a:t>
            </a:r>
            <a:endParaRPr lang="en-US" sz="2400" i="1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E03C2A5E-D27F-00DD-83C9-580FE2FC27CE}"/>
              </a:ext>
            </a:extLst>
          </p:cNvPr>
          <p:cNvSpPr/>
          <p:nvPr/>
        </p:nvSpPr>
        <p:spPr>
          <a:xfrm>
            <a:off x="533400" y="1668780"/>
            <a:ext cx="5349240" cy="4526280"/>
          </a:xfrm>
          <a:prstGeom prst="roundRect">
            <a:avLst>
              <a:gd name="adj" fmla="val 1616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 i="1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A32D80D3-32BC-7F33-CA21-5A34035CEE89}"/>
              </a:ext>
            </a:extLst>
          </p:cNvPr>
          <p:cNvSpPr/>
          <p:nvPr/>
        </p:nvSpPr>
        <p:spPr>
          <a:xfrm>
            <a:off x="807720" y="18973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/>
              <a:t>Investment / Cost</a:t>
            </a:r>
            <a:endParaRPr lang="en-US" sz="2200" i="1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F64AC550-7F99-1003-B51C-313344474BD5}"/>
              </a:ext>
            </a:extLst>
          </p:cNvPr>
          <p:cNvSpPr/>
          <p:nvPr/>
        </p:nvSpPr>
        <p:spPr>
          <a:xfrm>
            <a:off x="807720" y="2308860"/>
            <a:ext cx="4480560" cy="530352"/>
          </a:xfrm>
          <a:prstGeom prst="roundRect">
            <a:avLst>
              <a:gd name="adj" fmla="val 10345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82E26F2C-E5D7-C433-9D85-04536F7EC005}"/>
              </a:ext>
            </a:extLst>
          </p:cNvPr>
          <p:cNvSpPr/>
          <p:nvPr/>
        </p:nvSpPr>
        <p:spPr>
          <a:xfrm>
            <a:off x="990600" y="242773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Total Estimated Budget: LKR 1,090,000</a:t>
            </a:r>
            <a:endParaRPr lang="en-US" sz="180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71FE92A4-40A3-CC6F-C596-DA4381DE684D}"/>
              </a:ext>
            </a:extLst>
          </p:cNvPr>
          <p:cNvSpPr/>
          <p:nvPr/>
        </p:nvSpPr>
        <p:spPr>
          <a:xfrm>
            <a:off x="807720" y="3040380"/>
            <a:ext cx="44805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3A89022A-46C4-156B-EC64-8516E521EFF1}"/>
              </a:ext>
            </a:extLst>
          </p:cNvPr>
          <p:cNvSpPr/>
          <p:nvPr/>
        </p:nvSpPr>
        <p:spPr>
          <a:xfrm>
            <a:off x="990600" y="3168396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>
                <a:solidFill>
                  <a:srgbClr val="1F2937"/>
                </a:solidFill>
              </a:rPr>
              <a:t>Hardware (RAM upgrades + shared GPU)</a:t>
            </a:r>
            <a:endParaRPr lang="en-US" sz="1300" i="1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E91D4972-B6FD-EE0E-4F02-252099C692C0}"/>
              </a:ext>
            </a:extLst>
          </p:cNvPr>
          <p:cNvSpPr/>
          <p:nvPr/>
        </p:nvSpPr>
        <p:spPr>
          <a:xfrm>
            <a:off x="4008120" y="3204972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i="1"/>
              <a:t>LKR</a:t>
            </a:r>
            <a:r>
              <a:rPr lang="en-US" sz="1400" b="1" i="1">
                <a:solidFill>
                  <a:srgbClr val="6D28D9"/>
                </a:solidFill>
              </a:rPr>
              <a:t> </a:t>
            </a:r>
            <a:r>
              <a:rPr lang="en-US" sz="1400" b="1" i="1"/>
              <a:t>115000</a:t>
            </a:r>
            <a:endParaRPr lang="en-US" sz="1400" i="1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7C5AAD1A-81A2-AB02-38F6-03DEBFC4FC72}"/>
              </a:ext>
            </a:extLst>
          </p:cNvPr>
          <p:cNvSpPr/>
          <p:nvPr/>
        </p:nvSpPr>
        <p:spPr>
          <a:xfrm>
            <a:off x="807720" y="3790188"/>
            <a:ext cx="44805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4B77D12C-6240-2E34-1AB3-670D5A78CCFC}"/>
              </a:ext>
            </a:extLst>
          </p:cNvPr>
          <p:cNvSpPr/>
          <p:nvPr/>
        </p:nvSpPr>
        <p:spPr>
          <a:xfrm>
            <a:off x="990600" y="3918204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>
                <a:solidFill>
                  <a:srgbClr val="1F2937"/>
                </a:solidFill>
              </a:rPr>
              <a:t>Cloud Services ( AWS / Azure hosting, storage, CI/CD) </a:t>
            </a:r>
            <a:endParaRPr lang="en-US" sz="1300" i="1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850AA71C-90D3-4106-D80B-4CC9E13D6E27}"/>
              </a:ext>
            </a:extLst>
          </p:cNvPr>
          <p:cNvSpPr/>
          <p:nvPr/>
        </p:nvSpPr>
        <p:spPr>
          <a:xfrm>
            <a:off x="4008120" y="4037076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/>
              <a:t>LKR </a:t>
            </a:r>
            <a:r>
              <a:rPr lang="en-US" sz="1400" b="1" i="1"/>
              <a:t>15000 </a:t>
            </a:r>
            <a:r>
              <a:rPr lang="en-US" sz="1400" b="1" i="1" err="1"/>
              <a:t>apx</a:t>
            </a:r>
            <a:r>
              <a:rPr lang="en-US" sz="1400" b="1" i="1"/>
              <a:t>.</a:t>
            </a:r>
            <a:endParaRPr lang="en-US" sz="1400" i="1"/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2CA66991-4049-47B2-E246-CAAE32B350CB}"/>
              </a:ext>
            </a:extLst>
          </p:cNvPr>
          <p:cNvSpPr/>
          <p:nvPr/>
        </p:nvSpPr>
        <p:spPr>
          <a:xfrm>
            <a:off x="807720" y="4539996"/>
            <a:ext cx="44805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0D307EFB-D57E-DE9E-668D-04B7FBA0AE9D}"/>
              </a:ext>
            </a:extLst>
          </p:cNvPr>
          <p:cNvSpPr/>
          <p:nvPr/>
        </p:nvSpPr>
        <p:spPr>
          <a:xfrm>
            <a:off x="990600" y="466801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>
                <a:solidFill>
                  <a:srgbClr val="1F2937"/>
                </a:solidFill>
              </a:rPr>
              <a:t>Software Licenses (open-source toolchain)</a:t>
            </a:r>
            <a:endParaRPr lang="en-US" sz="1300" i="1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69105BD9-8EBF-0A7B-D5AB-05516179CF1A}"/>
              </a:ext>
            </a:extLst>
          </p:cNvPr>
          <p:cNvSpPr/>
          <p:nvPr/>
        </p:nvSpPr>
        <p:spPr>
          <a:xfrm>
            <a:off x="4008120" y="4704588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i="1"/>
              <a:t>LKR 0</a:t>
            </a:r>
            <a:endParaRPr lang="en-US" sz="1400" i="1"/>
          </a:p>
        </p:txBody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465FF92C-27D9-D9DE-1146-FC3BF83C6193}"/>
              </a:ext>
            </a:extLst>
          </p:cNvPr>
          <p:cNvSpPr/>
          <p:nvPr/>
        </p:nvSpPr>
        <p:spPr>
          <a:xfrm>
            <a:off x="807720" y="5289804"/>
            <a:ext cx="44805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6E347B52-B191-9523-58F0-D23A048D2EC4}"/>
              </a:ext>
            </a:extLst>
          </p:cNvPr>
          <p:cNvSpPr/>
          <p:nvPr/>
        </p:nvSpPr>
        <p:spPr>
          <a:xfrm>
            <a:off x="990600" y="5417820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err="1">
                <a:solidFill>
                  <a:srgbClr val="1F2937"/>
                </a:solidFill>
              </a:rPr>
              <a:t>Labour</a:t>
            </a:r>
            <a:r>
              <a:rPr lang="en-US" sz="1300" b="1" i="1">
                <a:solidFill>
                  <a:srgbClr val="1F2937"/>
                </a:solidFill>
              </a:rPr>
              <a:t> Cost (40,000 *4 members × 6 months)</a:t>
            </a:r>
            <a:endParaRPr lang="en-US" sz="1300" i="1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BF9FBBC9-B61C-98F0-E4EB-BD1FD482ED69}"/>
              </a:ext>
            </a:extLst>
          </p:cNvPr>
          <p:cNvSpPr/>
          <p:nvPr/>
        </p:nvSpPr>
        <p:spPr>
          <a:xfrm>
            <a:off x="4008120" y="5454396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i="1"/>
              <a:t>LKR</a:t>
            </a:r>
            <a:r>
              <a:rPr lang="en-US" sz="1400" b="1"/>
              <a:t> </a:t>
            </a:r>
            <a:r>
              <a:rPr lang="en-US" sz="1400" b="1" i="1"/>
              <a:t>960,000</a:t>
            </a:r>
            <a:endParaRPr lang="en-US" sz="1400" i="1"/>
          </a:p>
        </p:txBody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CF100885-E58F-73E7-B1EF-D2DF03A05387}"/>
              </a:ext>
            </a:extLst>
          </p:cNvPr>
          <p:cNvSpPr/>
          <p:nvPr/>
        </p:nvSpPr>
        <p:spPr>
          <a:xfrm>
            <a:off x="6309360" y="166878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A02A4441-9881-6378-37CF-D6587D8309D7}"/>
              </a:ext>
            </a:extLst>
          </p:cNvPr>
          <p:cNvSpPr/>
          <p:nvPr/>
        </p:nvSpPr>
        <p:spPr>
          <a:xfrm>
            <a:off x="6583680" y="18973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/>
              <a:t>Cost Recovery / Pricing Model</a:t>
            </a:r>
            <a:endParaRPr lang="en-US" sz="2200" i="1"/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3671218F-67D9-2A77-A745-382E592825F0}"/>
              </a:ext>
            </a:extLst>
          </p:cNvPr>
          <p:cNvSpPr/>
          <p:nvPr/>
        </p:nvSpPr>
        <p:spPr>
          <a:xfrm>
            <a:off x="6583680" y="2354580"/>
            <a:ext cx="4754880" cy="749808"/>
          </a:xfrm>
          <a:prstGeom prst="roundRect">
            <a:avLst>
              <a:gd name="adj" fmla="val 4878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C3B8B7B0-6ACE-344B-497E-EA7209450679}"/>
              </a:ext>
            </a:extLst>
          </p:cNvPr>
          <p:cNvSpPr/>
          <p:nvPr/>
        </p:nvSpPr>
        <p:spPr>
          <a:xfrm>
            <a:off x="6812280" y="2464308"/>
            <a:ext cx="2114796" cy="369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>
                <a:solidFill>
                  <a:srgbClr val="111827"/>
                </a:solidFill>
              </a:rPr>
              <a:t>Student / Academic</a:t>
            </a:r>
            <a:endParaRPr lang="en-US" sz="1500" i="1"/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D6FFC44E-584F-28F5-0362-F852950D9687}"/>
              </a:ext>
            </a:extLst>
          </p:cNvPr>
          <p:cNvSpPr/>
          <p:nvPr/>
        </p:nvSpPr>
        <p:spPr>
          <a:xfrm>
            <a:off x="6736080" y="2775204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374151"/>
                </a:solidFill>
              </a:rPr>
              <a:t>Affordable access for universities and student teams</a:t>
            </a:r>
            <a:endParaRPr lang="en-US" sz="1250" i="1"/>
          </a:p>
        </p:txBody>
      </p:sp>
      <p:sp>
        <p:nvSpPr>
          <p:cNvPr id="33" name="Shape 24">
            <a:extLst>
              <a:ext uri="{FF2B5EF4-FFF2-40B4-BE49-F238E27FC236}">
                <a16:creationId xmlns:a16="http://schemas.microsoft.com/office/drawing/2014/main" id="{524BC784-97C0-2542-8C38-25BC71424431}"/>
              </a:ext>
            </a:extLst>
          </p:cNvPr>
          <p:cNvSpPr/>
          <p:nvPr/>
        </p:nvSpPr>
        <p:spPr>
          <a:xfrm>
            <a:off x="6583680" y="3195828"/>
            <a:ext cx="4754880" cy="749808"/>
          </a:xfrm>
          <a:prstGeom prst="roundRect">
            <a:avLst>
              <a:gd name="adj" fmla="val 4878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F2CE6AE1-C9F8-94A8-A064-547CBE0E1848}"/>
              </a:ext>
            </a:extLst>
          </p:cNvPr>
          <p:cNvSpPr/>
          <p:nvPr/>
        </p:nvSpPr>
        <p:spPr>
          <a:xfrm>
            <a:off x="6812280" y="330555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>
                <a:solidFill>
                  <a:srgbClr val="111827"/>
                </a:solidFill>
              </a:rPr>
              <a:t>Startup / Team</a:t>
            </a:r>
            <a:endParaRPr lang="en-US" sz="1500" i="1"/>
          </a:p>
        </p:txBody>
      </p:sp>
      <p:sp>
        <p:nvSpPr>
          <p:cNvPr id="35" name="Text 26">
            <a:extLst>
              <a:ext uri="{FF2B5EF4-FFF2-40B4-BE49-F238E27FC236}">
                <a16:creationId xmlns:a16="http://schemas.microsoft.com/office/drawing/2014/main" id="{26CB955D-C601-74D0-E15D-BDFE9A514343}"/>
              </a:ext>
            </a:extLst>
          </p:cNvPr>
          <p:cNvSpPr/>
          <p:nvPr/>
        </p:nvSpPr>
        <p:spPr>
          <a:xfrm>
            <a:off x="6812280" y="3525012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374151"/>
                </a:solidFill>
              </a:rPr>
              <a:t>For small software teams needing faster delivery</a:t>
            </a:r>
            <a:endParaRPr lang="en-US" sz="1250" i="1"/>
          </a:p>
        </p:txBody>
      </p:sp>
      <p:sp>
        <p:nvSpPr>
          <p:cNvPr id="36" name="Shape 27">
            <a:extLst>
              <a:ext uri="{FF2B5EF4-FFF2-40B4-BE49-F238E27FC236}">
                <a16:creationId xmlns:a16="http://schemas.microsoft.com/office/drawing/2014/main" id="{F44C1DC4-3698-9824-85B5-E3305AE76AC8}"/>
              </a:ext>
            </a:extLst>
          </p:cNvPr>
          <p:cNvSpPr/>
          <p:nvPr/>
        </p:nvSpPr>
        <p:spPr>
          <a:xfrm>
            <a:off x="6583680" y="4037076"/>
            <a:ext cx="4754880" cy="749808"/>
          </a:xfrm>
          <a:prstGeom prst="roundRect">
            <a:avLst>
              <a:gd name="adj" fmla="val 4878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28">
            <a:extLst>
              <a:ext uri="{FF2B5EF4-FFF2-40B4-BE49-F238E27FC236}">
                <a16:creationId xmlns:a16="http://schemas.microsoft.com/office/drawing/2014/main" id="{5F9FB1EB-8EEF-3548-5C1D-7EBE19D6849E}"/>
              </a:ext>
            </a:extLst>
          </p:cNvPr>
          <p:cNvSpPr/>
          <p:nvPr/>
        </p:nvSpPr>
        <p:spPr>
          <a:xfrm>
            <a:off x="6812280" y="414680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>
                <a:solidFill>
                  <a:srgbClr val="111827"/>
                </a:solidFill>
              </a:rPr>
              <a:t>Enterprise</a:t>
            </a:r>
            <a:endParaRPr lang="en-US" sz="1500" i="1"/>
          </a:p>
        </p:txBody>
      </p:sp>
      <p:sp>
        <p:nvSpPr>
          <p:cNvPr id="38" name="Text 29">
            <a:extLst>
              <a:ext uri="{FF2B5EF4-FFF2-40B4-BE49-F238E27FC236}">
                <a16:creationId xmlns:a16="http://schemas.microsoft.com/office/drawing/2014/main" id="{11158A29-F0B6-E1F0-626D-A533B5E43DB0}"/>
              </a:ext>
            </a:extLst>
          </p:cNvPr>
          <p:cNvSpPr/>
          <p:nvPr/>
        </p:nvSpPr>
        <p:spPr>
          <a:xfrm>
            <a:off x="6812280" y="4366260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374151"/>
                </a:solidFill>
              </a:rPr>
              <a:t>Private deployment and advanced support for companies</a:t>
            </a:r>
            <a:endParaRPr lang="en-US" sz="1250" i="1"/>
          </a:p>
        </p:txBody>
      </p:sp>
      <p:sp>
        <p:nvSpPr>
          <p:cNvPr id="39" name="Shape 30">
            <a:extLst>
              <a:ext uri="{FF2B5EF4-FFF2-40B4-BE49-F238E27FC236}">
                <a16:creationId xmlns:a16="http://schemas.microsoft.com/office/drawing/2014/main" id="{3301CE05-527D-4F53-124A-96F6ECB22A1C}"/>
              </a:ext>
            </a:extLst>
          </p:cNvPr>
          <p:cNvSpPr/>
          <p:nvPr/>
        </p:nvSpPr>
        <p:spPr>
          <a:xfrm>
            <a:off x="6583680" y="4878324"/>
            <a:ext cx="4754880" cy="749808"/>
          </a:xfrm>
          <a:prstGeom prst="roundRect">
            <a:avLst>
              <a:gd name="adj" fmla="val 4878"/>
            </a:avLst>
          </a:prstGeom>
          <a:solidFill>
            <a:srgbClr val="FCE7F3"/>
          </a:solidFill>
          <a:ln w="12700">
            <a:solidFill>
              <a:srgbClr val="BE185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1">
            <a:extLst>
              <a:ext uri="{FF2B5EF4-FFF2-40B4-BE49-F238E27FC236}">
                <a16:creationId xmlns:a16="http://schemas.microsoft.com/office/drawing/2014/main" id="{73113E8F-DD55-FA1F-CF88-57F5F55C72C2}"/>
              </a:ext>
            </a:extLst>
          </p:cNvPr>
          <p:cNvSpPr/>
          <p:nvPr/>
        </p:nvSpPr>
        <p:spPr>
          <a:xfrm>
            <a:off x="6812280" y="4988051"/>
            <a:ext cx="1905000" cy="1975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>
                <a:solidFill>
                  <a:srgbClr val="111827"/>
                </a:solidFill>
              </a:rPr>
              <a:t>Subscription Model</a:t>
            </a:r>
            <a:endParaRPr lang="en-US" sz="1500" i="1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456E8DE1-CA3B-C826-5CA2-FC60DFC54E87}"/>
              </a:ext>
            </a:extLst>
          </p:cNvPr>
          <p:cNvSpPr/>
          <p:nvPr/>
        </p:nvSpPr>
        <p:spPr>
          <a:xfrm>
            <a:off x="6812280" y="5277071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374151"/>
                </a:solidFill>
              </a:rPr>
              <a:t>Monthly or annual billing based on usage and team size</a:t>
            </a:r>
            <a:endParaRPr lang="en-US" sz="1250" i="1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598F2332-E682-19E4-44D5-6ECB6D5A221F}"/>
              </a:ext>
            </a:extLst>
          </p:cNvPr>
          <p:cNvSpPr/>
          <p:nvPr/>
        </p:nvSpPr>
        <p:spPr>
          <a:xfrm>
            <a:off x="10039596" y="2288015"/>
            <a:ext cx="13751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>
                <a:solidFill>
                  <a:srgbClr val="111827"/>
                </a:solidFill>
              </a:rPr>
              <a:t>0-5$</a:t>
            </a:r>
            <a:endParaRPr lang="en-US" sz="2000" i="1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C755FB04-7BDF-31F3-6F7B-AD0BE3CF8903}"/>
              </a:ext>
            </a:extLst>
          </p:cNvPr>
          <p:cNvSpPr/>
          <p:nvPr/>
        </p:nvSpPr>
        <p:spPr>
          <a:xfrm>
            <a:off x="9646920" y="480212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>
                <a:solidFill>
                  <a:srgbClr val="111827"/>
                </a:solidFill>
              </a:rPr>
              <a:t>Credit based </a:t>
            </a:r>
            <a:endParaRPr lang="en-US" sz="1500" b="1" i="1"/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2BC72464-2A71-90D1-DBDA-FE1992CE17EC}"/>
              </a:ext>
            </a:extLst>
          </p:cNvPr>
          <p:cNvSpPr/>
          <p:nvPr/>
        </p:nvSpPr>
        <p:spPr>
          <a:xfrm>
            <a:off x="9948156" y="3140817"/>
            <a:ext cx="13751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>
                <a:solidFill>
                  <a:srgbClr val="111827"/>
                </a:solidFill>
              </a:rPr>
              <a:t>10-15$</a:t>
            </a:r>
            <a:endParaRPr lang="en-US" sz="2000" i="1"/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549D9488-BB3A-3D79-26FA-2A8D9EC0B790}"/>
              </a:ext>
            </a:extLst>
          </p:cNvPr>
          <p:cNvSpPr/>
          <p:nvPr/>
        </p:nvSpPr>
        <p:spPr>
          <a:xfrm>
            <a:off x="10024356" y="3887183"/>
            <a:ext cx="13751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>
                <a:solidFill>
                  <a:srgbClr val="111827"/>
                </a:solidFill>
              </a:rPr>
              <a:t>&gt;30$</a:t>
            </a:r>
            <a:endParaRPr lang="en-US" sz="2000" i="1"/>
          </a:p>
        </p:txBody>
      </p:sp>
    </p:spTree>
    <p:extLst>
      <p:ext uri="{BB962C8B-B14F-4D97-AF65-F5344CB8AC3E}">
        <p14:creationId xmlns:p14="http://schemas.microsoft.com/office/powerpoint/2010/main" val="32743714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9DFFE-564F-FB62-FF23-95DF2D914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6235B5-8541-9E02-9CED-4BE94D8E03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42497" y="196645"/>
            <a:ext cx="6554019" cy="5232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800" b="1" i="1">
                <a:solidFill>
                  <a:srgbClr val="002060"/>
                </a:solidFill>
                <a:latin typeface="+mn-lt"/>
              </a:rPr>
              <a:t>Auto Forge: Multi-Agent LLM System</a:t>
            </a:r>
            <a:endParaRPr lang="en-US" i="1">
              <a:solidFill>
                <a:srgbClr val="002060"/>
              </a:solidFill>
              <a:latin typeface="+mn-lt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97ECFD-053B-5CD2-C457-29938EF453C1}"/>
              </a:ext>
            </a:extLst>
          </p:cNvPr>
          <p:cNvSpPr/>
          <p:nvPr/>
        </p:nvSpPr>
        <p:spPr>
          <a:xfrm>
            <a:off x="-727587" y="1101213"/>
            <a:ext cx="13794658" cy="640080"/>
          </a:xfrm>
          <a:prstGeom prst="roundRect">
            <a:avLst/>
          </a:prstGeom>
          <a:solidFill>
            <a:schemeClr val="bg2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13366"/>
                </a:solidFill>
              </a:rPr>
              <a:t>Target Market, Customer Profile &amp; Value Proposition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87434C0-0991-4491-9CAD-A9215A02682C}"/>
              </a:ext>
            </a:extLst>
          </p:cNvPr>
          <p:cNvSpPr/>
          <p:nvPr/>
        </p:nvSpPr>
        <p:spPr>
          <a:xfrm>
            <a:off x="746760" y="1866162"/>
            <a:ext cx="4287356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6C4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6C4CA3"/>
                </a:solidFill>
              </a:rPr>
              <a:t>Target Market</a:t>
            </a:r>
          </a:p>
          <a:p>
            <a:pPr marL="285750" indent="-285750">
              <a:buFont typeface="Wingdings" panose="05000000000000000000" pitchFamily="2" charset="2"/>
              <a:buChar char="ü"/>
              <a:defRPr sz="1500">
                <a:solidFill>
                  <a:srgbClr val="2C2C2C"/>
                </a:solidFill>
              </a:defRPr>
            </a:pPr>
            <a:r>
              <a:t>Software development companies</a:t>
            </a:r>
            <a:br>
              <a:rPr/>
            </a:br>
            <a:r>
              <a:t>(SMEs to mid-size teams)</a:t>
            </a:r>
          </a:p>
          <a:p>
            <a:pPr marL="285750" indent="-285750">
              <a:buFont typeface="Wingdings" panose="05000000000000000000" pitchFamily="2" charset="2"/>
              <a:buChar char="ü"/>
              <a:defRPr sz="1500">
                <a:solidFill>
                  <a:srgbClr val="2C2C2C"/>
                </a:solidFill>
              </a:defRPr>
            </a:pPr>
            <a:r>
              <a:t>Startups needing rapid validated prototypes</a:t>
            </a:r>
          </a:p>
          <a:p>
            <a:pPr marL="285750" indent="-285750">
              <a:buFont typeface="Wingdings" panose="05000000000000000000" pitchFamily="2" charset="2"/>
              <a:buChar char="ü"/>
              <a:defRPr sz="1500">
                <a:solidFill>
                  <a:srgbClr val="2C2C2C"/>
                </a:solidFill>
              </a:defRPr>
            </a:pPr>
            <a:r>
              <a:t>Enterprises with governance and security requirements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578720-D2BB-32FF-C575-689C49C86CB8}"/>
              </a:ext>
            </a:extLst>
          </p:cNvPr>
          <p:cNvSpPr/>
          <p:nvPr/>
        </p:nvSpPr>
        <p:spPr>
          <a:xfrm>
            <a:off x="746760" y="3978622"/>
            <a:ext cx="4287356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52B4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52B4B1"/>
                </a:solidFill>
              </a:rPr>
              <a:t>Customer Profile</a:t>
            </a:r>
          </a:p>
          <a:p>
            <a:pPr marL="285750" indent="-285750">
              <a:buFont typeface="Wingdings" panose="05000000000000000000" pitchFamily="2" charset="2"/>
              <a:buChar char="ü"/>
              <a:defRPr sz="1400">
                <a:solidFill>
                  <a:srgbClr val="2C2C2C"/>
                </a:solidFill>
              </a:defRPr>
            </a:pPr>
            <a:r>
              <a:t>CTOs / Engineering Managers</a:t>
            </a:r>
            <a:r>
              <a:rPr lang="en-GB"/>
              <a:t> (</a:t>
            </a:r>
            <a:r>
              <a:t>need productivity + control</a:t>
            </a:r>
            <a:r>
              <a:rPr lang="en-GB"/>
              <a:t>)</a:t>
            </a:r>
            <a:endParaRPr/>
          </a:p>
          <a:p>
            <a:pPr marL="285750" indent="-285750">
              <a:buFont typeface="Wingdings" panose="05000000000000000000" pitchFamily="2" charset="2"/>
              <a:buChar char="ü"/>
              <a:defRPr sz="1400">
                <a:solidFill>
                  <a:srgbClr val="2C2C2C"/>
                </a:solidFill>
              </a:defRPr>
            </a:pPr>
            <a:r>
              <a:t>Business Analysts / Product Owners</a:t>
            </a:r>
            <a:r>
              <a:rPr lang="en-GB"/>
              <a:t> (</a:t>
            </a:r>
            <a:r>
              <a:t>need structured requirements + approvals</a:t>
            </a:r>
            <a:r>
              <a:rPr lang="en-GB"/>
              <a:t>)</a:t>
            </a:r>
            <a:endParaRPr/>
          </a:p>
          <a:p>
            <a:pPr marL="285750" indent="-285750">
              <a:buFont typeface="Wingdings" panose="05000000000000000000" pitchFamily="2" charset="2"/>
              <a:buChar char="ü"/>
              <a:defRPr sz="1400">
                <a:solidFill>
                  <a:srgbClr val="2C2C2C"/>
                </a:solidFill>
              </a:defRPr>
            </a:pPr>
            <a:r>
              <a:t>Developers / QA / DevOps</a:t>
            </a:r>
            <a:r>
              <a:rPr lang="en-GB"/>
              <a:t> (</a:t>
            </a:r>
            <a:r>
              <a:t>need tool-verified outputs</a:t>
            </a:r>
            <a:r>
              <a:rPr lang="en-GB"/>
              <a:t>)</a:t>
            </a:r>
            <a:endParaRPr/>
          </a:p>
          <a:p>
            <a:pPr marL="285750" indent="-285750">
              <a:buFont typeface="Wingdings" panose="05000000000000000000" pitchFamily="2" charset="2"/>
              <a:buChar char="ü"/>
              <a:defRPr sz="1400">
                <a:solidFill>
                  <a:srgbClr val="2C2C2C"/>
                </a:solidFill>
              </a:defRPr>
            </a:pPr>
            <a:r>
              <a:t>Security / Compliance teams</a:t>
            </a:r>
            <a:r>
              <a:rPr lang="en-GB"/>
              <a:t> (</a:t>
            </a:r>
            <a:r>
              <a:t>need reports + traceability</a:t>
            </a:r>
            <a:r>
              <a:rPr lang="en-GB"/>
              <a:t>)</a:t>
            </a:r>
            <a:endParaRPr/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FD49E9A4-A0FE-5B5C-F547-22FDBDB2C7D1}"/>
              </a:ext>
            </a:extLst>
          </p:cNvPr>
          <p:cNvSpPr/>
          <p:nvPr/>
        </p:nvSpPr>
        <p:spPr>
          <a:xfrm>
            <a:off x="5346781" y="2438399"/>
            <a:ext cx="6255283" cy="3318388"/>
          </a:xfrm>
          <a:prstGeom prst="roundRect">
            <a:avLst/>
          </a:prstGeom>
          <a:solidFill>
            <a:srgbClr val="FFFFFF"/>
          </a:solidFill>
          <a:ln>
            <a:solidFill>
              <a:srgbClr val="F0B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B07012"/>
                </a:solidFill>
              </a:rPr>
              <a:t>Value Proposition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sz="1700" b="1">
                <a:solidFill>
                  <a:srgbClr val="213366"/>
                </a:solidFill>
              </a:rPr>
              <a:t>Reduces rework — </a:t>
            </a:r>
            <a:r>
              <a:rPr sz="1700">
                <a:solidFill>
                  <a:srgbClr val="2C2C2C"/>
                </a:solidFill>
              </a:rPr>
              <a:t>captures domain workflows early and keeps artifacts consistent.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sz="1700" b="1">
                <a:solidFill>
                  <a:srgbClr val="213366"/>
                </a:solidFill>
              </a:rPr>
              <a:t>Builds trust — </a:t>
            </a:r>
            <a:r>
              <a:rPr sz="1700">
                <a:solidFill>
                  <a:srgbClr val="2C2C2C"/>
                </a:solidFill>
              </a:rPr>
              <a:t>uses approvals, versioning, and traceability across artifacts.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sz="1700" b="1">
                <a:solidFill>
                  <a:srgbClr val="213366"/>
                </a:solidFill>
              </a:rPr>
              <a:t>Improves quality —</a:t>
            </a:r>
            <a:r>
              <a:rPr sz="1700">
                <a:solidFill>
                  <a:srgbClr val="2C2C2C"/>
                </a:solidFill>
              </a:rPr>
              <a:t>security checks before handover.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sz="1700" b="1">
                <a:solidFill>
                  <a:srgbClr val="213366"/>
                </a:solidFill>
              </a:rPr>
              <a:t>Supports governance — </a:t>
            </a:r>
            <a:r>
              <a:rPr sz="1700">
                <a:solidFill>
                  <a:srgbClr val="2C2C2C"/>
                </a:solidFill>
              </a:rPr>
              <a:t>helps teams work with clearer documentation and reviewable outputs.</a:t>
            </a:r>
          </a:p>
        </p:txBody>
      </p:sp>
    </p:spTree>
    <p:extLst>
      <p:ext uri="{BB962C8B-B14F-4D97-AF65-F5344CB8AC3E}">
        <p14:creationId xmlns:p14="http://schemas.microsoft.com/office/powerpoint/2010/main" val="35501007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9D8CF-D248-8612-807B-6CBBA8F7A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FB8E0E-F705-D417-710B-C42BF9952B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47" y="991584"/>
            <a:ext cx="11041625" cy="543514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B95D07-F840-23BB-A4F3-EB6AAD663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199422"/>
            <a:ext cx="11684000" cy="792162"/>
          </a:xfrm>
        </p:spPr>
        <p:txBody>
          <a:bodyPr/>
          <a:lstStyle/>
          <a:p>
            <a:r>
              <a:rPr lang="en-US" b="1" i="1">
                <a:latin typeface="+mn-lt"/>
              </a:rPr>
              <a:t>Gantt Chart</a:t>
            </a:r>
          </a:p>
        </p:txBody>
      </p:sp>
    </p:spTree>
    <p:extLst>
      <p:ext uri="{BB962C8B-B14F-4D97-AF65-F5344CB8AC3E}">
        <p14:creationId xmlns:p14="http://schemas.microsoft.com/office/powerpoint/2010/main" val="27115816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0E850-611B-ABEE-18DA-D397408CA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48BEE1D-1422-B3EC-C7C6-B14C59DF0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0" y="731520"/>
            <a:ext cx="8168640" cy="572008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D9ACF85-AB39-AF61-5482-1927DE8E5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199422"/>
            <a:ext cx="11684000" cy="792162"/>
          </a:xfrm>
        </p:spPr>
        <p:txBody>
          <a:bodyPr/>
          <a:lstStyle/>
          <a:p>
            <a:r>
              <a:rPr lang="en-US" b="1" i="1">
                <a:latin typeface="+mn-lt"/>
              </a:rPr>
              <a:t>Work Breakdown Structure</a:t>
            </a:r>
          </a:p>
        </p:txBody>
      </p:sp>
    </p:spTree>
    <p:extLst>
      <p:ext uri="{BB962C8B-B14F-4D97-AF65-F5344CB8AC3E}">
        <p14:creationId xmlns:p14="http://schemas.microsoft.com/office/powerpoint/2010/main" val="35894838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163B8-DCF8-DB44-94FE-5B6001039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01EAA39-D916-F09D-C0BD-B2AA047B5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655" y="261037"/>
            <a:ext cx="3839825" cy="79216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prstDash val="dash"/>
          </a:ln>
        </p:spPr>
        <p:txBody>
          <a:bodyPr>
            <a:normAutofit fontScale="90000"/>
          </a:bodyPr>
          <a:lstStyle/>
          <a:p>
            <a:r>
              <a:rPr lang="en-US" b="1" i="1">
                <a:latin typeface="+mn-lt"/>
              </a:rPr>
              <a:t>References</a:t>
            </a: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C4318577-FA29-890D-6E51-1E19DBAA05FB}"/>
              </a:ext>
            </a:extLst>
          </p:cNvPr>
          <p:cNvSpPr txBox="1">
            <a:spLocks/>
          </p:cNvSpPr>
          <p:nvPr/>
        </p:nvSpPr>
        <p:spPr>
          <a:xfrm>
            <a:off x="510971" y="1479713"/>
            <a:ext cx="10894448" cy="4240368"/>
          </a:xfrm>
          <a:prstGeom prst="roundRect">
            <a:avLst/>
          </a:pr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8679426"/>
                      <a:gd name="csY0" fmla="*/ 0 h 1832584"/>
                      <a:gd name="csX1" fmla="*/ 752217 w 8679426"/>
                      <a:gd name="csY1" fmla="*/ 0 h 1832584"/>
                      <a:gd name="csX2" fmla="*/ 1070463 w 8679426"/>
                      <a:gd name="csY2" fmla="*/ 0 h 1832584"/>
                      <a:gd name="csX3" fmla="*/ 1562297 w 8679426"/>
                      <a:gd name="csY3" fmla="*/ 0 h 1832584"/>
                      <a:gd name="csX4" fmla="*/ 2140925 w 8679426"/>
                      <a:gd name="csY4" fmla="*/ 0 h 1832584"/>
                      <a:gd name="csX5" fmla="*/ 2459171 w 8679426"/>
                      <a:gd name="csY5" fmla="*/ 0 h 1832584"/>
                      <a:gd name="csX6" fmla="*/ 3037799 w 8679426"/>
                      <a:gd name="csY6" fmla="*/ 0 h 1832584"/>
                      <a:gd name="csX7" fmla="*/ 3529633 w 8679426"/>
                      <a:gd name="csY7" fmla="*/ 0 h 1832584"/>
                      <a:gd name="csX8" fmla="*/ 4108262 w 8679426"/>
                      <a:gd name="csY8" fmla="*/ 0 h 1832584"/>
                      <a:gd name="csX9" fmla="*/ 4426507 w 8679426"/>
                      <a:gd name="csY9" fmla="*/ 0 h 1832584"/>
                      <a:gd name="csX10" fmla="*/ 4918341 w 8679426"/>
                      <a:gd name="csY10" fmla="*/ 0 h 1832584"/>
                      <a:gd name="csX11" fmla="*/ 5323381 w 8679426"/>
                      <a:gd name="csY11" fmla="*/ 0 h 1832584"/>
                      <a:gd name="csX12" fmla="*/ 5728421 w 8679426"/>
                      <a:gd name="csY12" fmla="*/ 0 h 1832584"/>
                      <a:gd name="csX13" fmla="*/ 6133461 w 8679426"/>
                      <a:gd name="csY13" fmla="*/ 0 h 1832584"/>
                      <a:gd name="csX14" fmla="*/ 6625295 w 8679426"/>
                      <a:gd name="csY14" fmla="*/ 0 h 1832584"/>
                      <a:gd name="csX15" fmla="*/ 7290718 w 8679426"/>
                      <a:gd name="csY15" fmla="*/ 0 h 1832584"/>
                      <a:gd name="csX16" fmla="*/ 7782552 w 8679426"/>
                      <a:gd name="csY16" fmla="*/ 0 h 1832584"/>
                      <a:gd name="csX17" fmla="*/ 8100798 w 8679426"/>
                      <a:gd name="csY17" fmla="*/ 0 h 1832584"/>
                      <a:gd name="csX18" fmla="*/ 8679426 w 8679426"/>
                      <a:gd name="csY18" fmla="*/ 0 h 1832584"/>
                      <a:gd name="csX19" fmla="*/ 8679426 w 8679426"/>
                      <a:gd name="csY19" fmla="*/ 494798 h 1832584"/>
                      <a:gd name="csX20" fmla="*/ 8679426 w 8679426"/>
                      <a:gd name="csY20" fmla="*/ 916292 h 1832584"/>
                      <a:gd name="csX21" fmla="*/ 8679426 w 8679426"/>
                      <a:gd name="csY21" fmla="*/ 1411090 h 1832584"/>
                      <a:gd name="csX22" fmla="*/ 8679426 w 8679426"/>
                      <a:gd name="csY22" fmla="*/ 1832584 h 1832584"/>
                      <a:gd name="csX23" fmla="*/ 8361180 w 8679426"/>
                      <a:gd name="csY23" fmla="*/ 1832584 h 1832584"/>
                      <a:gd name="csX24" fmla="*/ 7956141 w 8679426"/>
                      <a:gd name="csY24" fmla="*/ 1832584 h 1832584"/>
                      <a:gd name="csX25" fmla="*/ 7464306 w 8679426"/>
                      <a:gd name="csY25" fmla="*/ 1832584 h 1832584"/>
                      <a:gd name="csX26" fmla="*/ 7059266 w 8679426"/>
                      <a:gd name="csY26" fmla="*/ 1832584 h 1832584"/>
                      <a:gd name="csX27" fmla="*/ 6741021 w 8679426"/>
                      <a:gd name="csY27" fmla="*/ 1832584 h 1832584"/>
                      <a:gd name="csX28" fmla="*/ 6335981 w 8679426"/>
                      <a:gd name="csY28" fmla="*/ 1832584 h 1832584"/>
                      <a:gd name="csX29" fmla="*/ 5583764 w 8679426"/>
                      <a:gd name="csY29" fmla="*/ 1832584 h 1832584"/>
                      <a:gd name="csX30" fmla="*/ 5265518 w 8679426"/>
                      <a:gd name="csY30" fmla="*/ 1832584 h 1832584"/>
                      <a:gd name="csX31" fmla="*/ 4513302 w 8679426"/>
                      <a:gd name="csY31" fmla="*/ 1832584 h 1832584"/>
                      <a:gd name="csX32" fmla="*/ 4195056 w 8679426"/>
                      <a:gd name="csY32" fmla="*/ 1832584 h 1832584"/>
                      <a:gd name="csX33" fmla="*/ 3442839 w 8679426"/>
                      <a:gd name="csY33" fmla="*/ 1832584 h 1832584"/>
                      <a:gd name="csX34" fmla="*/ 3124593 w 8679426"/>
                      <a:gd name="csY34" fmla="*/ 1832584 h 1832584"/>
                      <a:gd name="csX35" fmla="*/ 2545965 w 8679426"/>
                      <a:gd name="csY35" fmla="*/ 1832584 h 1832584"/>
                      <a:gd name="csX36" fmla="*/ 1967337 w 8679426"/>
                      <a:gd name="csY36" fmla="*/ 1832584 h 1832584"/>
                      <a:gd name="csX37" fmla="*/ 1562297 w 8679426"/>
                      <a:gd name="csY37" fmla="*/ 1832584 h 1832584"/>
                      <a:gd name="csX38" fmla="*/ 810080 w 8679426"/>
                      <a:gd name="csY38" fmla="*/ 1832584 h 1832584"/>
                      <a:gd name="csX39" fmla="*/ 491834 w 8679426"/>
                      <a:gd name="csY39" fmla="*/ 1832584 h 1832584"/>
                      <a:gd name="csX40" fmla="*/ 0 w 8679426"/>
                      <a:gd name="csY40" fmla="*/ 1832584 h 1832584"/>
                      <a:gd name="csX41" fmla="*/ 0 w 8679426"/>
                      <a:gd name="csY41" fmla="*/ 1337786 h 1832584"/>
                      <a:gd name="csX42" fmla="*/ 0 w 8679426"/>
                      <a:gd name="csY42" fmla="*/ 879640 h 1832584"/>
                      <a:gd name="csX43" fmla="*/ 0 w 8679426"/>
                      <a:gd name="csY43" fmla="*/ 403168 h 1832584"/>
                      <a:gd name="csX44" fmla="*/ 0 w 8679426"/>
                      <a:gd name="csY44" fmla="*/ 0 h 183258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</a:cxnLst>
                    <a:rect l="l" t="t" r="r" b="b"/>
                    <a:pathLst>
                      <a:path w="8679426" h="1832584" fill="none" extrusionOk="0">
                        <a:moveTo>
                          <a:pt x="0" y="0"/>
                        </a:moveTo>
                        <a:cubicBezTo>
                          <a:pt x="320182" y="-88182"/>
                          <a:pt x="422876" y="35448"/>
                          <a:pt x="752217" y="0"/>
                        </a:cubicBezTo>
                        <a:cubicBezTo>
                          <a:pt x="1081558" y="-35448"/>
                          <a:pt x="935549" y="3563"/>
                          <a:pt x="1070463" y="0"/>
                        </a:cubicBezTo>
                        <a:cubicBezTo>
                          <a:pt x="1205377" y="-3563"/>
                          <a:pt x="1396102" y="53346"/>
                          <a:pt x="1562297" y="0"/>
                        </a:cubicBezTo>
                        <a:cubicBezTo>
                          <a:pt x="1728492" y="-53346"/>
                          <a:pt x="1983369" y="51432"/>
                          <a:pt x="2140925" y="0"/>
                        </a:cubicBezTo>
                        <a:cubicBezTo>
                          <a:pt x="2298481" y="-51432"/>
                          <a:pt x="2387510" y="30242"/>
                          <a:pt x="2459171" y="0"/>
                        </a:cubicBezTo>
                        <a:cubicBezTo>
                          <a:pt x="2530832" y="-30242"/>
                          <a:pt x="2792271" y="68627"/>
                          <a:pt x="3037799" y="0"/>
                        </a:cubicBezTo>
                        <a:cubicBezTo>
                          <a:pt x="3283327" y="-68627"/>
                          <a:pt x="3413222" y="38737"/>
                          <a:pt x="3529633" y="0"/>
                        </a:cubicBezTo>
                        <a:cubicBezTo>
                          <a:pt x="3646044" y="-38737"/>
                          <a:pt x="3819677" y="29431"/>
                          <a:pt x="4108262" y="0"/>
                        </a:cubicBezTo>
                        <a:cubicBezTo>
                          <a:pt x="4396847" y="-29431"/>
                          <a:pt x="4347564" y="10298"/>
                          <a:pt x="4426507" y="0"/>
                        </a:cubicBezTo>
                        <a:cubicBezTo>
                          <a:pt x="4505450" y="-10298"/>
                          <a:pt x="4674658" y="36599"/>
                          <a:pt x="4918341" y="0"/>
                        </a:cubicBezTo>
                        <a:cubicBezTo>
                          <a:pt x="5162024" y="-36599"/>
                          <a:pt x="5184863" y="47238"/>
                          <a:pt x="5323381" y="0"/>
                        </a:cubicBezTo>
                        <a:cubicBezTo>
                          <a:pt x="5461899" y="-47238"/>
                          <a:pt x="5568166" y="26871"/>
                          <a:pt x="5728421" y="0"/>
                        </a:cubicBezTo>
                        <a:cubicBezTo>
                          <a:pt x="5888676" y="-26871"/>
                          <a:pt x="5986610" y="1617"/>
                          <a:pt x="6133461" y="0"/>
                        </a:cubicBezTo>
                        <a:cubicBezTo>
                          <a:pt x="6280312" y="-1617"/>
                          <a:pt x="6407807" y="56425"/>
                          <a:pt x="6625295" y="0"/>
                        </a:cubicBezTo>
                        <a:cubicBezTo>
                          <a:pt x="6842783" y="-56425"/>
                          <a:pt x="7120618" y="13621"/>
                          <a:pt x="7290718" y="0"/>
                        </a:cubicBezTo>
                        <a:cubicBezTo>
                          <a:pt x="7460818" y="-13621"/>
                          <a:pt x="7679050" y="41488"/>
                          <a:pt x="7782552" y="0"/>
                        </a:cubicBezTo>
                        <a:cubicBezTo>
                          <a:pt x="7886054" y="-41488"/>
                          <a:pt x="7993131" y="13400"/>
                          <a:pt x="8100798" y="0"/>
                        </a:cubicBezTo>
                        <a:cubicBezTo>
                          <a:pt x="8208465" y="-13400"/>
                          <a:pt x="8434716" y="36711"/>
                          <a:pt x="8679426" y="0"/>
                        </a:cubicBezTo>
                        <a:cubicBezTo>
                          <a:pt x="8696844" y="101503"/>
                          <a:pt x="8632559" y="356027"/>
                          <a:pt x="8679426" y="494798"/>
                        </a:cubicBezTo>
                        <a:cubicBezTo>
                          <a:pt x="8726293" y="633569"/>
                          <a:pt x="8676941" y="785764"/>
                          <a:pt x="8679426" y="916292"/>
                        </a:cubicBezTo>
                        <a:cubicBezTo>
                          <a:pt x="8681911" y="1046820"/>
                          <a:pt x="8665796" y="1246804"/>
                          <a:pt x="8679426" y="1411090"/>
                        </a:cubicBezTo>
                        <a:cubicBezTo>
                          <a:pt x="8693056" y="1575376"/>
                          <a:pt x="8636109" y="1722456"/>
                          <a:pt x="8679426" y="1832584"/>
                        </a:cubicBezTo>
                        <a:cubicBezTo>
                          <a:pt x="8595225" y="1866146"/>
                          <a:pt x="8427282" y="1800815"/>
                          <a:pt x="8361180" y="1832584"/>
                        </a:cubicBezTo>
                        <a:cubicBezTo>
                          <a:pt x="8295078" y="1864353"/>
                          <a:pt x="8099481" y="1785308"/>
                          <a:pt x="7956141" y="1832584"/>
                        </a:cubicBezTo>
                        <a:cubicBezTo>
                          <a:pt x="7812801" y="1879860"/>
                          <a:pt x="7672778" y="1821298"/>
                          <a:pt x="7464306" y="1832584"/>
                        </a:cubicBezTo>
                        <a:cubicBezTo>
                          <a:pt x="7255834" y="1843870"/>
                          <a:pt x="7180611" y="1816282"/>
                          <a:pt x="7059266" y="1832584"/>
                        </a:cubicBezTo>
                        <a:cubicBezTo>
                          <a:pt x="6937921" y="1848886"/>
                          <a:pt x="6898542" y="1828173"/>
                          <a:pt x="6741021" y="1832584"/>
                        </a:cubicBezTo>
                        <a:cubicBezTo>
                          <a:pt x="6583501" y="1836995"/>
                          <a:pt x="6462537" y="1822826"/>
                          <a:pt x="6335981" y="1832584"/>
                        </a:cubicBezTo>
                        <a:cubicBezTo>
                          <a:pt x="6209425" y="1842342"/>
                          <a:pt x="5871461" y="1815407"/>
                          <a:pt x="5583764" y="1832584"/>
                        </a:cubicBezTo>
                        <a:cubicBezTo>
                          <a:pt x="5296067" y="1849761"/>
                          <a:pt x="5401604" y="1794472"/>
                          <a:pt x="5265518" y="1832584"/>
                        </a:cubicBezTo>
                        <a:cubicBezTo>
                          <a:pt x="5129432" y="1870696"/>
                          <a:pt x="4828188" y="1813431"/>
                          <a:pt x="4513302" y="1832584"/>
                        </a:cubicBezTo>
                        <a:cubicBezTo>
                          <a:pt x="4198416" y="1851737"/>
                          <a:pt x="4326388" y="1812695"/>
                          <a:pt x="4195056" y="1832584"/>
                        </a:cubicBezTo>
                        <a:cubicBezTo>
                          <a:pt x="4063724" y="1852473"/>
                          <a:pt x="3594465" y="1770737"/>
                          <a:pt x="3442839" y="1832584"/>
                        </a:cubicBezTo>
                        <a:cubicBezTo>
                          <a:pt x="3291213" y="1894431"/>
                          <a:pt x="3252639" y="1828212"/>
                          <a:pt x="3124593" y="1832584"/>
                        </a:cubicBezTo>
                        <a:cubicBezTo>
                          <a:pt x="2996547" y="1836956"/>
                          <a:pt x="2688116" y="1802283"/>
                          <a:pt x="2545965" y="1832584"/>
                        </a:cubicBezTo>
                        <a:cubicBezTo>
                          <a:pt x="2403814" y="1862885"/>
                          <a:pt x="2148922" y="1814145"/>
                          <a:pt x="1967337" y="1832584"/>
                        </a:cubicBezTo>
                        <a:cubicBezTo>
                          <a:pt x="1785752" y="1851023"/>
                          <a:pt x="1744608" y="1797881"/>
                          <a:pt x="1562297" y="1832584"/>
                        </a:cubicBezTo>
                        <a:cubicBezTo>
                          <a:pt x="1379986" y="1867287"/>
                          <a:pt x="1100117" y="1818847"/>
                          <a:pt x="810080" y="1832584"/>
                        </a:cubicBezTo>
                        <a:cubicBezTo>
                          <a:pt x="520043" y="1846321"/>
                          <a:pt x="647859" y="1814215"/>
                          <a:pt x="491834" y="1832584"/>
                        </a:cubicBezTo>
                        <a:cubicBezTo>
                          <a:pt x="335809" y="1850953"/>
                          <a:pt x="152835" y="1818092"/>
                          <a:pt x="0" y="1832584"/>
                        </a:cubicBezTo>
                        <a:cubicBezTo>
                          <a:pt x="-5787" y="1690870"/>
                          <a:pt x="26223" y="1569437"/>
                          <a:pt x="0" y="1337786"/>
                        </a:cubicBezTo>
                        <a:cubicBezTo>
                          <a:pt x="-26223" y="1106135"/>
                          <a:pt x="47460" y="1063655"/>
                          <a:pt x="0" y="879640"/>
                        </a:cubicBezTo>
                        <a:cubicBezTo>
                          <a:pt x="-47460" y="695625"/>
                          <a:pt x="40567" y="635843"/>
                          <a:pt x="0" y="403168"/>
                        </a:cubicBezTo>
                        <a:cubicBezTo>
                          <a:pt x="-40567" y="170493"/>
                          <a:pt x="19104" y="98358"/>
                          <a:pt x="0" y="0"/>
                        </a:cubicBezTo>
                        <a:close/>
                      </a:path>
                      <a:path w="8679426" h="1832584" stroke="0" extrusionOk="0">
                        <a:moveTo>
                          <a:pt x="0" y="0"/>
                        </a:moveTo>
                        <a:cubicBezTo>
                          <a:pt x="114164" y="-52498"/>
                          <a:pt x="248903" y="31016"/>
                          <a:pt x="491834" y="0"/>
                        </a:cubicBezTo>
                        <a:cubicBezTo>
                          <a:pt x="734765" y="-31016"/>
                          <a:pt x="799362" y="62207"/>
                          <a:pt x="1070463" y="0"/>
                        </a:cubicBezTo>
                        <a:cubicBezTo>
                          <a:pt x="1341564" y="-62207"/>
                          <a:pt x="1447882" y="20722"/>
                          <a:pt x="1562297" y="0"/>
                        </a:cubicBezTo>
                        <a:cubicBezTo>
                          <a:pt x="1676712" y="-20722"/>
                          <a:pt x="1916825" y="60667"/>
                          <a:pt x="2227719" y="0"/>
                        </a:cubicBezTo>
                        <a:cubicBezTo>
                          <a:pt x="2538613" y="-60667"/>
                          <a:pt x="2442791" y="18845"/>
                          <a:pt x="2545965" y="0"/>
                        </a:cubicBezTo>
                        <a:cubicBezTo>
                          <a:pt x="2649139" y="-18845"/>
                          <a:pt x="2926101" y="4624"/>
                          <a:pt x="3298182" y="0"/>
                        </a:cubicBezTo>
                        <a:cubicBezTo>
                          <a:pt x="3670263" y="-4624"/>
                          <a:pt x="3566248" y="1230"/>
                          <a:pt x="3703222" y="0"/>
                        </a:cubicBezTo>
                        <a:cubicBezTo>
                          <a:pt x="3840196" y="-1230"/>
                          <a:pt x="3900136" y="32459"/>
                          <a:pt x="4021467" y="0"/>
                        </a:cubicBezTo>
                        <a:cubicBezTo>
                          <a:pt x="4142799" y="-32459"/>
                          <a:pt x="4186340" y="26589"/>
                          <a:pt x="4339713" y="0"/>
                        </a:cubicBezTo>
                        <a:cubicBezTo>
                          <a:pt x="4493086" y="-26589"/>
                          <a:pt x="4766137" y="41350"/>
                          <a:pt x="5005136" y="0"/>
                        </a:cubicBezTo>
                        <a:cubicBezTo>
                          <a:pt x="5244135" y="-41350"/>
                          <a:pt x="5476841" y="20861"/>
                          <a:pt x="5670558" y="0"/>
                        </a:cubicBezTo>
                        <a:cubicBezTo>
                          <a:pt x="5864275" y="-20861"/>
                          <a:pt x="6114840" y="28190"/>
                          <a:pt x="6249187" y="0"/>
                        </a:cubicBezTo>
                        <a:cubicBezTo>
                          <a:pt x="6383534" y="-28190"/>
                          <a:pt x="6518693" y="31503"/>
                          <a:pt x="6654227" y="0"/>
                        </a:cubicBezTo>
                        <a:cubicBezTo>
                          <a:pt x="6789761" y="-31503"/>
                          <a:pt x="6923988" y="34536"/>
                          <a:pt x="7059266" y="0"/>
                        </a:cubicBezTo>
                        <a:cubicBezTo>
                          <a:pt x="7194544" y="-34536"/>
                          <a:pt x="7582972" y="77197"/>
                          <a:pt x="7724689" y="0"/>
                        </a:cubicBezTo>
                        <a:cubicBezTo>
                          <a:pt x="7866406" y="-77197"/>
                          <a:pt x="8249658" y="12877"/>
                          <a:pt x="8679426" y="0"/>
                        </a:cubicBezTo>
                        <a:cubicBezTo>
                          <a:pt x="8683041" y="137608"/>
                          <a:pt x="8662893" y="251168"/>
                          <a:pt x="8679426" y="421494"/>
                        </a:cubicBezTo>
                        <a:cubicBezTo>
                          <a:pt x="8695959" y="591820"/>
                          <a:pt x="8667112" y="762868"/>
                          <a:pt x="8679426" y="897966"/>
                        </a:cubicBezTo>
                        <a:cubicBezTo>
                          <a:pt x="8691740" y="1033064"/>
                          <a:pt x="8672505" y="1223987"/>
                          <a:pt x="8679426" y="1374438"/>
                        </a:cubicBezTo>
                        <a:cubicBezTo>
                          <a:pt x="8686347" y="1524889"/>
                          <a:pt x="8665871" y="1608002"/>
                          <a:pt x="8679426" y="1832584"/>
                        </a:cubicBezTo>
                        <a:cubicBezTo>
                          <a:pt x="8501315" y="1833154"/>
                          <a:pt x="8371436" y="1787111"/>
                          <a:pt x="8274386" y="1832584"/>
                        </a:cubicBezTo>
                        <a:cubicBezTo>
                          <a:pt x="8177336" y="1878057"/>
                          <a:pt x="7935714" y="1797864"/>
                          <a:pt x="7608963" y="1832584"/>
                        </a:cubicBezTo>
                        <a:cubicBezTo>
                          <a:pt x="7282212" y="1867304"/>
                          <a:pt x="7229833" y="1775981"/>
                          <a:pt x="6943541" y="1832584"/>
                        </a:cubicBezTo>
                        <a:cubicBezTo>
                          <a:pt x="6657249" y="1889187"/>
                          <a:pt x="6504176" y="1818485"/>
                          <a:pt x="6364912" y="1832584"/>
                        </a:cubicBezTo>
                        <a:cubicBezTo>
                          <a:pt x="6225648" y="1846683"/>
                          <a:pt x="6029172" y="1778267"/>
                          <a:pt x="5873078" y="1832584"/>
                        </a:cubicBezTo>
                        <a:cubicBezTo>
                          <a:pt x="5716984" y="1886901"/>
                          <a:pt x="5670322" y="1816348"/>
                          <a:pt x="5468038" y="1832584"/>
                        </a:cubicBezTo>
                        <a:cubicBezTo>
                          <a:pt x="5265754" y="1848820"/>
                          <a:pt x="5301451" y="1797112"/>
                          <a:pt x="5149793" y="1832584"/>
                        </a:cubicBezTo>
                        <a:cubicBezTo>
                          <a:pt x="4998136" y="1868056"/>
                          <a:pt x="4652535" y="1808842"/>
                          <a:pt x="4397576" y="1832584"/>
                        </a:cubicBezTo>
                        <a:cubicBezTo>
                          <a:pt x="4142617" y="1856326"/>
                          <a:pt x="4170880" y="1798744"/>
                          <a:pt x="4079330" y="1832584"/>
                        </a:cubicBezTo>
                        <a:cubicBezTo>
                          <a:pt x="3987780" y="1866424"/>
                          <a:pt x="3617914" y="1810003"/>
                          <a:pt x="3413908" y="1832584"/>
                        </a:cubicBezTo>
                        <a:cubicBezTo>
                          <a:pt x="3209902" y="1855165"/>
                          <a:pt x="2987795" y="1796480"/>
                          <a:pt x="2835279" y="1832584"/>
                        </a:cubicBezTo>
                        <a:cubicBezTo>
                          <a:pt x="2682763" y="1868688"/>
                          <a:pt x="2349794" y="1796006"/>
                          <a:pt x="2083062" y="1832584"/>
                        </a:cubicBezTo>
                        <a:cubicBezTo>
                          <a:pt x="1816330" y="1869162"/>
                          <a:pt x="1806201" y="1802173"/>
                          <a:pt x="1678022" y="1832584"/>
                        </a:cubicBezTo>
                        <a:cubicBezTo>
                          <a:pt x="1549843" y="1862995"/>
                          <a:pt x="1375611" y="1776891"/>
                          <a:pt x="1186188" y="1832584"/>
                        </a:cubicBezTo>
                        <a:cubicBezTo>
                          <a:pt x="996765" y="1888277"/>
                          <a:pt x="951783" y="1795650"/>
                          <a:pt x="781148" y="1832584"/>
                        </a:cubicBezTo>
                        <a:cubicBezTo>
                          <a:pt x="610513" y="1869518"/>
                          <a:pt x="277369" y="1823150"/>
                          <a:pt x="0" y="1832584"/>
                        </a:cubicBezTo>
                        <a:cubicBezTo>
                          <a:pt x="-13457" y="1647742"/>
                          <a:pt x="20313" y="1440883"/>
                          <a:pt x="0" y="1337786"/>
                        </a:cubicBezTo>
                        <a:cubicBezTo>
                          <a:pt x="-20313" y="1234689"/>
                          <a:pt x="50352" y="985767"/>
                          <a:pt x="0" y="842989"/>
                        </a:cubicBezTo>
                        <a:cubicBezTo>
                          <a:pt x="-50352" y="700211"/>
                          <a:pt x="35072" y="35556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GB" sz="1800" b="0" cap="none"/>
              <a:t>[1]	Chen Qian, Wei Liu, </a:t>
            </a:r>
            <a:r>
              <a:rPr lang="en-GB" sz="1800" b="0" cap="none" err="1"/>
              <a:t>Hongzhang</a:t>
            </a:r>
            <a:r>
              <a:rPr lang="en-GB" sz="1800" b="0" cap="none"/>
              <a:t> Liu, Nuo Chen, </a:t>
            </a:r>
            <a:r>
              <a:rPr lang="en-GB" sz="1800" b="0" cap="none" err="1"/>
              <a:t>Yufan</a:t>
            </a:r>
            <a:r>
              <a:rPr lang="en-GB" sz="1800" b="0" cap="none"/>
              <a:t> Dang, Jiahao Li, Cheng Yang, </a:t>
            </a:r>
            <a:r>
              <a:rPr lang="en-GB" sz="1800" b="0" cap="none" err="1"/>
              <a:t>Weize</a:t>
            </a:r>
            <a:r>
              <a:rPr lang="en-GB" sz="1800" b="0" cap="none"/>
              <a:t> 	Chen,    	Yusheng Su, Xin Cong, </a:t>
            </a:r>
            <a:r>
              <a:rPr lang="en-GB" sz="1800" b="0" cap="none" err="1"/>
              <a:t>Juyuan</a:t>
            </a:r>
            <a:r>
              <a:rPr lang="en-GB" sz="1800" b="0" cap="none"/>
              <a:t> Xu, </a:t>
            </a:r>
            <a:r>
              <a:rPr lang="en-GB" sz="1800" b="0" cap="none" err="1"/>
              <a:t>Dahai</a:t>
            </a:r>
            <a:r>
              <a:rPr lang="en-GB" sz="1800" b="0" cap="none"/>
              <a:t> Li, Zhiyuan Liu, </a:t>
            </a:r>
            <a:r>
              <a:rPr lang="en-GB" sz="1800" b="0" cap="none" err="1"/>
              <a:t>Maosong</a:t>
            </a:r>
            <a:r>
              <a:rPr lang="en-GB" sz="1800" b="0" cap="none"/>
              <a:t> Sun “</a:t>
            </a:r>
            <a:r>
              <a:rPr lang="en-GB" sz="1800" cap="none" err="1"/>
              <a:t>Chatdev</a:t>
            </a:r>
            <a:r>
              <a:rPr lang="en-GB" sz="1800" cap="none"/>
              <a:t>: 	Communicative Agents for Software Development</a:t>
            </a:r>
            <a:r>
              <a:rPr lang="en-GB" sz="1800" b="0" cap="none"/>
              <a:t>”, pp.1-5, arxiv:2307.07924v5 [cs.SE] 5 	</a:t>
            </a:r>
            <a:r>
              <a:rPr lang="en-GB" sz="1800" b="0" cap="none" err="1"/>
              <a:t>jun</a:t>
            </a:r>
            <a:r>
              <a:rPr lang="en-GB" sz="1800" b="0" cap="none"/>
              <a:t> 2024 </a:t>
            </a:r>
          </a:p>
          <a:p>
            <a:r>
              <a:rPr lang="en-GB" sz="1800" b="0" cap="none"/>
              <a:t>[2]	</a:t>
            </a:r>
            <a:r>
              <a:rPr lang="en-GB" sz="1800" b="0" cap="none" err="1"/>
              <a:t>Sirui</a:t>
            </a:r>
            <a:r>
              <a:rPr lang="en-GB" sz="1800" b="0" cap="none"/>
              <a:t> Hong, </a:t>
            </a:r>
            <a:r>
              <a:rPr lang="en-GB" sz="1800" b="0" cap="none" err="1"/>
              <a:t>Mingchen</a:t>
            </a:r>
            <a:r>
              <a:rPr lang="en-GB" sz="1800" b="0" cap="none"/>
              <a:t> Zhuge, Jiaqi Chen, </a:t>
            </a:r>
            <a:r>
              <a:rPr lang="en-GB" sz="1800" b="0" cap="none" err="1"/>
              <a:t>Xiawu</a:t>
            </a:r>
            <a:r>
              <a:rPr lang="en-GB" sz="1800" b="0" cap="none"/>
              <a:t> Zheng, Yuheng Cheng, Ceyao Zhang, Jinlin 	Wang, Zili Wang, Steven Ka Shing Yau, </a:t>
            </a:r>
            <a:r>
              <a:rPr lang="en-GB" sz="1800" b="0" cap="none" err="1"/>
              <a:t>Zijuan</a:t>
            </a:r>
            <a:r>
              <a:rPr lang="en-GB" sz="1800" b="0" cap="none"/>
              <a:t> Lin, Liyang Zhou, Chenyu Ran, Lingfeng Xiao, 	</a:t>
            </a:r>
            <a:r>
              <a:rPr lang="en-GB" sz="1800" b="0" cap="none" err="1"/>
              <a:t>Chenglin</a:t>
            </a:r>
            <a:r>
              <a:rPr lang="en-GB" sz="1800" b="0" cap="none"/>
              <a:t> Wu, Jürgen </a:t>
            </a:r>
            <a:r>
              <a:rPr lang="en-GB" sz="1800" b="0" cap="none" err="1"/>
              <a:t>Schmidhuber</a:t>
            </a:r>
            <a:r>
              <a:rPr lang="en-GB" sz="1800" b="0" cap="none"/>
              <a:t>, “</a:t>
            </a:r>
            <a:r>
              <a:rPr lang="en-GB" sz="1800" cap="none" err="1"/>
              <a:t>Metagpt</a:t>
            </a:r>
            <a:r>
              <a:rPr lang="en-GB" sz="1800" cap="none"/>
              <a:t>: Meta Programming For A Multi-agent 	Collaborative Framework</a:t>
            </a:r>
            <a:r>
              <a:rPr lang="en-GB" sz="1800" b="0" cap="none"/>
              <a:t>”, arxiv:2308.00352v7 [Cs.AI] 1 Nov 2024 </a:t>
            </a:r>
            <a:endParaRPr lang="en-GB" sz="1800" b="0" i="1" cap="none">
              <a:ea typeface="Cambria"/>
            </a:endParaRPr>
          </a:p>
          <a:p>
            <a:r>
              <a:rPr lang="en-GB" sz="1800" b="0" cap="none"/>
              <a:t>[3]	</a:t>
            </a:r>
            <a:r>
              <a:rPr lang="en-GB" sz="1800" b="0" cap="none" err="1"/>
              <a:t>Xingyao</a:t>
            </a:r>
            <a:r>
              <a:rPr lang="en-GB" sz="1800" b="0" cap="none"/>
              <a:t> Wang, </a:t>
            </a:r>
            <a:r>
              <a:rPr lang="en-GB" sz="1800" b="0" cap="none" err="1"/>
              <a:t>Boxuan</a:t>
            </a:r>
            <a:r>
              <a:rPr lang="en-GB" sz="1800" b="0" cap="none"/>
              <a:t> Li, </a:t>
            </a:r>
            <a:r>
              <a:rPr lang="en-GB" sz="1800" b="0" cap="none" err="1"/>
              <a:t>Yufan</a:t>
            </a:r>
            <a:r>
              <a:rPr lang="en-GB" sz="1800" b="0" cap="none"/>
              <a:t> Song, Frank F. Xu, </a:t>
            </a:r>
            <a:r>
              <a:rPr lang="en-GB" sz="1800" b="0" cap="none" err="1"/>
              <a:t>Xiangru</a:t>
            </a:r>
            <a:r>
              <a:rPr lang="en-GB" sz="1800" b="0" cap="none"/>
              <a:t> Tang, </a:t>
            </a:r>
            <a:r>
              <a:rPr lang="en-GB" sz="1800" b="0" cap="none" err="1"/>
              <a:t>Mingchen</a:t>
            </a:r>
            <a:r>
              <a:rPr lang="en-GB" sz="1800" b="0" cap="none"/>
              <a:t> Zhuge, Jiayi 	Pan, </a:t>
            </a:r>
            <a:r>
              <a:rPr lang="en-GB" sz="1800" b="0" cap="none" err="1"/>
              <a:t>Yueqi</a:t>
            </a:r>
            <a:r>
              <a:rPr lang="en-GB" sz="1800" b="0" cap="none"/>
              <a:t> 	Song, Bowen Li, Jaskirat Singh, Hoang H. Tran, </a:t>
            </a:r>
            <a:r>
              <a:rPr lang="en-GB" sz="1800" b="0" cap="none" err="1"/>
              <a:t>Fuqiang</a:t>
            </a:r>
            <a:r>
              <a:rPr lang="en-GB" sz="1800" b="0" cap="none"/>
              <a:t> Li, Ren Ma, </a:t>
            </a:r>
            <a:r>
              <a:rPr lang="en-GB" sz="1800" b="0" cap="none" err="1"/>
              <a:t>Mingzhang</a:t>
            </a:r>
            <a:r>
              <a:rPr lang="en-GB" sz="1800" b="0" cap="none"/>
              <a:t> 	Zheng, Bill Qian, 	Yanjun Shao, Niklas Muennighoff, </a:t>
            </a:r>
            <a:r>
              <a:rPr lang="en-GB" sz="1800" b="0" cap="none" err="1"/>
              <a:t>Yizhe</a:t>
            </a:r>
            <a:r>
              <a:rPr lang="en-GB" sz="1800" b="0" cap="none"/>
              <a:t> Zhang, </a:t>
            </a:r>
            <a:r>
              <a:rPr lang="en-GB" sz="1800" b="0" cap="none" err="1"/>
              <a:t>Binyuan</a:t>
            </a:r>
            <a:r>
              <a:rPr lang="en-GB" sz="1800" b="0" cap="none"/>
              <a:t> Hui, </a:t>
            </a:r>
            <a:r>
              <a:rPr lang="en-GB" sz="1800" b="0" cap="none" err="1"/>
              <a:t>Junyang</a:t>
            </a:r>
            <a:r>
              <a:rPr lang="en-GB" sz="1800" b="0" cap="none"/>
              <a:t> Lin, Robert Brennan, Hao 	Peng, Heng Ji, Graham Neubig, “</a:t>
            </a:r>
            <a:r>
              <a:rPr lang="en-GB" sz="1800" cap="none"/>
              <a:t>Openhands: An Open Platform For 	AI Software Developers As 	Generalist Agents</a:t>
            </a:r>
            <a:r>
              <a:rPr lang="en-GB" sz="1800" b="0" cap="none"/>
              <a:t>”, arxiv:2407.16741v3 [Cs.SE] 18 Apr 2025</a:t>
            </a:r>
            <a:endParaRPr lang="en-GB" sz="1800" b="0" i="1" cap="none">
              <a:latin typeface="+mn-lt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8846178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49036-3222-32BA-076B-E2B5F00E8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2648077-C037-CE60-B6C6-CC1C7AAB7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655" y="261037"/>
            <a:ext cx="3839825" cy="79216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prstDash val="dash"/>
          </a:ln>
        </p:spPr>
        <p:txBody>
          <a:bodyPr>
            <a:normAutofit fontScale="90000"/>
          </a:bodyPr>
          <a:lstStyle/>
          <a:p>
            <a:r>
              <a:rPr lang="en-US" b="1" i="1">
                <a:latin typeface="+mn-lt"/>
              </a:rPr>
              <a:t>References</a:t>
            </a: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FDCE4E7C-EBA2-FCED-3F88-F672E0389E2D}"/>
              </a:ext>
            </a:extLst>
          </p:cNvPr>
          <p:cNvSpPr txBox="1">
            <a:spLocks/>
          </p:cNvSpPr>
          <p:nvPr/>
        </p:nvSpPr>
        <p:spPr>
          <a:xfrm>
            <a:off x="510971" y="1479713"/>
            <a:ext cx="10894448" cy="4240368"/>
          </a:xfrm>
          <a:prstGeom prst="roundRect">
            <a:avLst/>
          </a:pr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426359736">
                  <a:custGeom>
                    <a:avLst/>
                    <a:gdLst>
                      <a:gd name="csX0" fmla="*/ 0 w 8679426"/>
                      <a:gd name="csY0" fmla="*/ 0 h 1832584"/>
                      <a:gd name="csX1" fmla="*/ 752217 w 8679426"/>
                      <a:gd name="csY1" fmla="*/ 0 h 1832584"/>
                      <a:gd name="csX2" fmla="*/ 1070463 w 8679426"/>
                      <a:gd name="csY2" fmla="*/ 0 h 1832584"/>
                      <a:gd name="csX3" fmla="*/ 1562297 w 8679426"/>
                      <a:gd name="csY3" fmla="*/ 0 h 1832584"/>
                      <a:gd name="csX4" fmla="*/ 2140925 w 8679426"/>
                      <a:gd name="csY4" fmla="*/ 0 h 1832584"/>
                      <a:gd name="csX5" fmla="*/ 2459171 w 8679426"/>
                      <a:gd name="csY5" fmla="*/ 0 h 1832584"/>
                      <a:gd name="csX6" fmla="*/ 3037799 w 8679426"/>
                      <a:gd name="csY6" fmla="*/ 0 h 1832584"/>
                      <a:gd name="csX7" fmla="*/ 3529633 w 8679426"/>
                      <a:gd name="csY7" fmla="*/ 0 h 1832584"/>
                      <a:gd name="csX8" fmla="*/ 4108262 w 8679426"/>
                      <a:gd name="csY8" fmla="*/ 0 h 1832584"/>
                      <a:gd name="csX9" fmla="*/ 4426507 w 8679426"/>
                      <a:gd name="csY9" fmla="*/ 0 h 1832584"/>
                      <a:gd name="csX10" fmla="*/ 4918341 w 8679426"/>
                      <a:gd name="csY10" fmla="*/ 0 h 1832584"/>
                      <a:gd name="csX11" fmla="*/ 5323381 w 8679426"/>
                      <a:gd name="csY11" fmla="*/ 0 h 1832584"/>
                      <a:gd name="csX12" fmla="*/ 5728421 w 8679426"/>
                      <a:gd name="csY12" fmla="*/ 0 h 1832584"/>
                      <a:gd name="csX13" fmla="*/ 6133461 w 8679426"/>
                      <a:gd name="csY13" fmla="*/ 0 h 1832584"/>
                      <a:gd name="csX14" fmla="*/ 6625295 w 8679426"/>
                      <a:gd name="csY14" fmla="*/ 0 h 1832584"/>
                      <a:gd name="csX15" fmla="*/ 7290718 w 8679426"/>
                      <a:gd name="csY15" fmla="*/ 0 h 1832584"/>
                      <a:gd name="csX16" fmla="*/ 7782552 w 8679426"/>
                      <a:gd name="csY16" fmla="*/ 0 h 1832584"/>
                      <a:gd name="csX17" fmla="*/ 8100798 w 8679426"/>
                      <a:gd name="csY17" fmla="*/ 0 h 1832584"/>
                      <a:gd name="csX18" fmla="*/ 8679426 w 8679426"/>
                      <a:gd name="csY18" fmla="*/ 0 h 1832584"/>
                      <a:gd name="csX19" fmla="*/ 8679426 w 8679426"/>
                      <a:gd name="csY19" fmla="*/ 494798 h 1832584"/>
                      <a:gd name="csX20" fmla="*/ 8679426 w 8679426"/>
                      <a:gd name="csY20" fmla="*/ 916292 h 1832584"/>
                      <a:gd name="csX21" fmla="*/ 8679426 w 8679426"/>
                      <a:gd name="csY21" fmla="*/ 1411090 h 1832584"/>
                      <a:gd name="csX22" fmla="*/ 8679426 w 8679426"/>
                      <a:gd name="csY22" fmla="*/ 1832584 h 1832584"/>
                      <a:gd name="csX23" fmla="*/ 8361180 w 8679426"/>
                      <a:gd name="csY23" fmla="*/ 1832584 h 1832584"/>
                      <a:gd name="csX24" fmla="*/ 7956141 w 8679426"/>
                      <a:gd name="csY24" fmla="*/ 1832584 h 1832584"/>
                      <a:gd name="csX25" fmla="*/ 7464306 w 8679426"/>
                      <a:gd name="csY25" fmla="*/ 1832584 h 1832584"/>
                      <a:gd name="csX26" fmla="*/ 7059266 w 8679426"/>
                      <a:gd name="csY26" fmla="*/ 1832584 h 1832584"/>
                      <a:gd name="csX27" fmla="*/ 6741021 w 8679426"/>
                      <a:gd name="csY27" fmla="*/ 1832584 h 1832584"/>
                      <a:gd name="csX28" fmla="*/ 6335981 w 8679426"/>
                      <a:gd name="csY28" fmla="*/ 1832584 h 1832584"/>
                      <a:gd name="csX29" fmla="*/ 5583764 w 8679426"/>
                      <a:gd name="csY29" fmla="*/ 1832584 h 1832584"/>
                      <a:gd name="csX30" fmla="*/ 5265518 w 8679426"/>
                      <a:gd name="csY30" fmla="*/ 1832584 h 1832584"/>
                      <a:gd name="csX31" fmla="*/ 4513302 w 8679426"/>
                      <a:gd name="csY31" fmla="*/ 1832584 h 1832584"/>
                      <a:gd name="csX32" fmla="*/ 4195056 w 8679426"/>
                      <a:gd name="csY32" fmla="*/ 1832584 h 1832584"/>
                      <a:gd name="csX33" fmla="*/ 3442839 w 8679426"/>
                      <a:gd name="csY33" fmla="*/ 1832584 h 1832584"/>
                      <a:gd name="csX34" fmla="*/ 3124593 w 8679426"/>
                      <a:gd name="csY34" fmla="*/ 1832584 h 1832584"/>
                      <a:gd name="csX35" fmla="*/ 2545965 w 8679426"/>
                      <a:gd name="csY35" fmla="*/ 1832584 h 1832584"/>
                      <a:gd name="csX36" fmla="*/ 1967337 w 8679426"/>
                      <a:gd name="csY36" fmla="*/ 1832584 h 1832584"/>
                      <a:gd name="csX37" fmla="*/ 1562297 w 8679426"/>
                      <a:gd name="csY37" fmla="*/ 1832584 h 1832584"/>
                      <a:gd name="csX38" fmla="*/ 810080 w 8679426"/>
                      <a:gd name="csY38" fmla="*/ 1832584 h 1832584"/>
                      <a:gd name="csX39" fmla="*/ 491834 w 8679426"/>
                      <a:gd name="csY39" fmla="*/ 1832584 h 1832584"/>
                      <a:gd name="csX40" fmla="*/ 0 w 8679426"/>
                      <a:gd name="csY40" fmla="*/ 1832584 h 1832584"/>
                      <a:gd name="csX41" fmla="*/ 0 w 8679426"/>
                      <a:gd name="csY41" fmla="*/ 1337786 h 1832584"/>
                      <a:gd name="csX42" fmla="*/ 0 w 8679426"/>
                      <a:gd name="csY42" fmla="*/ 879640 h 1832584"/>
                      <a:gd name="csX43" fmla="*/ 0 w 8679426"/>
                      <a:gd name="csY43" fmla="*/ 403168 h 1832584"/>
                      <a:gd name="csX44" fmla="*/ 0 w 8679426"/>
                      <a:gd name="csY44" fmla="*/ 0 h 183258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</a:cxnLst>
                    <a:rect l="l" t="t" r="r" b="b"/>
                    <a:pathLst>
                      <a:path w="8679426" h="1832584" fill="none" extrusionOk="0">
                        <a:moveTo>
                          <a:pt x="0" y="0"/>
                        </a:moveTo>
                        <a:cubicBezTo>
                          <a:pt x="320182" y="-88182"/>
                          <a:pt x="422876" y="35448"/>
                          <a:pt x="752217" y="0"/>
                        </a:cubicBezTo>
                        <a:cubicBezTo>
                          <a:pt x="1081558" y="-35448"/>
                          <a:pt x="935549" y="3563"/>
                          <a:pt x="1070463" y="0"/>
                        </a:cubicBezTo>
                        <a:cubicBezTo>
                          <a:pt x="1205377" y="-3563"/>
                          <a:pt x="1396102" y="53346"/>
                          <a:pt x="1562297" y="0"/>
                        </a:cubicBezTo>
                        <a:cubicBezTo>
                          <a:pt x="1728492" y="-53346"/>
                          <a:pt x="1983369" y="51432"/>
                          <a:pt x="2140925" y="0"/>
                        </a:cubicBezTo>
                        <a:cubicBezTo>
                          <a:pt x="2298481" y="-51432"/>
                          <a:pt x="2387510" y="30242"/>
                          <a:pt x="2459171" y="0"/>
                        </a:cubicBezTo>
                        <a:cubicBezTo>
                          <a:pt x="2530832" y="-30242"/>
                          <a:pt x="2792271" y="68627"/>
                          <a:pt x="3037799" y="0"/>
                        </a:cubicBezTo>
                        <a:cubicBezTo>
                          <a:pt x="3283327" y="-68627"/>
                          <a:pt x="3413222" y="38737"/>
                          <a:pt x="3529633" y="0"/>
                        </a:cubicBezTo>
                        <a:cubicBezTo>
                          <a:pt x="3646044" y="-38737"/>
                          <a:pt x="3819677" y="29431"/>
                          <a:pt x="4108262" y="0"/>
                        </a:cubicBezTo>
                        <a:cubicBezTo>
                          <a:pt x="4396847" y="-29431"/>
                          <a:pt x="4347564" y="10298"/>
                          <a:pt x="4426507" y="0"/>
                        </a:cubicBezTo>
                        <a:cubicBezTo>
                          <a:pt x="4505450" y="-10298"/>
                          <a:pt x="4674658" y="36599"/>
                          <a:pt x="4918341" y="0"/>
                        </a:cubicBezTo>
                        <a:cubicBezTo>
                          <a:pt x="5162024" y="-36599"/>
                          <a:pt x="5184863" y="47238"/>
                          <a:pt x="5323381" y="0"/>
                        </a:cubicBezTo>
                        <a:cubicBezTo>
                          <a:pt x="5461899" y="-47238"/>
                          <a:pt x="5568166" y="26871"/>
                          <a:pt x="5728421" y="0"/>
                        </a:cubicBezTo>
                        <a:cubicBezTo>
                          <a:pt x="5888676" y="-26871"/>
                          <a:pt x="5986610" y="1617"/>
                          <a:pt x="6133461" y="0"/>
                        </a:cubicBezTo>
                        <a:cubicBezTo>
                          <a:pt x="6280312" y="-1617"/>
                          <a:pt x="6407807" y="56425"/>
                          <a:pt x="6625295" y="0"/>
                        </a:cubicBezTo>
                        <a:cubicBezTo>
                          <a:pt x="6842783" y="-56425"/>
                          <a:pt x="7120618" y="13621"/>
                          <a:pt x="7290718" y="0"/>
                        </a:cubicBezTo>
                        <a:cubicBezTo>
                          <a:pt x="7460818" y="-13621"/>
                          <a:pt x="7679050" y="41488"/>
                          <a:pt x="7782552" y="0"/>
                        </a:cubicBezTo>
                        <a:cubicBezTo>
                          <a:pt x="7886054" y="-41488"/>
                          <a:pt x="7993131" y="13400"/>
                          <a:pt x="8100798" y="0"/>
                        </a:cubicBezTo>
                        <a:cubicBezTo>
                          <a:pt x="8208465" y="-13400"/>
                          <a:pt x="8434716" y="36711"/>
                          <a:pt x="8679426" y="0"/>
                        </a:cubicBezTo>
                        <a:cubicBezTo>
                          <a:pt x="8696844" y="101503"/>
                          <a:pt x="8632559" y="356027"/>
                          <a:pt x="8679426" y="494798"/>
                        </a:cubicBezTo>
                        <a:cubicBezTo>
                          <a:pt x="8726293" y="633569"/>
                          <a:pt x="8676941" y="785764"/>
                          <a:pt x="8679426" y="916292"/>
                        </a:cubicBezTo>
                        <a:cubicBezTo>
                          <a:pt x="8681911" y="1046820"/>
                          <a:pt x="8665796" y="1246804"/>
                          <a:pt x="8679426" y="1411090"/>
                        </a:cubicBezTo>
                        <a:cubicBezTo>
                          <a:pt x="8693056" y="1575376"/>
                          <a:pt x="8636109" y="1722456"/>
                          <a:pt x="8679426" y="1832584"/>
                        </a:cubicBezTo>
                        <a:cubicBezTo>
                          <a:pt x="8595225" y="1866146"/>
                          <a:pt x="8427282" y="1800815"/>
                          <a:pt x="8361180" y="1832584"/>
                        </a:cubicBezTo>
                        <a:cubicBezTo>
                          <a:pt x="8295078" y="1864353"/>
                          <a:pt x="8099481" y="1785308"/>
                          <a:pt x="7956141" y="1832584"/>
                        </a:cubicBezTo>
                        <a:cubicBezTo>
                          <a:pt x="7812801" y="1879860"/>
                          <a:pt x="7672778" y="1821298"/>
                          <a:pt x="7464306" y="1832584"/>
                        </a:cubicBezTo>
                        <a:cubicBezTo>
                          <a:pt x="7255834" y="1843870"/>
                          <a:pt x="7180611" y="1816282"/>
                          <a:pt x="7059266" y="1832584"/>
                        </a:cubicBezTo>
                        <a:cubicBezTo>
                          <a:pt x="6937921" y="1848886"/>
                          <a:pt x="6898542" y="1828173"/>
                          <a:pt x="6741021" y="1832584"/>
                        </a:cubicBezTo>
                        <a:cubicBezTo>
                          <a:pt x="6583501" y="1836995"/>
                          <a:pt x="6462537" y="1822826"/>
                          <a:pt x="6335981" y="1832584"/>
                        </a:cubicBezTo>
                        <a:cubicBezTo>
                          <a:pt x="6209425" y="1842342"/>
                          <a:pt x="5871461" y="1815407"/>
                          <a:pt x="5583764" y="1832584"/>
                        </a:cubicBezTo>
                        <a:cubicBezTo>
                          <a:pt x="5296067" y="1849761"/>
                          <a:pt x="5401604" y="1794472"/>
                          <a:pt x="5265518" y="1832584"/>
                        </a:cubicBezTo>
                        <a:cubicBezTo>
                          <a:pt x="5129432" y="1870696"/>
                          <a:pt x="4828188" y="1813431"/>
                          <a:pt x="4513302" y="1832584"/>
                        </a:cubicBezTo>
                        <a:cubicBezTo>
                          <a:pt x="4198416" y="1851737"/>
                          <a:pt x="4326388" y="1812695"/>
                          <a:pt x="4195056" y="1832584"/>
                        </a:cubicBezTo>
                        <a:cubicBezTo>
                          <a:pt x="4063724" y="1852473"/>
                          <a:pt x="3594465" y="1770737"/>
                          <a:pt x="3442839" y="1832584"/>
                        </a:cubicBezTo>
                        <a:cubicBezTo>
                          <a:pt x="3291213" y="1894431"/>
                          <a:pt x="3252639" y="1828212"/>
                          <a:pt x="3124593" y="1832584"/>
                        </a:cubicBezTo>
                        <a:cubicBezTo>
                          <a:pt x="2996547" y="1836956"/>
                          <a:pt x="2688116" y="1802283"/>
                          <a:pt x="2545965" y="1832584"/>
                        </a:cubicBezTo>
                        <a:cubicBezTo>
                          <a:pt x="2403814" y="1862885"/>
                          <a:pt x="2148922" y="1814145"/>
                          <a:pt x="1967337" y="1832584"/>
                        </a:cubicBezTo>
                        <a:cubicBezTo>
                          <a:pt x="1785752" y="1851023"/>
                          <a:pt x="1744608" y="1797881"/>
                          <a:pt x="1562297" y="1832584"/>
                        </a:cubicBezTo>
                        <a:cubicBezTo>
                          <a:pt x="1379986" y="1867287"/>
                          <a:pt x="1100117" y="1818847"/>
                          <a:pt x="810080" y="1832584"/>
                        </a:cubicBezTo>
                        <a:cubicBezTo>
                          <a:pt x="520043" y="1846321"/>
                          <a:pt x="647859" y="1814215"/>
                          <a:pt x="491834" y="1832584"/>
                        </a:cubicBezTo>
                        <a:cubicBezTo>
                          <a:pt x="335809" y="1850953"/>
                          <a:pt x="152835" y="1818092"/>
                          <a:pt x="0" y="1832584"/>
                        </a:cubicBezTo>
                        <a:cubicBezTo>
                          <a:pt x="-5787" y="1690870"/>
                          <a:pt x="26223" y="1569437"/>
                          <a:pt x="0" y="1337786"/>
                        </a:cubicBezTo>
                        <a:cubicBezTo>
                          <a:pt x="-26223" y="1106135"/>
                          <a:pt x="47460" y="1063655"/>
                          <a:pt x="0" y="879640"/>
                        </a:cubicBezTo>
                        <a:cubicBezTo>
                          <a:pt x="-47460" y="695625"/>
                          <a:pt x="40567" y="635843"/>
                          <a:pt x="0" y="403168"/>
                        </a:cubicBezTo>
                        <a:cubicBezTo>
                          <a:pt x="-40567" y="170493"/>
                          <a:pt x="19104" y="98358"/>
                          <a:pt x="0" y="0"/>
                        </a:cubicBezTo>
                        <a:close/>
                      </a:path>
                      <a:path w="8679426" h="1832584" stroke="0" extrusionOk="0">
                        <a:moveTo>
                          <a:pt x="0" y="0"/>
                        </a:moveTo>
                        <a:cubicBezTo>
                          <a:pt x="114164" y="-52498"/>
                          <a:pt x="248903" y="31016"/>
                          <a:pt x="491834" y="0"/>
                        </a:cubicBezTo>
                        <a:cubicBezTo>
                          <a:pt x="734765" y="-31016"/>
                          <a:pt x="799362" y="62207"/>
                          <a:pt x="1070463" y="0"/>
                        </a:cubicBezTo>
                        <a:cubicBezTo>
                          <a:pt x="1341564" y="-62207"/>
                          <a:pt x="1447882" y="20722"/>
                          <a:pt x="1562297" y="0"/>
                        </a:cubicBezTo>
                        <a:cubicBezTo>
                          <a:pt x="1676712" y="-20722"/>
                          <a:pt x="1916825" y="60667"/>
                          <a:pt x="2227719" y="0"/>
                        </a:cubicBezTo>
                        <a:cubicBezTo>
                          <a:pt x="2538613" y="-60667"/>
                          <a:pt x="2442791" y="18845"/>
                          <a:pt x="2545965" y="0"/>
                        </a:cubicBezTo>
                        <a:cubicBezTo>
                          <a:pt x="2649139" y="-18845"/>
                          <a:pt x="2926101" y="4624"/>
                          <a:pt x="3298182" y="0"/>
                        </a:cubicBezTo>
                        <a:cubicBezTo>
                          <a:pt x="3670263" y="-4624"/>
                          <a:pt x="3566248" y="1230"/>
                          <a:pt x="3703222" y="0"/>
                        </a:cubicBezTo>
                        <a:cubicBezTo>
                          <a:pt x="3840196" y="-1230"/>
                          <a:pt x="3900136" y="32459"/>
                          <a:pt x="4021467" y="0"/>
                        </a:cubicBezTo>
                        <a:cubicBezTo>
                          <a:pt x="4142799" y="-32459"/>
                          <a:pt x="4186340" y="26589"/>
                          <a:pt x="4339713" y="0"/>
                        </a:cubicBezTo>
                        <a:cubicBezTo>
                          <a:pt x="4493086" y="-26589"/>
                          <a:pt x="4766137" y="41350"/>
                          <a:pt x="5005136" y="0"/>
                        </a:cubicBezTo>
                        <a:cubicBezTo>
                          <a:pt x="5244135" y="-41350"/>
                          <a:pt x="5476841" y="20861"/>
                          <a:pt x="5670558" y="0"/>
                        </a:cubicBezTo>
                        <a:cubicBezTo>
                          <a:pt x="5864275" y="-20861"/>
                          <a:pt x="6114840" y="28190"/>
                          <a:pt x="6249187" y="0"/>
                        </a:cubicBezTo>
                        <a:cubicBezTo>
                          <a:pt x="6383534" y="-28190"/>
                          <a:pt x="6518693" y="31503"/>
                          <a:pt x="6654227" y="0"/>
                        </a:cubicBezTo>
                        <a:cubicBezTo>
                          <a:pt x="6789761" y="-31503"/>
                          <a:pt x="6923988" y="34536"/>
                          <a:pt x="7059266" y="0"/>
                        </a:cubicBezTo>
                        <a:cubicBezTo>
                          <a:pt x="7194544" y="-34536"/>
                          <a:pt x="7582972" y="77197"/>
                          <a:pt x="7724689" y="0"/>
                        </a:cubicBezTo>
                        <a:cubicBezTo>
                          <a:pt x="7866406" y="-77197"/>
                          <a:pt x="8249658" y="12877"/>
                          <a:pt x="8679426" y="0"/>
                        </a:cubicBezTo>
                        <a:cubicBezTo>
                          <a:pt x="8683041" y="137608"/>
                          <a:pt x="8662893" y="251168"/>
                          <a:pt x="8679426" y="421494"/>
                        </a:cubicBezTo>
                        <a:cubicBezTo>
                          <a:pt x="8695959" y="591820"/>
                          <a:pt x="8667112" y="762868"/>
                          <a:pt x="8679426" y="897966"/>
                        </a:cubicBezTo>
                        <a:cubicBezTo>
                          <a:pt x="8691740" y="1033064"/>
                          <a:pt x="8672505" y="1223987"/>
                          <a:pt x="8679426" y="1374438"/>
                        </a:cubicBezTo>
                        <a:cubicBezTo>
                          <a:pt x="8686347" y="1524889"/>
                          <a:pt x="8665871" y="1608002"/>
                          <a:pt x="8679426" y="1832584"/>
                        </a:cubicBezTo>
                        <a:cubicBezTo>
                          <a:pt x="8501315" y="1833154"/>
                          <a:pt x="8371436" y="1787111"/>
                          <a:pt x="8274386" y="1832584"/>
                        </a:cubicBezTo>
                        <a:cubicBezTo>
                          <a:pt x="8177336" y="1878057"/>
                          <a:pt x="7935714" y="1797864"/>
                          <a:pt x="7608963" y="1832584"/>
                        </a:cubicBezTo>
                        <a:cubicBezTo>
                          <a:pt x="7282212" y="1867304"/>
                          <a:pt x="7229833" y="1775981"/>
                          <a:pt x="6943541" y="1832584"/>
                        </a:cubicBezTo>
                        <a:cubicBezTo>
                          <a:pt x="6657249" y="1889187"/>
                          <a:pt x="6504176" y="1818485"/>
                          <a:pt x="6364912" y="1832584"/>
                        </a:cubicBezTo>
                        <a:cubicBezTo>
                          <a:pt x="6225648" y="1846683"/>
                          <a:pt x="6029172" y="1778267"/>
                          <a:pt x="5873078" y="1832584"/>
                        </a:cubicBezTo>
                        <a:cubicBezTo>
                          <a:pt x="5716984" y="1886901"/>
                          <a:pt x="5670322" y="1816348"/>
                          <a:pt x="5468038" y="1832584"/>
                        </a:cubicBezTo>
                        <a:cubicBezTo>
                          <a:pt x="5265754" y="1848820"/>
                          <a:pt x="5301451" y="1797112"/>
                          <a:pt x="5149793" y="1832584"/>
                        </a:cubicBezTo>
                        <a:cubicBezTo>
                          <a:pt x="4998136" y="1868056"/>
                          <a:pt x="4652535" y="1808842"/>
                          <a:pt x="4397576" y="1832584"/>
                        </a:cubicBezTo>
                        <a:cubicBezTo>
                          <a:pt x="4142617" y="1856326"/>
                          <a:pt x="4170880" y="1798744"/>
                          <a:pt x="4079330" y="1832584"/>
                        </a:cubicBezTo>
                        <a:cubicBezTo>
                          <a:pt x="3987780" y="1866424"/>
                          <a:pt x="3617914" y="1810003"/>
                          <a:pt x="3413908" y="1832584"/>
                        </a:cubicBezTo>
                        <a:cubicBezTo>
                          <a:pt x="3209902" y="1855165"/>
                          <a:pt x="2987795" y="1796480"/>
                          <a:pt x="2835279" y="1832584"/>
                        </a:cubicBezTo>
                        <a:cubicBezTo>
                          <a:pt x="2682763" y="1868688"/>
                          <a:pt x="2349794" y="1796006"/>
                          <a:pt x="2083062" y="1832584"/>
                        </a:cubicBezTo>
                        <a:cubicBezTo>
                          <a:pt x="1816330" y="1869162"/>
                          <a:pt x="1806201" y="1802173"/>
                          <a:pt x="1678022" y="1832584"/>
                        </a:cubicBezTo>
                        <a:cubicBezTo>
                          <a:pt x="1549843" y="1862995"/>
                          <a:pt x="1375611" y="1776891"/>
                          <a:pt x="1186188" y="1832584"/>
                        </a:cubicBezTo>
                        <a:cubicBezTo>
                          <a:pt x="996765" y="1888277"/>
                          <a:pt x="951783" y="1795650"/>
                          <a:pt x="781148" y="1832584"/>
                        </a:cubicBezTo>
                        <a:cubicBezTo>
                          <a:pt x="610513" y="1869518"/>
                          <a:pt x="277369" y="1823150"/>
                          <a:pt x="0" y="1832584"/>
                        </a:cubicBezTo>
                        <a:cubicBezTo>
                          <a:pt x="-13457" y="1647742"/>
                          <a:pt x="20313" y="1440883"/>
                          <a:pt x="0" y="1337786"/>
                        </a:cubicBezTo>
                        <a:cubicBezTo>
                          <a:pt x="-20313" y="1234689"/>
                          <a:pt x="50352" y="985767"/>
                          <a:pt x="0" y="842989"/>
                        </a:cubicBezTo>
                        <a:cubicBezTo>
                          <a:pt x="-50352" y="700211"/>
                          <a:pt x="35072" y="35556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GB" sz="1800" b="0" cap="none"/>
              <a:t>[4]	</a:t>
            </a:r>
            <a:r>
              <a:rPr lang="en-GB" sz="1800" b="0" cap="none">
                <a:latin typeface="+mn-lt"/>
              </a:rPr>
              <a:t>John Yang, Carlos E. Jimenez, Alexander Wettig, Kilian </a:t>
            </a:r>
            <a:r>
              <a:rPr lang="en-GB" sz="1800" b="0" cap="none" err="1">
                <a:latin typeface="+mn-lt"/>
              </a:rPr>
              <a:t>Lieret</a:t>
            </a:r>
            <a:r>
              <a:rPr lang="en-GB" sz="1800" b="0" cap="none">
                <a:latin typeface="+mn-lt"/>
              </a:rPr>
              <a:t>, </a:t>
            </a:r>
            <a:r>
              <a:rPr lang="en-GB" sz="1800" b="0" cap="none" err="1">
                <a:latin typeface="+mn-lt"/>
              </a:rPr>
              <a:t>Shunyu</a:t>
            </a:r>
            <a:r>
              <a:rPr lang="en-GB" sz="1800" b="0" cap="none">
                <a:latin typeface="+mn-lt"/>
              </a:rPr>
              <a:t> Yao, Karthik Narasimhan, 	Ofir Press ,“</a:t>
            </a:r>
            <a:r>
              <a:rPr lang="en-GB" sz="1800" cap="none">
                <a:latin typeface="+mn-lt"/>
              </a:rPr>
              <a:t>Swe-agent: Agent-computer Interfaces Enable Automated Software 	Engineering</a:t>
            </a:r>
            <a:r>
              <a:rPr lang="en-GB" sz="1800" b="0" cap="none">
                <a:latin typeface="+mn-lt"/>
              </a:rPr>
              <a:t>,” arxiv:2405.15793 [Cs.SE], 11 Nov 2024 </a:t>
            </a:r>
          </a:p>
          <a:p>
            <a:r>
              <a:rPr lang="en-GB" sz="1800" b="0" cap="none"/>
              <a:t>[5]	Dong Huang, Jie </a:t>
            </a:r>
            <a:r>
              <a:rPr lang="en-GB" sz="1800" b="0" cap="none" err="1"/>
              <a:t>M.Zhang</a:t>
            </a:r>
            <a:r>
              <a:rPr lang="en-GB" sz="1800" b="0" cap="none"/>
              <a:t>, Michael Luck, Qingwen Bu, Yuhao Qing, Heming Cui, 	“</a:t>
            </a:r>
            <a:r>
              <a:rPr lang="en-GB" sz="1800" cap="none" err="1"/>
              <a:t>Agentcoder</a:t>
            </a:r>
            <a:r>
              <a:rPr lang="en-GB" sz="1800" cap="none"/>
              <a:t>: Multi-Agent-based Code Generation With Iterative Testing And Optimisation</a:t>
            </a:r>
            <a:r>
              <a:rPr lang="en-GB" sz="1800" b="0" cap="none"/>
              <a:t>,” 	arxiv:2312.13010v3 [Cs.CL] 24 May 2024.</a:t>
            </a:r>
            <a:endParaRPr lang="en-GB" sz="1800" b="0" i="1" cap="none">
              <a:ea typeface="Cambria"/>
            </a:endParaRPr>
          </a:p>
          <a:p>
            <a:r>
              <a:rPr lang="en-GB" sz="1800" b="0" cap="none"/>
              <a:t>[6]	</a:t>
            </a:r>
            <a:r>
              <a:rPr lang="en-GB" sz="1800" b="0" cap="none">
                <a:latin typeface="+mn-lt"/>
              </a:rPr>
              <a:t>Q. Wu </a:t>
            </a:r>
            <a:r>
              <a:rPr lang="en-GB" sz="1800" b="0" i="1" cap="none">
                <a:latin typeface="+mn-lt"/>
              </a:rPr>
              <a:t>Et Al</a:t>
            </a:r>
            <a:r>
              <a:rPr lang="en-GB" sz="1800" b="0" cap="none">
                <a:latin typeface="+mn-lt"/>
              </a:rPr>
              <a:t>., “</a:t>
            </a:r>
            <a:r>
              <a:rPr lang="en-GB" sz="1800" cap="none" err="1">
                <a:latin typeface="+mn-lt"/>
              </a:rPr>
              <a:t>Autogen</a:t>
            </a:r>
            <a:r>
              <a:rPr lang="en-GB" sz="1800" cap="none">
                <a:latin typeface="+mn-lt"/>
              </a:rPr>
              <a:t>: Enabling Next-gen LLM Applications Via Multi-agent Conversation</a:t>
            </a:r>
            <a:r>
              <a:rPr lang="en-GB" sz="1800" b="0" cap="none">
                <a:latin typeface="+mn-lt"/>
              </a:rPr>
              <a:t>,” 	</a:t>
            </a:r>
            <a:r>
              <a:rPr lang="en-GB" sz="1800" b="0" i="1" cap="none">
                <a:latin typeface="+mn-lt"/>
              </a:rPr>
              <a:t>arxiv:2308.08155v2</a:t>
            </a:r>
            <a:r>
              <a:rPr lang="en-GB" sz="1800" b="0" cap="none">
                <a:latin typeface="+mn-lt"/>
              </a:rPr>
              <a:t> [Cs.AI], Oct. 2023. </a:t>
            </a:r>
          </a:p>
          <a:p>
            <a:r>
              <a:rPr lang="en-GB" sz="1800" b="0" cap="none"/>
              <a:t>[7]	</a:t>
            </a:r>
            <a:r>
              <a:rPr lang="en-GB" sz="1800" b="0" cap="none">
                <a:latin typeface="+mn-lt"/>
              </a:rPr>
              <a:t>W. Chen </a:t>
            </a:r>
            <a:r>
              <a:rPr lang="en-GB" sz="1800" b="0" i="1" cap="none">
                <a:latin typeface="+mn-lt"/>
              </a:rPr>
              <a:t>Et Al</a:t>
            </a:r>
            <a:r>
              <a:rPr lang="en-GB" sz="1800" b="0" cap="none">
                <a:latin typeface="+mn-lt"/>
              </a:rPr>
              <a:t>., “</a:t>
            </a:r>
            <a:r>
              <a:rPr lang="en-GB" sz="1800" cap="none">
                <a:latin typeface="+mn-lt"/>
              </a:rPr>
              <a:t>AGENTVERSE: Facilitating Multi-agent Collaboration And Exploring 	Emergent </a:t>
            </a:r>
            <a:r>
              <a:rPr lang="en-GB" sz="1800" cap="none" err="1">
                <a:latin typeface="+mn-lt"/>
              </a:rPr>
              <a:t>Behaviors</a:t>
            </a:r>
            <a:r>
              <a:rPr lang="en-GB" sz="1800" b="0" cap="none">
                <a:latin typeface="+mn-lt"/>
              </a:rPr>
              <a:t>,” </a:t>
            </a:r>
            <a:r>
              <a:rPr lang="en-GB" sz="1800" b="0" i="1" cap="none">
                <a:latin typeface="+mn-lt"/>
              </a:rPr>
              <a:t>arxiv:2308.10848v3</a:t>
            </a:r>
            <a:r>
              <a:rPr lang="en-GB" sz="1800" b="0" cap="none">
                <a:latin typeface="+mn-lt"/>
              </a:rPr>
              <a:t> [Cs.CL], Oct. 2023</a:t>
            </a:r>
            <a:endParaRPr lang="en-GB" sz="1800" b="0" i="1" cap="none">
              <a:latin typeface="+mn-lt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0365200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CB470-D3EF-E144-3138-B4F1851F1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5B27660-FA33-51E8-BF9E-D487B1B3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</p:spPr>
        <p:txBody>
          <a:bodyPr anchor="ctr">
            <a:normAutofit/>
          </a:bodyPr>
          <a:lstStyle/>
          <a:p>
            <a:r>
              <a:rPr lang="en-US" b="1" i="1">
                <a:latin typeface="+mn-lt"/>
              </a:rPr>
              <a:t>THANK YOU </a:t>
            </a:r>
          </a:p>
        </p:txBody>
      </p:sp>
      <p:pic>
        <p:nvPicPr>
          <p:cNvPr id="3" name="Graphic 2" descr="A city block">
            <a:extLst>
              <a:ext uri="{FF2B5EF4-FFF2-40B4-BE49-F238E27FC236}">
                <a16:creationId xmlns:a16="http://schemas.microsoft.com/office/drawing/2014/main" id="{B9FF0B02-9AE1-F406-1025-8CE697404B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40933" y="1143000"/>
            <a:ext cx="9211733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687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b72c12f-87a4-44ab-bbc5-4cc8306b158a" xsi:nil="true"/>
    <lcf76f155ced4ddcb4097134ff3c332f xmlns="5aad1aa7-8ede-435c-b3a7-ac11bacaeb5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351CF19874D54390B54B723E8A2D43" ma:contentTypeVersion="12" ma:contentTypeDescription="Create a new document." ma:contentTypeScope="" ma:versionID="1b463a5cf12690795c70ca22925accb2">
  <xsd:schema xmlns:xsd="http://www.w3.org/2001/XMLSchema" xmlns:xs="http://www.w3.org/2001/XMLSchema" xmlns:p="http://schemas.microsoft.com/office/2006/metadata/properties" xmlns:ns2="5aad1aa7-8ede-435c-b3a7-ac11bacaeb50" xmlns:ns3="db72c12f-87a4-44ab-bbc5-4cc8306b158a" targetNamespace="http://schemas.microsoft.com/office/2006/metadata/properties" ma:root="true" ma:fieldsID="8257c98c4c60cf9cc366d29f7e570d5e" ns2:_="" ns3:_="">
    <xsd:import namespace="5aad1aa7-8ede-435c-b3a7-ac11bacaeb50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ad1aa7-8ede-435c-b3a7-ac11bacaeb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80B8DE-C317-4CB3-8DB0-DBA9D7661E8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450FB37-74F9-4C45-8DCE-0706125E3FAE}">
  <ds:schemaRefs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www.w3.org/XML/1998/namespace"/>
    <ds:schemaRef ds:uri="2fcff030-9465-4818-bc95-c68243e4dd0b"/>
    <ds:schemaRef ds:uri="http://purl.org/dc/dcmitype/"/>
    <ds:schemaRef ds:uri="51f8f37b-61a0-4f2a-8971-ce6fd6d3aaff"/>
    <ds:schemaRef ds:uri="http://schemas.microsoft.com/office/2006/metadata/properties"/>
    <ds:schemaRef ds:uri="http://purl.org/dc/elements/1.1/"/>
    <ds:schemaRef ds:uri="db72c12f-87a4-44ab-bbc5-4cc8306b158a"/>
    <ds:schemaRef ds:uri="5aad1aa7-8ede-435c-b3a7-ac11bacaeb50"/>
  </ds:schemaRefs>
</ds:datastoreItem>
</file>

<file path=customXml/itemProps3.xml><?xml version="1.0" encoding="utf-8"?>
<ds:datastoreItem xmlns:ds="http://schemas.openxmlformats.org/officeDocument/2006/customXml" ds:itemID="{66DB972F-DD99-4FAB-B7D7-8522322419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ad1aa7-8ede-435c-b3a7-ac11bacaeb50"/>
    <ds:schemaRef ds:uri="db72c12f-87a4-44ab-bbc5-4cc8306b15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Proposal prsentation stuct (1)</Template>
  <TotalTime>0</TotalTime>
  <Words>3841</Words>
  <Application>Microsoft Office PowerPoint</Application>
  <PresentationFormat>Widescreen</PresentationFormat>
  <Paragraphs>412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61" baseType="lpstr">
      <vt:lpstr>Adobe Devanagari</vt:lpstr>
      <vt:lpstr>Aptos</vt:lpstr>
      <vt:lpstr>Aptos Display</vt:lpstr>
      <vt:lpstr>Arial</vt:lpstr>
      <vt:lpstr>Calibri</vt:lpstr>
      <vt:lpstr>Cambria</vt:lpstr>
      <vt:lpstr>Cambria (Body)</vt:lpstr>
      <vt:lpstr>Cooper Black</vt:lpstr>
      <vt:lpstr>Times New Roman</vt:lpstr>
      <vt:lpstr>Wingdings</vt:lpstr>
      <vt:lpstr>Wingdings,Sans-Serif</vt:lpstr>
      <vt:lpstr>Office Theme</vt:lpstr>
      <vt:lpstr>Auto Forge: Multi-Agent LLM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IT22098078 | Santhuka d.n.m.d</vt:lpstr>
      <vt:lpstr>Combines requirement generation, domain grounding, and approval-controlled orchestration in one workflow.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IT22174826 | Sansala T.G.B.D</vt:lpstr>
      <vt:lpstr>Automatically generates A design pack from an approved SRS, where the architect agent produces API contract &amp; UML diagrams, the UI/UX agent produces user flows and wireframes.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IT22157232 |  Dissanayake T.C</vt:lpstr>
      <vt:lpstr>Controlled Patch-based Code Editing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IT22102478  | Oberathna R.D.T.D   </vt:lpstr>
      <vt:lpstr>An integrated Security Analysis and Testing component that combines custom static security analysis, vulnerability validation, and traceability to improve the security of AI-generated software artifacts.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Auto Forge: Multi-Agent LLM System</vt:lpstr>
      <vt:lpstr>Auto Forge: Multi-Agent LLM System</vt:lpstr>
      <vt:lpstr>Auto Forge: Multi-Agent LLM System</vt:lpstr>
      <vt:lpstr>Gantt Chart</vt:lpstr>
      <vt:lpstr>Work Breakdown Structure</vt:lpstr>
      <vt:lpstr>References</vt:lpstr>
      <vt:lpstr>References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Koliya Pulasinghe</dc:creator>
  <cp:lastModifiedBy>SANTHUKA D N M D it22098078</cp:lastModifiedBy>
  <cp:revision>3</cp:revision>
  <dcterms:created xsi:type="dcterms:W3CDTF">2025-08-25T09:34:25Z</dcterms:created>
  <dcterms:modified xsi:type="dcterms:W3CDTF">2026-10-19T11:20:01Z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0x0101003C351CF19874D54390B54B723E8A2D43</vt:lpwstr>
  </property>
</Properties>
</file>