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E8E7C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E7E7E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E8E7C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E7E7E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E8E7C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E8E7C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6175" y="263037"/>
            <a:ext cx="12366625" cy="1214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E8E7C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7317" y="2232604"/>
            <a:ext cx="14331315" cy="4910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E7E7E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8643" y="7944834"/>
            <a:ext cx="133350" cy="1218565"/>
          </a:xfrm>
          <a:custGeom>
            <a:avLst/>
            <a:gdLst/>
            <a:ahLst/>
            <a:cxnLst/>
            <a:rect l="l" t="t" r="r" b="b"/>
            <a:pathLst>
              <a:path w="133350" h="1218565">
                <a:moveTo>
                  <a:pt x="133349" y="0"/>
                </a:moveTo>
                <a:lnTo>
                  <a:pt x="133349" y="1218271"/>
                </a:lnTo>
                <a:lnTo>
                  <a:pt x="0" y="1218271"/>
                </a:lnTo>
                <a:lnTo>
                  <a:pt x="0" y="0"/>
                </a:lnTo>
                <a:lnTo>
                  <a:pt x="133349" y="0"/>
                </a:lnTo>
                <a:close/>
              </a:path>
            </a:pathLst>
          </a:custGeom>
          <a:solidFill>
            <a:srgbClr val="504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8622" y="1028700"/>
            <a:ext cx="1632585" cy="133350"/>
          </a:xfrm>
          <a:custGeom>
            <a:avLst/>
            <a:gdLst/>
            <a:ahLst/>
            <a:cxnLst/>
            <a:rect l="l" t="t" r="r" b="b"/>
            <a:pathLst>
              <a:path w="1632585" h="133350">
                <a:moveTo>
                  <a:pt x="1632424" y="133349"/>
                </a:moveTo>
                <a:lnTo>
                  <a:pt x="0" y="133349"/>
                </a:lnTo>
                <a:lnTo>
                  <a:pt x="0" y="0"/>
                </a:lnTo>
                <a:lnTo>
                  <a:pt x="1632424" y="0"/>
                </a:lnTo>
                <a:lnTo>
                  <a:pt x="1632424" y="133349"/>
                </a:lnTo>
                <a:close/>
              </a:path>
            </a:pathLst>
          </a:custGeom>
          <a:solidFill>
            <a:srgbClr val="FBB4F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3061" y="1250676"/>
            <a:ext cx="7944937" cy="903632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028662" y="1460521"/>
            <a:ext cx="1105535" cy="1056640"/>
          </a:xfrm>
          <a:custGeom>
            <a:avLst/>
            <a:gdLst/>
            <a:ahLst/>
            <a:cxnLst/>
            <a:rect l="l" t="t" r="r" b="b"/>
            <a:pathLst>
              <a:path w="1105535" h="1056639">
                <a:moveTo>
                  <a:pt x="528624" y="1056640"/>
                </a:moveTo>
                <a:lnTo>
                  <a:pt x="475534" y="1054100"/>
                </a:lnTo>
                <a:lnTo>
                  <a:pt x="423422" y="1046480"/>
                </a:lnTo>
                <a:lnTo>
                  <a:pt x="372469" y="1033780"/>
                </a:lnTo>
                <a:lnTo>
                  <a:pt x="322856" y="1014730"/>
                </a:lnTo>
                <a:lnTo>
                  <a:pt x="276870" y="993140"/>
                </a:lnTo>
                <a:lnTo>
                  <a:pt x="233439" y="966470"/>
                </a:lnTo>
                <a:lnTo>
                  <a:pt x="192709" y="935990"/>
                </a:lnTo>
                <a:lnTo>
                  <a:pt x="154828" y="901700"/>
                </a:lnTo>
                <a:lnTo>
                  <a:pt x="120392" y="863600"/>
                </a:lnTo>
                <a:lnTo>
                  <a:pt x="89967" y="822960"/>
                </a:lnTo>
                <a:lnTo>
                  <a:pt x="63652" y="779780"/>
                </a:lnTo>
                <a:lnTo>
                  <a:pt x="41547" y="734060"/>
                </a:lnTo>
                <a:lnTo>
                  <a:pt x="23424" y="684530"/>
                </a:lnTo>
                <a:lnTo>
                  <a:pt x="10434" y="633730"/>
                </a:lnTo>
                <a:lnTo>
                  <a:pt x="2614" y="581660"/>
                </a:lnTo>
                <a:lnTo>
                  <a:pt x="0" y="528320"/>
                </a:lnTo>
                <a:lnTo>
                  <a:pt x="2365" y="480060"/>
                </a:lnTo>
                <a:lnTo>
                  <a:pt x="2490" y="477520"/>
                </a:lnTo>
                <a:lnTo>
                  <a:pt x="10434" y="422910"/>
                </a:lnTo>
                <a:lnTo>
                  <a:pt x="23424" y="372110"/>
                </a:lnTo>
                <a:lnTo>
                  <a:pt x="41547" y="322580"/>
                </a:lnTo>
                <a:lnTo>
                  <a:pt x="63652" y="276860"/>
                </a:lnTo>
                <a:lnTo>
                  <a:pt x="89967" y="232410"/>
                </a:lnTo>
                <a:lnTo>
                  <a:pt x="120392" y="191770"/>
                </a:lnTo>
                <a:lnTo>
                  <a:pt x="154828" y="153670"/>
                </a:lnTo>
                <a:lnTo>
                  <a:pt x="192709" y="119380"/>
                </a:lnTo>
                <a:lnTo>
                  <a:pt x="233439" y="88900"/>
                </a:lnTo>
                <a:lnTo>
                  <a:pt x="276870" y="63500"/>
                </a:lnTo>
                <a:lnTo>
                  <a:pt x="322856" y="40640"/>
                </a:lnTo>
                <a:lnTo>
                  <a:pt x="372469" y="22860"/>
                </a:lnTo>
                <a:lnTo>
                  <a:pt x="423422" y="10160"/>
                </a:lnTo>
                <a:lnTo>
                  <a:pt x="475534" y="2540"/>
                </a:lnTo>
                <a:lnTo>
                  <a:pt x="528624" y="0"/>
                </a:lnTo>
                <a:lnTo>
                  <a:pt x="575202" y="1270"/>
                </a:lnTo>
                <a:lnTo>
                  <a:pt x="621127" y="7620"/>
                </a:lnTo>
                <a:lnTo>
                  <a:pt x="666239" y="17780"/>
                </a:lnTo>
                <a:lnTo>
                  <a:pt x="690316" y="25400"/>
                </a:lnTo>
                <a:lnTo>
                  <a:pt x="528624" y="25400"/>
                </a:lnTo>
                <a:lnTo>
                  <a:pt x="480248" y="26670"/>
                </a:lnTo>
                <a:lnTo>
                  <a:pt x="433158" y="34290"/>
                </a:lnTo>
                <a:lnTo>
                  <a:pt x="387567" y="45720"/>
                </a:lnTo>
                <a:lnTo>
                  <a:pt x="343687" y="59690"/>
                </a:lnTo>
                <a:lnTo>
                  <a:pt x="301730" y="78740"/>
                </a:lnTo>
                <a:lnTo>
                  <a:pt x="261908" y="101600"/>
                </a:lnTo>
                <a:lnTo>
                  <a:pt x="224435" y="127000"/>
                </a:lnTo>
                <a:lnTo>
                  <a:pt x="189522" y="156210"/>
                </a:lnTo>
                <a:lnTo>
                  <a:pt x="157383" y="189230"/>
                </a:lnTo>
                <a:lnTo>
                  <a:pt x="128229" y="223520"/>
                </a:lnTo>
                <a:lnTo>
                  <a:pt x="102273" y="261620"/>
                </a:lnTo>
                <a:lnTo>
                  <a:pt x="79727" y="300990"/>
                </a:lnTo>
                <a:lnTo>
                  <a:pt x="60804" y="342900"/>
                </a:lnTo>
                <a:lnTo>
                  <a:pt x="45717" y="387350"/>
                </a:lnTo>
                <a:lnTo>
                  <a:pt x="34677" y="433070"/>
                </a:lnTo>
                <a:lnTo>
                  <a:pt x="27897" y="480060"/>
                </a:lnTo>
                <a:lnTo>
                  <a:pt x="25711" y="525780"/>
                </a:lnTo>
                <a:lnTo>
                  <a:pt x="25590" y="528320"/>
                </a:lnTo>
                <a:lnTo>
                  <a:pt x="27897" y="576580"/>
                </a:lnTo>
                <a:lnTo>
                  <a:pt x="34676" y="623570"/>
                </a:lnTo>
                <a:lnTo>
                  <a:pt x="45716" y="669290"/>
                </a:lnTo>
                <a:lnTo>
                  <a:pt x="60804" y="712470"/>
                </a:lnTo>
                <a:lnTo>
                  <a:pt x="79726" y="754380"/>
                </a:lnTo>
                <a:lnTo>
                  <a:pt x="102272" y="795020"/>
                </a:lnTo>
                <a:lnTo>
                  <a:pt x="128227" y="831850"/>
                </a:lnTo>
                <a:lnTo>
                  <a:pt x="157381" y="867410"/>
                </a:lnTo>
                <a:lnTo>
                  <a:pt x="189520" y="899160"/>
                </a:lnTo>
                <a:lnTo>
                  <a:pt x="224433" y="928370"/>
                </a:lnTo>
                <a:lnTo>
                  <a:pt x="261906" y="953770"/>
                </a:lnTo>
                <a:lnTo>
                  <a:pt x="301728" y="976630"/>
                </a:lnTo>
                <a:lnTo>
                  <a:pt x="343685" y="995680"/>
                </a:lnTo>
                <a:lnTo>
                  <a:pt x="387565" y="1010920"/>
                </a:lnTo>
                <a:lnTo>
                  <a:pt x="433157" y="1022350"/>
                </a:lnTo>
                <a:lnTo>
                  <a:pt x="480247" y="1028700"/>
                </a:lnTo>
                <a:lnTo>
                  <a:pt x="528624" y="1031240"/>
                </a:lnTo>
                <a:lnTo>
                  <a:pt x="689751" y="1031240"/>
                </a:lnTo>
                <a:lnTo>
                  <a:pt x="662397" y="1040130"/>
                </a:lnTo>
                <a:lnTo>
                  <a:pt x="618506" y="1049020"/>
                </a:lnTo>
                <a:lnTo>
                  <a:pt x="573863" y="1054100"/>
                </a:lnTo>
                <a:lnTo>
                  <a:pt x="528624" y="1056640"/>
                </a:lnTo>
                <a:close/>
              </a:path>
              <a:path w="1105535" h="1056639">
                <a:moveTo>
                  <a:pt x="997073" y="157480"/>
                </a:moveTo>
                <a:lnTo>
                  <a:pt x="989207" y="157480"/>
                </a:lnTo>
                <a:lnTo>
                  <a:pt x="982202" y="153670"/>
                </a:lnTo>
                <a:lnTo>
                  <a:pt x="976373" y="148590"/>
                </a:lnTo>
                <a:lnTo>
                  <a:pt x="972033" y="142240"/>
                </a:lnTo>
                <a:lnTo>
                  <a:pt x="850888" y="142240"/>
                </a:lnTo>
                <a:lnTo>
                  <a:pt x="808725" y="110490"/>
                </a:lnTo>
                <a:lnTo>
                  <a:pt x="766300" y="85090"/>
                </a:lnTo>
                <a:lnTo>
                  <a:pt x="721685" y="63500"/>
                </a:lnTo>
                <a:lnTo>
                  <a:pt x="675244" y="46990"/>
                </a:lnTo>
                <a:lnTo>
                  <a:pt x="627343" y="34290"/>
                </a:lnTo>
                <a:lnTo>
                  <a:pt x="578348" y="27940"/>
                </a:lnTo>
                <a:lnTo>
                  <a:pt x="528624" y="25400"/>
                </a:lnTo>
                <a:lnTo>
                  <a:pt x="690316" y="25400"/>
                </a:lnTo>
                <a:lnTo>
                  <a:pt x="750662" y="48260"/>
                </a:lnTo>
                <a:lnTo>
                  <a:pt x="789326" y="68580"/>
                </a:lnTo>
                <a:lnTo>
                  <a:pt x="826246" y="91440"/>
                </a:lnTo>
                <a:lnTo>
                  <a:pt x="861298" y="116840"/>
                </a:lnTo>
                <a:lnTo>
                  <a:pt x="1021270" y="116840"/>
                </a:lnTo>
                <a:lnTo>
                  <a:pt x="1022993" y="119380"/>
                </a:lnTo>
                <a:lnTo>
                  <a:pt x="1025203" y="129540"/>
                </a:lnTo>
                <a:lnTo>
                  <a:pt x="1022993" y="140970"/>
                </a:lnTo>
                <a:lnTo>
                  <a:pt x="1016964" y="149860"/>
                </a:lnTo>
                <a:lnTo>
                  <a:pt x="1008023" y="156210"/>
                </a:lnTo>
                <a:lnTo>
                  <a:pt x="997073" y="157480"/>
                </a:lnTo>
                <a:close/>
              </a:path>
              <a:path w="1105535" h="1056639">
                <a:moveTo>
                  <a:pt x="1021270" y="116840"/>
                </a:moveTo>
                <a:lnTo>
                  <a:pt x="972033" y="116840"/>
                </a:lnTo>
                <a:lnTo>
                  <a:pt x="976373" y="110490"/>
                </a:lnTo>
                <a:lnTo>
                  <a:pt x="982202" y="106680"/>
                </a:lnTo>
                <a:lnTo>
                  <a:pt x="989207" y="102870"/>
                </a:lnTo>
                <a:lnTo>
                  <a:pt x="997073" y="101600"/>
                </a:lnTo>
                <a:lnTo>
                  <a:pt x="1008023" y="104140"/>
                </a:lnTo>
                <a:lnTo>
                  <a:pt x="1016964" y="110490"/>
                </a:lnTo>
                <a:lnTo>
                  <a:pt x="1021270" y="116840"/>
                </a:lnTo>
                <a:close/>
              </a:path>
              <a:path w="1105535" h="1056639">
                <a:moveTo>
                  <a:pt x="443473" y="231140"/>
                </a:moveTo>
                <a:lnTo>
                  <a:pt x="386885" y="231140"/>
                </a:lnTo>
                <a:lnTo>
                  <a:pt x="395325" y="227330"/>
                </a:lnTo>
                <a:lnTo>
                  <a:pt x="402874" y="223520"/>
                </a:lnTo>
                <a:lnTo>
                  <a:pt x="410508" y="220980"/>
                </a:lnTo>
                <a:lnTo>
                  <a:pt x="419225" y="217170"/>
                </a:lnTo>
                <a:lnTo>
                  <a:pt x="419952" y="217170"/>
                </a:lnTo>
                <a:lnTo>
                  <a:pt x="432800" y="161290"/>
                </a:lnTo>
                <a:lnTo>
                  <a:pt x="455813" y="125730"/>
                </a:lnTo>
                <a:lnTo>
                  <a:pt x="485497" y="111760"/>
                </a:lnTo>
                <a:lnTo>
                  <a:pt x="570522" y="111760"/>
                </a:lnTo>
                <a:lnTo>
                  <a:pt x="608182" y="133350"/>
                </a:lnTo>
                <a:lnTo>
                  <a:pt x="612574" y="138430"/>
                </a:lnTo>
                <a:lnTo>
                  <a:pt x="487983" y="138430"/>
                </a:lnTo>
                <a:lnTo>
                  <a:pt x="479692" y="142240"/>
                </a:lnTo>
                <a:lnTo>
                  <a:pt x="466473" y="152400"/>
                </a:lnTo>
                <a:lnTo>
                  <a:pt x="461772" y="160020"/>
                </a:lnTo>
                <a:lnTo>
                  <a:pt x="447245" y="222250"/>
                </a:lnTo>
                <a:lnTo>
                  <a:pt x="444556" y="229870"/>
                </a:lnTo>
                <a:lnTo>
                  <a:pt x="443473" y="231140"/>
                </a:lnTo>
                <a:close/>
              </a:path>
              <a:path w="1105535" h="1056639">
                <a:moveTo>
                  <a:pt x="1076477" y="259080"/>
                </a:moveTo>
                <a:lnTo>
                  <a:pt x="1068695" y="259080"/>
                </a:lnTo>
                <a:lnTo>
                  <a:pt x="1061728" y="255270"/>
                </a:lnTo>
                <a:lnTo>
                  <a:pt x="1055866" y="251460"/>
                </a:lnTo>
                <a:lnTo>
                  <a:pt x="1051400" y="245110"/>
                </a:lnTo>
                <a:lnTo>
                  <a:pt x="629657" y="245110"/>
                </a:lnTo>
                <a:lnTo>
                  <a:pt x="628098" y="243840"/>
                </a:lnTo>
                <a:lnTo>
                  <a:pt x="621298" y="240030"/>
                </a:lnTo>
                <a:lnTo>
                  <a:pt x="615665" y="234950"/>
                </a:lnTo>
                <a:lnTo>
                  <a:pt x="611416" y="228600"/>
                </a:lnTo>
                <a:lnTo>
                  <a:pt x="608768" y="222250"/>
                </a:lnTo>
                <a:lnTo>
                  <a:pt x="594244" y="160020"/>
                </a:lnTo>
                <a:lnTo>
                  <a:pt x="589544" y="152400"/>
                </a:lnTo>
                <a:lnTo>
                  <a:pt x="576325" y="142240"/>
                </a:lnTo>
                <a:lnTo>
                  <a:pt x="568034" y="138430"/>
                </a:lnTo>
                <a:lnTo>
                  <a:pt x="612574" y="138430"/>
                </a:lnTo>
                <a:lnTo>
                  <a:pt x="635949" y="215900"/>
                </a:lnTo>
                <a:lnTo>
                  <a:pt x="636208" y="217170"/>
                </a:lnTo>
                <a:lnTo>
                  <a:pt x="1101143" y="217170"/>
                </a:lnTo>
                <a:lnTo>
                  <a:pt x="1102899" y="219710"/>
                </a:lnTo>
                <a:lnTo>
                  <a:pt x="1105153" y="231140"/>
                </a:lnTo>
                <a:lnTo>
                  <a:pt x="1102899" y="242570"/>
                </a:lnTo>
                <a:lnTo>
                  <a:pt x="1096754" y="251460"/>
                </a:lnTo>
                <a:lnTo>
                  <a:pt x="1087639" y="257810"/>
                </a:lnTo>
                <a:lnTo>
                  <a:pt x="1076477" y="259080"/>
                </a:lnTo>
                <a:close/>
              </a:path>
              <a:path w="1105535" h="1056639">
                <a:moveTo>
                  <a:pt x="295816" y="861060"/>
                </a:moveTo>
                <a:lnTo>
                  <a:pt x="287494" y="861060"/>
                </a:lnTo>
                <a:lnTo>
                  <a:pt x="279335" y="859790"/>
                </a:lnTo>
                <a:lnTo>
                  <a:pt x="211403" y="800100"/>
                </a:lnTo>
                <a:lnTo>
                  <a:pt x="196985" y="763270"/>
                </a:lnTo>
                <a:lnTo>
                  <a:pt x="196950" y="762000"/>
                </a:lnTo>
                <a:lnTo>
                  <a:pt x="198088" y="754380"/>
                </a:lnTo>
                <a:lnTo>
                  <a:pt x="200570" y="746760"/>
                </a:lnTo>
                <a:lnTo>
                  <a:pt x="204352" y="739140"/>
                </a:lnTo>
                <a:lnTo>
                  <a:pt x="238913" y="683260"/>
                </a:lnTo>
                <a:lnTo>
                  <a:pt x="239268" y="676910"/>
                </a:lnTo>
                <a:lnTo>
                  <a:pt x="239339" y="675640"/>
                </a:lnTo>
                <a:lnTo>
                  <a:pt x="236110" y="668020"/>
                </a:lnTo>
                <a:lnTo>
                  <a:pt x="232734" y="661670"/>
                </a:lnTo>
                <a:lnTo>
                  <a:pt x="229534" y="654050"/>
                </a:lnTo>
                <a:lnTo>
                  <a:pt x="226519" y="646430"/>
                </a:lnTo>
                <a:lnTo>
                  <a:pt x="223701" y="638810"/>
                </a:lnTo>
                <a:lnTo>
                  <a:pt x="221184" y="631190"/>
                </a:lnTo>
                <a:lnTo>
                  <a:pt x="215345" y="626110"/>
                </a:lnTo>
                <a:lnTo>
                  <a:pt x="151612" y="610870"/>
                </a:lnTo>
                <a:lnTo>
                  <a:pt x="119420" y="586740"/>
                </a:lnTo>
                <a:lnTo>
                  <a:pt x="113476" y="565150"/>
                </a:lnTo>
                <a:lnTo>
                  <a:pt x="113376" y="563880"/>
                </a:lnTo>
                <a:lnTo>
                  <a:pt x="113275" y="494030"/>
                </a:lnTo>
                <a:lnTo>
                  <a:pt x="127428" y="453390"/>
                </a:lnTo>
                <a:lnTo>
                  <a:pt x="163757" y="430530"/>
                </a:lnTo>
                <a:lnTo>
                  <a:pt x="218820" y="417830"/>
                </a:lnTo>
                <a:lnTo>
                  <a:pt x="219620" y="416560"/>
                </a:lnTo>
                <a:lnTo>
                  <a:pt x="219981" y="416560"/>
                </a:lnTo>
                <a:lnTo>
                  <a:pt x="222836" y="408940"/>
                </a:lnTo>
                <a:lnTo>
                  <a:pt x="225890" y="401320"/>
                </a:lnTo>
                <a:lnTo>
                  <a:pt x="229132" y="393700"/>
                </a:lnTo>
                <a:lnTo>
                  <a:pt x="233028" y="384810"/>
                </a:lnTo>
                <a:lnTo>
                  <a:pt x="232982" y="383540"/>
                </a:lnTo>
                <a:lnTo>
                  <a:pt x="203121" y="335280"/>
                </a:lnTo>
                <a:lnTo>
                  <a:pt x="198144" y="326390"/>
                </a:lnTo>
                <a:lnTo>
                  <a:pt x="194877" y="314960"/>
                </a:lnTo>
                <a:lnTo>
                  <a:pt x="193379" y="304800"/>
                </a:lnTo>
                <a:lnTo>
                  <a:pt x="193706" y="293370"/>
                </a:lnTo>
                <a:lnTo>
                  <a:pt x="212412" y="255270"/>
                </a:lnTo>
                <a:lnTo>
                  <a:pt x="257087" y="210820"/>
                </a:lnTo>
                <a:lnTo>
                  <a:pt x="295803" y="191770"/>
                </a:lnTo>
                <a:lnTo>
                  <a:pt x="306760" y="191770"/>
                </a:lnTo>
                <a:lnTo>
                  <a:pt x="317578" y="193040"/>
                </a:lnTo>
                <a:lnTo>
                  <a:pt x="327998" y="195580"/>
                </a:lnTo>
                <a:lnTo>
                  <a:pt x="337763" y="200660"/>
                </a:lnTo>
                <a:lnTo>
                  <a:pt x="365783" y="218440"/>
                </a:lnTo>
                <a:lnTo>
                  <a:pt x="307365" y="218440"/>
                </a:lnTo>
                <a:lnTo>
                  <a:pt x="290598" y="219710"/>
                </a:lnTo>
                <a:lnTo>
                  <a:pt x="282696" y="223520"/>
                </a:lnTo>
                <a:lnTo>
                  <a:pt x="226088" y="280670"/>
                </a:lnTo>
                <a:lnTo>
                  <a:pt x="222271" y="288290"/>
                </a:lnTo>
                <a:lnTo>
                  <a:pt x="220337" y="304800"/>
                </a:lnTo>
                <a:lnTo>
                  <a:pt x="222262" y="313690"/>
                </a:lnTo>
                <a:lnTo>
                  <a:pt x="256018" y="368300"/>
                </a:lnTo>
                <a:lnTo>
                  <a:pt x="259260" y="374650"/>
                </a:lnTo>
                <a:lnTo>
                  <a:pt x="260623" y="382270"/>
                </a:lnTo>
                <a:lnTo>
                  <a:pt x="260090" y="389890"/>
                </a:lnTo>
                <a:lnTo>
                  <a:pt x="257642" y="397510"/>
                </a:lnTo>
                <a:lnTo>
                  <a:pt x="254517" y="403860"/>
                </a:lnTo>
                <a:lnTo>
                  <a:pt x="251552" y="411480"/>
                </a:lnTo>
                <a:lnTo>
                  <a:pt x="248760" y="417830"/>
                </a:lnTo>
                <a:lnTo>
                  <a:pt x="246149" y="425450"/>
                </a:lnTo>
                <a:lnTo>
                  <a:pt x="242653" y="431800"/>
                </a:lnTo>
                <a:lnTo>
                  <a:pt x="237646" y="438150"/>
                </a:lnTo>
                <a:lnTo>
                  <a:pt x="231379" y="441960"/>
                </a:lnTo>
                <a:lnTo>
                  <a:pt x="224103" y="444500"/>
                </a:lnTo>
                <a:lnTo>
                  <a:pt x="161851" y="459740"/>
                </a:lnTo>
                <a:lnTo>
                  <a:pt x="154439" y="464820"/>
                </a:lnTo>
                <a:lnTo>
                  <a:pt x="143946" y="477520"/>
                </a:lnTo>
                <a:lnTo>
                  <a:pt x="141058" y="486410"/>
                </a:lnTo>
                <a:lnTo>
                  <a:pt x="141058" y="562610"/>
                </a:lnTo>
                <a:lnTo>
                  <a:pt x="214396" y="598170"/>
                </a:lnTo>
                <a:lnTo>
                  <a:pt x="226101" y="601980"/>
                </a:lnTo>
                <a:lnTo>
                  <a:pt x="236184" y="608330"/>
                </a:lnTo>
                <a:lnTo>
                  <a:pt x="244241" y="618490"/>
                </a:lnTo>
                <a:lnTo>
                  <a:pt x="249869" y="628650"/>
                </a:lnTo>
                <a:lnTo>
                  <a:pt x="252443" y="636270"/>
                </a:lnTo>
                <a:lnTo>
                  <a:pt x="255197" y="642620"/>
                </a:lnTo>
                <a:lnTo>
                  <a:pt x="258121" y="650240"/>
                </a:lnTo>
                <a:lnTo>
                  <a:pt x="261205" y="656590"/>
                </a:lnTo>
                <a:lnTo>
                  <a:pt x="265134" y="668020"/>
                </a:lnTo>
                <a:lnTo>
                  <a:pt x="265985" y="680720"/>
                </a:lnTo>
                <a:lnTo>
                  <a:pt x="263786" y="693420"/>
                </a:lnTo>
                <a:lnTo>
                  <a:pt x="258568" y="703580"/>
                </a:lnTo>
                <a:lnTo>
                  <a:pt x="227943" y="753110"/>
                </a:lnTo>
                <a:lnTo>
                  <a:pt x="225144" y="760730"/>
                </a:lnTo>
                <a:lnTo>
                  <a:pt x="277736" y="826770"/>
                </a:lnTo>
                <a:lnTo>
                  <a:pt x="290673" y="833120"/>
                </a:lnTo>
                <a:lnTo>
                  <a:pt x="352307" y="833120"/>
                </a:lnTo>
                <a:lnTo>
                  <a:pt x="319362" y="853440"/>
                </a:lnTo>
                <a:lnTo>
                  <a:pt x="311946" y="857250"/>
                </a:lnTo>
                <a:lnTo>
                  <a:pt x="304032" y="859790"/>
                </a:lnTo>
                <a:lnTo>
                  <a:pt x="295816" y="861060"/>
                </a:lnTo>
                <a:close/>
              </a:path>
              <a:path w="1105535" h="1056639">
                <a:moveTo>
                  <a:pt x="1101143" y="217170"/>
                </a:moveTo>
                <a:lnTo>
                  <a:pt x="1051400" y="217170"/>
                </a:lnTo>
                <a:lnTo>
                  <a:pt x="1055866" y="210820"/>
                </a:lnTo>
                <a:lnTo>
                  <a:pt x="1061728" y="205740"/>
                </a:lnTo>
                <a:lnTo>
                  <a:pt x="1068695" y="203200"/>
                </a:lnTo>
                <a:lnTo>
                  <a:pt x="1076477" y="201930"/>
                </a:lnTo>
                <a:lnTo>
                  <a:pt x="1087639" y="204470"/>
                </a:lnTo>
                <a:lnTo>
                  <a:pt x="1096754" y="210820"/>
                </a:lnTo>
                <a:lnTo>
                  <a:pt x="1101143" y="217170"/>
                </a:lnTo>
                <a:close/>
              </a:path>
              <a:path w="1105535" h="1056639">
                <a:moveTo>
                  <a:pt x="384792" y="259080"/>
                </a:moveTo>
                <a:lnTo>
                  <a:pt x="377288" y="256540"/>
                </a:lnTo>
                <a:lnTo>
                  <a:pt x="370238" y="254000"/>
                </a:lnTo>
                <a:lnTo>
                  <a:pt x="315929" y="219710"/>
                </a:lnTo>
                <a:lnTo>
                  <a:pt x="307365" y="218440"/>
                </a:lnTo>
                <a:lnTo>
                  <a:pt x="365783" y="218440"/>
                </a:lnTo>
                <a:lnTo>
                  <a:pt x="385797" y="231140"/>
                </a:lnTo>
                <a:lnTo>
                  <a:pt x="443473" y="231140"/>
                </a:lnTo>
                <a:lnTo>
                  <a:pt x="440224" y="234950"/>
                </a:lnTo>
                <a:lnTo>
                  <a:pt x="434471" y="240030"/>
                </a:lnTo>
                <a:lnTo>
                  <a:pt x="427526" y="243840"/>
                </a:lnTo>
                <a:lnTo>
                  <a:pt x="413515" y="248920"/>
                </a:lnTo>
                <a:lnTo>
                  <a:pt x="406611" y="252730"/>
                </a:lnTo>
                <a:lnTo>
                  <a:pt x="399807" y="255270"/>
                </a:lnTo>
                <a:lnTo>
                  <a:pt x="392411" y="257810"/>
                </a:lnTo>
                <a:lnTo>
                  <a:pt x="384792" y="259080"/>
                </a:lnTo>
                <a:close/>
              </a:path>
              <a:path w="1105535" h="1056639">
                <a:moveTo>
                  <a:pt x="528008" y="763270"/>
                </a:moveTo>
                <a:lnTo>
                  <a:pt x="482755" y="759460"/>
                </a:lnTo>
                <a:lnTo>
                  <a:pt x="439486" y="745490"/>
                </a:lnTo>
                <a:lnTo>
                  <a:pt x="401017" y="725170"/>
                </a:lnTo>
                <a:lnTo>
                  <a:pt x="367203" y="697230"/>
                </a:lnTo>
                <a:lnTo>
                  <a:pt x="339302" y="662940"/>
                </a:lnTo>
                <a:lnTo>
                  <a:pt x="318474" y="624840"/>
                </a:lnTo>
                <a:lnTo>
                  <a:pt x="305087" y="581660"/>
                </a:lnTo>
                <a:lnTo>
                  <a:pt x="300597" y="535940"/>
                </a:lnTo>
                <a:lnTo>
                  <a:pt x="301534" y="516890"/>
                </a:lnTo>
                <a:lnTo>
                  <a:pt x="301597" y="515620"/>
                </a:lnTo>
                <a:lnTo>
                  <a:pt x="310676" y="468630"/>
                </a:lnTo>
                <a:lnTo>
                  <a:pt x="327983" y="427990"/>
                </a:lnTo>
                <a:lnTo>
                  <a:pt x="352390" y="392430"/>
                </a:lnTo>
                <a:lnTo>
                  <a:pt x="383497" y="360680"/>
                </a:lnTo>
                <a:lnTo>
                  <a:pt x="419701" y="336550"/>
                </a:lnTo>
                <a:lnTo>
                  <a:pt x="460833" y="318770"/>
                </a:lnTo>
                <a:lnTo>
                  <a:pt x="505172" y="309880"/>
                </a:lnTo>
                <a:lnTo>
                  <a:pt x="528008" y="308610"/>
                </a:lnTo>
                <a:lnTo>
                  <a:pt x="551195" y="309880"/>
                </a:lnTo>
                <a:lnTo>
                  <a:pt x="573940" y="313690"/>
                </a:lnTo>
                <a:lnTo>
                  <a:pt x="596168" y="318770"/>
                </a:lnTo>
                <a:lnTo>
                  <a:pt x="617803" y="327660"/>
                </a:lnTo>
                <a:lnTo>
                  <a:pt x="636240" y="336550"/>
                </a:lnTo>
                <a:lnTo>
                  <a:pt x="528008" y="336550"/>
                </a:lnTo>
                <a:lnTo>
                  <a:pt x="482290" y="341630"/>
                </a:lnTo>
                <a:lnTo>
                  <a:pt x="440292" y="356870"/>
                </a:lnTo>
                <a:lnTo>
                  <a:pt x="403222" y="381000"/>
                </a:lnTo>
                <a:lnTo>
                  <a:pt x="372288" y="411480"/>
                </a:lnTo>
                <a:lnTo>
                  <a:pt x="348697" y="448310"/>
                </a:lnTo>
                <a:lnTo>
                  <a:pt x="333657" y="490220"/>
                </a:lnTo>
                <a:lnTo>
                  <a:pt x="328375" y="535940"/>
                </a:lnTo>
                <a:lnTo>
                  <a:pt x="333657" y="581660"/>
                </a:lnTo>
                <a:lnTo>
                  <a:pt x="348697" y="623570"/>
                </a:lnTo>
                <a:lnTo>
                  <a:pt x="372288" y="661670"/>
                </a:lnTo>
                <a:lnTo>
                  <a:pt x="403222" y="692150"/>
                </a:lnTo>
                <a:lnTo>
                  <a:pt x="440292" y="715010"/>
                </a:lnTo>
                <a:lnTo>
                  <a:pt x="482290" y="730250"/>
                </a:lnTo>
                <a:lnTo>
                  <a:pt x="528008" y="735330"/>
                </a:lnTo>
                <a:lnTo>
                  <a:pt x="638392" y="735330"/>
                </a:lnTo>
                <a:lnTo>
                  <a:pt x="636316" y="736600"/>
                </a:lnTo>
                <a:lnTo>
                  <a:pt x="616536" y="745490"/>
                </a:lnTo>
                <a:lnTo>
                  <a:pt x="595187" y="753110"/>
                </a:lnTo>
                <a:lnTo>
                  <a:pt x="573264" y="759460"/>
                </a:lnTo>
                <a:lnTo>
                  <a:pt x="550845" y="762000"/>
                </a:lnTo>
                <a:lnTo>
                  <a:pt x="528008" y="763270"/>
                </a:lnTo>
                <a:close/>
              </a:path>
              <a:path w="1105535" h="1056639">
                <a:moveTo>
                  <a:pt x="930458" y="415290"/>
                </a:moveTo>
                <a:lnTo>
                  <a:pt x="922670" y="414020"/>
                </a:lnTo>
                <a:lnTo>
                  <a:pt x="915699" y="410210"/>
                </a:lnTo>
                <a:lnTo>
                  <a:pt x="909836" y="406400"/>
                </a:lnTo>
                <a:lnTo>
                  <a:pt x="905372" y="400050"/>
                </a:lnTo>
                <a:lnTo>
                  <a:pt x="674999" y="400050"/>
                </a:lnTo>
                <a:lnTo>
                  <a:pt x="670913" y="397510"/>
                </a:lnTo>
                <a:lnTo>
                  <a:pt x="668392" y="394970"/>
                </a:lnTo>
                <a:lnTo>
                  <a:pt x="638047" y="369570"/>
                </a:lnTo>
                <a:lnTo>
                  <a:pt x="603988" y="351790"/>
                </a:lnTo>
                <a:lnTo>
                  <a:pt x="567035" y="340360"/>
                </a:lnTo>
                <a:lnTo>
                  <a:pt x="528008" y="336550"/>
                </a:lnTo>
                <a:lnTo>
                  <a:pt x="636240" y="336550"/>
                </a:lnTo>
                <a:lnTo>
                  <a:pt x="653707" y="346710"/>
                </a:lnTo>
                <a:lnTo>
                  <a:pt x="670157" y="359410"/>
                </a:lnTo>
                <a:lnTo>
                  <a:pt x="685543" y="372110"/>
                </a:lnTo>
                <a:lnTo>
                  <a:pt x="955125" y="372110"/>
                </a:lnTo>
                <a:lnTo>
                  <a:pt x="956880" y="374650"/>
                </a:lnTo>
                <a:lnTo>
                  <a:pt x="959134" y="386080"/>
                </a:lnTo>
                <a:lnTo>
                  <a:pt x="956880" y="397510"/>
                </a:lnTo>
                <a:lnTo>
                  <a:pt x="950735" y="406400"/>
                </a:lnTo>
                <a:lnTo>
                  <a:pt x="941620" y="412750"/>
                </a:lnTo>
                <a:lnTo>
                  <a:pt x="930458" y="415290"/>
                </a:lnTo>
                <a:close/>
              </a:path>
              <a:path w="1105535" h="1056639">
                <a:moveTo>
                  <a:pt x="955125" y="372110"/>
                </a:moveTo>
                <a:lnTo>
                  <a:pt x="905372" y="372110"/>
                </a:lnTo>
                <a:lnTo>
                  <a:pt x="909836" y="365760"/>
                </a:lnTo>
                <a:lnTo>
                  <a:pt x="915699" y="361950"/>
                </a:lnTo>
                <a:lnTo>
                  <a:pt x="922670" y="358140"/>
                </a:lnTo>
                <a:lnTo>
                  <a:pt x="930458" y="358140"/>
                </a:lnTo>
                <a:lnTo>
                  <a:pt x="941620" y="359410"/>
                </a:lnTo>
                <a:lnTo>
                  <a:pt x="950735" y="365760"/>
                </a:lnTo>
                <a:lnTo>
                  <a:pt x="955125" y="372110"/>
                </a:lnTo>
                <a:close/>
              </a:path>
              <a:path w="1105535" h="1056639">
                <a:moveTo>
                  <a:pt x="638392" y="735330"/>
                </a:moveTo>
                <a:lnTo>
                  <a:pt x="528008" y="735330"/>
                </a:lnTo>
                <a:lnTo>
                  <a:pt x="573728" y="730250"/>
                </a:lnTo>
                <a:lnTo>
                  <a:pt x="615726" y="715010"/>
                </a:lnTo>
                <a:lnTo>
                  <a:pt x="652795" y="692150"/>
                </a:lnTo>
                <a:lnTo>
                  <a:pt x="683728" y="661670"/>
                </a:lnTo>
                <a:lnTo>
                  <a:pt x="707317" y="623570"/>
                </a:lnTo>
                <a:lnTo>
                  <a:pt x="722356" y="581660"/>
                </a:lnTo>
                <a:lnTo>
                  <a:pt x="727637" y="535940"/>
                </a:lnTo>
                <a:lnTo>
                  <a:pt x="727637" y="528320"/>
                </a:lnTo>
                <a:lnTo>
                  <a:pt x="733864" y="521970"/>
                </a:lnTo>
                <a:lnTo>
                  <a:pt x="990697" y="521970"/>
                </a:lnTo>
                <a:lnTo>
                  <a:pt x="995163" y="516890"/>
                </a:lnTo>
                <a:lnTo>
                  <a:pt x="1001025" y="511810"/>
                </a:lnTo>
                <a:lnTo>
                  <a:pt x="1007992" y="509270"/>
                </a:lnTo>
                <a:lnTo>
                  <a:pt x="1015774" y="508000"/>
                </a:lnTo>
                <a:lnTo>
                  <a:pt x="1026936" y="510540"/>
                </a:lnTo>
                <a:lnTo>
                  <a:pt x="1036051" y="515620"/>
                </a:lnTo>
                <a:lnTo>
                  <a:pt x="1042197" y="525780"/>
                </a:lnTo>
                <a:lnTo>
                  <a:pt x="1044450" y="535940"/>
                </a:lnTo>
                <a:lnTo>
                  <a:pt x="1042197" y="547370"/>
                </a:lnTo>
                <a:lnTo>
                  <a:pt x="1040441" y="549910"/>
                </a:lnTo>
                <a:lnTo>
                  <a:pt x="755008" y="549910"/>
                </a:lnTo>
                <a:lnTo>
                  <a:pt x="753045" y="568960"/>
                </a:lnTo>
                <a:lnTo>
                  <a:pt x="744304" y="607060"/>
                </a:lnTo>
                <a:lnTo>
                  <a:pt x="728039" y="645160"/>
                </a:lnTo>
                <a:lnTo>
                  <a:pt x="703623" y="680720"/>
                </a:lnTo>
                <a:lnTo>
                  <a:pt x="672519" y="712470"/>
                </a:lnTo>
                <a:lnTo>
                  <a:pt x="654999" y="725170"/>
                </a:lnTo>
                <a:lnTo>
                  <a:pt x="638392" y="735330"/>
                </a:lnTo>
                <a:close/>
              </a:path>
              <a:path w="1105535" h="1056639">
                <a:moveTo>
                  <a:pt x="1015774" y="565150"/>
                </a:moveTo>
                <a:lnTo>
                  <a:pt x="1007992" y="563880"/>
                </a:lnTo>
                <a:lnTo>
                  <a:pt x="1001025" y="561340"/>
                </a:lnTo>
                <a:lnTo>
                  <a:pt x="995163" y="556260"/>
                </a:lnTo>
                <a:lnTo>
                  <a:pt x="990697" y="549910"/>
                </a:lnTo>
                <a:lnTo>
                  <a:pt x="1040441" y="549910"/>
                </a:lnTo>
                <a:lnTo>
                  <a:pt x="1036051" y="556260"/>
                </a:lnTo>
                <a:lnTo>
                  <a:pt x="1026936" y="562610"/>
                </a:lnTo>
                <a:lnTo>
                  <a:pt x="1015774" y="565150"/>
                </a:lnTo>
                <a:close/>
              </a:path>
              <a:path w="1105535" h="1056639">
                <a:moveTo>
                  <a:pt x="811808" y="833120"/>
                </a:moveTo>
                <a:lnTo>
                  <a:pt x="765344" y="833120"/>
                </a:lnTo>
                <a:lnTo>
                  <a:pt x="772243" y="831850"/>
                </a:lnTo>
                <a:lnTo>
                  <a:pt x="778281" y="826770"/>
                </a:lnTo>
                <a:lnTo>
                  <a:pt x="824973" y="779780"/>
                </a:lnTo>
                <a:lnTo>
                  <a:pt x="829258" y="774700"/>
                </a:lnTo>
                <a:lnTo>
                  <a:pt x="831247" y="767080"/>
                </a:lnTo>
                <a:lnTo>
                  <a:pt x="831024" y="763270"/>
                </a:lnTo>
                <a:lnTo>
                  <a:pt x="830950" y="762000"/>
                </a:lnTo>
                <a:lnTo>
                  <a:pt x="830875" y="760730"/>
                </a:lnTo>
                <a:lnTo>
                  <a:pt x="828078" y="753110"/>
                </a:lnTo>
                <a:lnTo>
                  <a:pt x="799318" y="707390"/>
                </a:lnTo>
                <a:lnTo>
                  <a:pt x="796607" y="704850"/>
                </a:lnTo>
                <a:lnTo>
                  <a:pt x="794914" y="701040"/>
                </a:lnTo>
                <a:lnTo>
                  <a:pt x="794914" y="689610"/>
                </a:lnTo>
                <a:lnTo>
                  <a:pt x="801132" y="683260"/>
                </a:lnTo>
                <a:lnTo>
                  <a:pt x="1034559" y="683260"/>
                </a:lnTo>
                <a:lnTo>
                  <a:pt x="1039024" y="676910"/>
                </a:lnTo>
                <a:lnTo>
                  <a:pt x="1044889" y="671830"/>
                </a:lnTo>
                <a:lnTo>
                  <a:pt x="1051861" y="669290"/>
                </a:lnTo>
                <a:lnTo>
                  <a:pt x="1059645" y="668020"/>
                </a:lnTo>
                <a:lnTo>
                  <a:pt x="1070807" y="670560"/>
                </a:lnTo>
                <a:lnTo>
                  <a:pt x="1079922" y="676910"/>
                </a:lnTo>
                <a:lnTo>
                  <a:pt x="1086067" y="685800"/>
                </a:lnTo>
                <a:lnTo>
                  <a:pt x="1088321" y="697230"/>
                </a:lnTo>
                <a:lnTo>
                  <a:pt x="1086067" y="708660"/>
                </a:lnTo>
                <a:lnTo>
                  <a:pt x="1084311" y="711200"/>
                </a:lnTo>
                <a:lnTo>
                  <a:pt x="834366" y="711200"/>
                </a:lnTo>
                <a:lnTo>
                  <a:pt x="851670" y="739140"/>
                </a:lnTo>
                <a:lnTo>
                  <a:pt x="855448" y="746760"/>
                </a:lnTo>
                <a:lnTo>
                  <a:pt x="857928" y="754380"/>
                </a:lnTo>
                <a:lnTo>
                  <a:pt x="859067" y="762000"/>
                </a:lnTo>
                <a:lnTo>
                  <a:pt x="859032" y="763270"/>
                </a:lnTo>
                <a:lnTo>
                  <a:pt x="858927" y="767080"/>
                </a:lnTo>
                <a:lnTo>
                  <a:pt x="844609" y="800100"/>
                </a:lnTo>
                <a:lnTo>
                  <a:pt x="811808" y="833120"/>
                </a:lnTo>
                <a:close/>
              </a:path>
              <a:path w="1105535" h="1056639">
                <a:moveTo>
                  <a:pt x="1059645" y="725170"/>
                </a:moveTo>
                <a:lnTo>
                  <a:pt x="1051861" y="725170"/>
                </a:lnTo>
                <a:lnTo>
                  <a:pt x="1044889" y="721360"/>
                </a:lnTo>
                <a:lnTo>
                  <a:pt x="1039024" y="717550"/>
                </a:lnTo>
                <a:lnTo>
                  <a:pt x="1034559" y="711200"/>
                </a:lnTo>
                <a:lnTo>
                  <a:pt x="1084311" y="711200"/>
                </a:lnTo>
                <a:lnTo>
                  <a:pt x="1079922" y="717550"/>
                </a:lnTo>
                <a:lnTo>
                  <a:pt x="1070807" y="723900"/>
                </a:lnTo>
                <a:lnTo>
                  <a:pt x="1059645" y="725170"/>
                </a:lnTo>
                <a:close/>
              </a:path>
              <a:path w="1105535" h="1056639">
                <a:moveTo>
                  <a:pt x="352307" y="833120"/>
                </a:moveTo>
                <a:lnTo>
                  <a:pt x="297844" y="833120"/>
                </a:lnTo>
                <a:lnTo>
                  <a:pt x="304696" y="830580"/>
                </a:lnTo>
                <a:lnTo>
                  <a:pt x="353952" y="800100"/>
                </a:lnTo>
                <a:lnTo>
                  <a:pt x="365300" y="793750"/>
                </a:lnTo>
                <a:lnTo>
                  <a:pt x="377370" y="792480"/>
                </a:lnTo>
                <a:lnTo>
                  <a:pt x="389623" y="792480"/>
                </a:lnTo>
                <a:lnTo>
                  <a:pt x="401514" y="796290"/>
                </a:lnTo>
                <a:lnTo>
                  <a:pt x="408225" y="800100"/>
                </a:lnTo>
                <a:lnTo>
                  <a:pt x="428863" y="807720"/>
                </a:lnTo>
                <a:lnTo>
                  <a:pt x="440024" y="814070"/>
                </a:lnTo>
                <a:lnTo>
                  <a:pt x="446186" y="819150"/>
                </a:lnTo>
                <a:lnTo>
                  <a:pt x="374957" y="819150"/>
                </a:lnTo>
                <a:lnTo>
                  <a:pt x="352307" y="833120"/>
                </a:lnTo>
                <a:close/>
              </a:path>
              <a:path w="1105535" h="1056639">
                <a:moveTo>
                  <a:pt x="605484" y="916940"/>
                </a:moveTo>
                <a:lnTo>
                  <a:pt x="561020" y="916940"/>
                </a:lnTo>
                <a:lnTo>
                  <a:pt x="568318" y="915670"/>
                </a:lnTo>
                <a:lnTo>
                  <a:pt x="574604" y="911860"/>
                </a:lnTo>
                <a:lnTo>
                  <a:pt x="579414" y="906780"/>
                </a:lnTo>
                <a:lnTo>
                  <a:pt x="582280" y="900430"/>
                </a:lnTo>
                <a:lnTo>
                  <a:pt x="595452" y="843280"/>
                </a:lnTo>
                <a:lnTo>
                  <a:pt x="599780" y="831850"/>
                </a:lnTo>
                <a:lnTo>
                  <a:pt x="606749" y="821690"/>
                </a:lnTo>
                <a:lnTo>
                  <a:pt x="615996" y="814070"/>
                </a:lnTo>
                <a:lnTo>
                  <a:pt x="627159" y="807720"/>
                </a:lnTo>
                <a:lnTo>
                  <a:pt x="647797" y="800100"/>
                </a:lnTo>
                <a:lnTo>
                  <a:pt x="654507" y="796290"/>
                </a:lnTo>
                <a:lnTo>
                  <a:pt x="666399" y="792480"/>
                </a:lnTo>
                <a:lnTo>
                  <a:pt x="678650" y="792480"/>
                </a:lnTo>
                <a:lnTo>
                  <a:pt x="690720" y="793750"/>
                </a:lnTo>
                <a:lnTo>
                  <a:pt x="702065" y="800100"/>
                </a:lnTo>
                <a:lnTo>
                  <a:pt x="732853" y="819150"/>
                </a:lnTo>
                <a:lnTo>
                  <a:pt x="673222" y="819150"/>
                </a:lnTo>
                <a:lnTo>
                  <a:pt x="666426" y="821690"/>
                </a:lnTo>
                <a:lnTo>
                  <a:pt x="659079" y="825500"/>
                </a:lnTo>
                <a:lnTo>
                  <a:pt x="651625" y="828040"/>
                </a:lnTo>
                <a:lnTo>
                  <a:pt x="644089" y="831850"/>
                </a:lnTo>
                <a:lnTo>
                  <a:pt x="636495" y="834390"/>
                </a:lnTo>
                <a:lnTo>
                  <a:pt x="629435" y="836930"/>
                </a:lnTo>
                <a:lnTo>
                  <a:pt x="624211" y="843280"/>
                </a:lnTo>
                <a:lnTo>
                  <a:pt x="609337" y="906780"/>
                </a:lnTo>
                <a:lnTo>
                  <a:pt x="606764" y="914400"/>
                </a:lnTo>
                <a:lnTo>
                  <a:pt x="605484" y="916940"/>
                </a:lnTo>
                <a:close/>
              </a:path>
              <a:path w="1105535" h="1056639">
                <a:moveTo>
                  <a:pt x="561020" y="944880"/>
                </a:moveTo>
                <a:lnTo>
                  <a:pt x="494997" y="944880"/>
                </a:lnTo>
                <a:lnTo>
                  <a:pt x="478673" y="942340"/>
                </a:lnTo>
                <a:lnTo>
                  <a:pt x="449255" y="914400"/>
                </a:lnTo>
                <a:lnTo>
                  <a:pt x="431815" y="843280"/>
                </a:lnTo>
                <a:lnTo>
                  <a:pt x="426591" y="836930"/>
                </a:lnTo>
                <a:lnTo>
                  <a:pt x="419531" y="834390"/>
                </a:lnTo>
                <a:lnTo>
                  <a:pt x="411934" y="831850"/>
                </a:lnTo>
                <a:lnTo>
                  <a:pt x="404394" y="828040"/>
                </a:lnTo>
                <a:lnTo>
                  <a:pt x="396938" y="825500"/>
                </a:lnTo>
                <a:lnTo>
                  <a:pt x="389591" y="821690"/>
                </a:lnTo>
                <a:lnTo>
                  <a:pt x="382799" y="819150"/>
                </a:lnTo>
                <a:lnTo>
                  <a:pt x="446186" y="819150"/>
                </a:lnTo>
                <a:lnTo>
                  <a:pt x="449268" y="821690"/>
                </a:lnTo>
                <a:lnTo>
                  <a:pt x="456233" y="831850"/>
                </a:lnTo>
                <a:lnTo>
                  <a:pt x="460560" y="843280"/>
                </a:lnTo>
                <a:lnTo>
                  <a:pt x="473737" y="900430"/>
                </a:lnTo>
                <a:lnTo>
                  <a:pt x="476603" y="906780"/>
                </a:lnTo>
                <a:lnTo>
                  <a:pt x="481412" y="911860"/>
                </a:lnTo>
                <a:lnTo>
                  <a:pt x="487699" y="915670"/>
                </a:lnTo>
                <a:lnTo>
                  <a:pt x="494997" y="916940"/>
                </a:lnTo>
                <a:lnTo>
                  <a:pt x="605484" y="916940"/>
                </a:lnTo>
                <a:lnTo>
                  <a:pt x="602923" y="922020"/>
                </a:lnTo>
                <a:lnTo>
                  <a:pt x="597921" y="928370"/>
                </a:lnTo>
                <a:lnTo>
                  <a:pt x="591866" y="933450"/>
                </a:lnTo>
                <a:lnTo>
                  <a:pt x="584925" y="938530"/>
                </a:lnTo>
                <a:lnTo>
                  <a:pt x="577343" y="942340"/>
                </a:lnTo>
                <a:lnTo>
                  <a:pt x="561020" y="944880"/>
                </a:lnTo>
                <a:close/>
              </a:path>
              <a:path w="1105535" h="1056639">
                <a:moveTo>
                  <a:pt x="768523" y="861060"/>
                </a:moveTo>
                <a:lnTo>
                  <a:pt x="760203" y="861060"/>
                </a:lnTo>
                <a:lnTo>
                  <a:pt x="751988" y="859790"/>
                </a:lnTo>
                <a:lnTo>
                  <a:pt x="744076" y="857250"/>
                </a:lnTo>
                <a:lnTo>
                  <a:pt x="736664" y="853440"/>
                </a:lnTo>
                <a:lnTo>
                  <a:pt x="681064" y="819150"/>
                </a:lnTo>
                <a:lnTo>
                  <a:pt x="732853" y="819150"/>
                </a:lnTo>
                <a:lnTo>
                  <a:pt x="751326" y="830580"/>
                </a:lnTo>
                <a:lnTo>
                  <a:pt x="758175" y="833120"/>
                </a:lnTo>
                <a:lnTo>
                  <a:pt x="811808" y="833120"/>
                </a:lnTo>
                <a:lnTo>
                  <a:pt x="797930" y="847090"/>
                </a:lnTo>
                <a:lnTo>
                  <a:pt x="791565" y="852170"/>
                </a:lnTo>
                <a:lnTo>
                  <a:pt x="784422" y="855980"/>
                </a:lnTo>
                <a:lnTo>
                  <a:pt x="776681" y="859790"/>
                </a:lnTo>
                <a:lnTo>
                  <a:pt x="768523" y="861060"/>
                </a:lnTo>
                <a:close/>
              </a:path>
              <a:path w="1105535" h="1056639">
                <a:moveTo>
                  <a:pt x="689751" y="1031240"/>
                </a:moveTo>
                <a:lnTo>
                  <a:pt x="528624" y="1031240"/>
                </a:lnTo>
                <a:lnTo>
                  <a:pt x="577315" y="1028700"/>
                </a:lnTo>
                <a:lnTo>
                  <a:pt x="624985" y="1022350"/>
                </a:lnTo>
                <a:lnTo>
                  <a:pt x="671429" y="1010920"/>
                </a:lnTo>
                <a:lnTo>
                  <a:pt x="716444" y="994410"/>
                </a:lnTo>
                <a:lnTo>
                  <a:pt x="759824" y="975360"/>
                </a:lnTo>
                <a:lnTo>
                  <a:pt x="801367" y="951230"/>
                </a:lnTo>
                <a:lnTo>
                  <a:pt x="840866" y="922020"/>
                </a:lnTo>
                <a:lnTo>
                  <a:pt x="843129" y="920750"/>
                </a:lnTo>
                <a:lnTo>
                  <a:pt x="845937" y="919480"/>
                </a:lnTo>
                <a:lnTo>
                  <a:pt x="950107" y="919480"/>
                </a:lnTo>
                <a:lnTo>
                  <a:pt x="954495" y="914400"/>
                </a:lnTo>
                <a:lnTo>
                  <a:pt x="960221" y="909320"/>
                </a:lnTo>
                <a:lnTo>
                  <a:pt x="967007" y="906780"/>
                </a:lnTo>
                <a:lnTo>
                  <a:pt x="974578" y="905510"/>
                </a:lnTo>
                <a:lnTo>
                  <a:pt x="985522" y="908050"/>
                </a:lnTo>
                <a:lnTo>
                  <a:pt x="994461" y="913130"/>
                </a:lnTo>
                <a:lnTo>
                  <a:pt x="1000489" y="922020"/>
                </a:lnTo>
                <a:lnTo>
                  <a:pt x="1002699" y="933450"/>
                </a:lnTo>
                <a:lnTo>
                  <a:pt x="1000489" y="944880"/>
                </a:lnTo>
                <a:lnTo>
                  <a:pt x="853247" y="944880"/>
                </a:lnTo>
                <a:lnTo>
                  <a:pt x="818745" y="970280"/>
                </a:lnTo>
                <a:lnTo>
                  <a:pt x="782516" y="991870"/>
                </a:lnTo>
                <a:lnTo>
                  <a:pt x="744686" y="1010920"/>
                </a:lnTo>
                <a:lnTo>
                  <a:pt x="705382" y="1026160"/>
                </a:lnTo>
                <a:lnTo>
                  <a:pt x="689751" y="1031240"/>
                </a:lnTo>
                <a:close/>
              </a:path>
              <a:path w="1105535" h="1056639">
                <a:moveTo>
                  <a:pt x="974578" y="961390"/>
                </a:moveTo>
                <a:lnTo>
                  <a:pt x="966423" y="960120"/>
                </a:lnTo>
                <a:lnTo>
                  <a:pt x="959209" y="957580"/>
                </a:lnTo>
                <a:lnTo>
                  <a:pt x="953286" y="952500"/>
                </a:lnTo>
                <a:lnTo>
                  <a:pt x="949006" y="944880"/>
                </a:lnTo>
                <a:lnTo>
                  <a:pt x="1000489" y="944880"/>
                </a:lnTo>
                <a:lnTo>
                  <a:pt x="994461" y="953770"/>
                </a:lnTo>
                <a:lnTo>
                  <a:pt x="985522" y="958850"/>
                </a:lnTo>
                <a:lnTo>
                  <a:pt x="974578" y="961390"/>
                </a:lnTo>
                <a:close/>
              </a:path>
            </a:pathLst>
          </a:custGeom>
          <a:solidFill>
            <a:srgbClr val="504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948023" y="140576"/>
            <a:ext cx="4340225" cy="1848485"/>
          </a:xfrm>
          <a:custGeom>
            <a:avLst/>
            <a:gdLst/>
            <a:ahLst/>
            <a:cxnLst/>
            <a:rect l="l" t="t" r="r" b="b"/>
            <a:pathLst>
              <a:path w="4340225" h="1848485">
                <a:moveTo>
                  <a:pt x="512709" y="47960"/>
                </a:moveTo>
                <a:lnTo>
                  <a:pt x="510363" y="47960"/>
                </a:lnTo>
                <a:lnTo>
                  <a:pt x="509419" y="47013"/>
                </a:lnTo>
                <a:lnTo>
                  <a:pt x="509419" y="44666"/>
                </a:lnTo>
                <a:lnTo>
                  <a:pt x="510363" y="43719"/>
                </a:lnTo>
                <a:lnTo>
                  <a:pt x="512709" y="43719"/>
                </a:lnTo>
                <a:lnTo>
                  <a:pt x="513656" y="44666"/>
                </a:lnTo>
                <a:lnTo>
                  <a:pt x="513656" y="47013"/>
                </a:lnTo>
                <a:lnTo>
                  <a:pt x="512709" y="47960"/>
                </a:lnTo>
                <a:close/>
              </a:path>
              <a:path w="4340225" h="1848485">
                <a:moveTo>
                  <a:pt x="769398" y="52189"/>
                </a:moveTo>
                <a:lnTo>
                  <a:pt x="762389" y="52189"/>
                </a:lnTo>
                <a:lnTo>
                  <a:pt x="759548" y="49346"/>
                </a:lnTo>
                <a:lnTo>
                  <a:pt x="759548" y="42333"/>
                </a:lnTo>
                <a:lnTo>
                  <a:pt x="762389" y="39491"/>
                </a:lnTo>
                <a:lnTo>
                  <a:pt x="769398" y="39491"/>
                </a:lnTo>
                <a:lnTo>
                  <a:pt x="772237" y="42333"/>
                </a:lnTo>
                <a:lnTo>
                  <a:pt x="772237" y="49346"/>
                </a:lnTo>
                <a:lnTo>
                  <a:pt x="769398" y="52189"/>
                </a:lnTo>
                <a:close/>
              </a:path>
              <a:path w="4340225" h="1848485">
                <a:moveTo>
                  <a:pt x="1026084" y="56415"/>
                </a:moveTo>
                <a:lnTo>
                  <a:pt x="1014399" y="56415"/>
                </a:lnTo>
                <a:lnTo>
                  <a:pt x="1009665" y="51679"/>
                </a:lnTo>
                <a:lnTo>
                  <a:pt x="1009665" y="39972"/>
                </a:lnTo>
                <a:lnTo>
                  <a:pt x="1014399" y="35235"/>
                </a:lnTo>
                <a:lnTo>
                  <a:pt x="1026098" y="35235"/>
                </a:lnTo>
                <a:lnTo>
                  <a:pt x="1030832" y="39972"/>
                </a:lnTo>
                <a:lnTo>
                  <a:pt x="1030832" y="51679"/>
                </a:lnTo>
                <a:lnTo>
                  <a:pt x="1026084" y="56415"/>
                </a:lnTo>
                <a:close/>
              </a:path>
              <a:path w="4340225" h="1848485">
                <a:moveTo>
                  <a:pt x="1282788" y="60644"/>
                </a:moveTo>
                <a:lnTo>
                  <a:pt x="1266422" y="60644"/>
                </a:lnTo>
                <a:lnTo>
                  <a:pt x="1259794" y="54013"/>
                </a:lnTo>
                <a:lnTo>
                  <a:pt x="1259794" y="37639"/>
                </a:lnTo>
                <a:lnTo>
                  <a:pt x="1266422" y="31008"/>
                </a:lnTo>
                <a:lnTo>
                  <a:pt x="1282788" y="31008"/>
                </a:lnTo>
                <a:lnTo>
                  <a:pt x="1289413" y="37639"/>
                </a:lnTo>
                <a:lnTo>
                  <a:pt x="1289413" y="54013"/>
                </a:lnTo>
                <a:lnTo>
                  <a:pt x="1282788" y="60644"/>
                </a:lnTo>
                <a:close/>
              </a:path>
              <a:path w="4340225" h="1848485">
                <a:moveTo>
                  <a:pt x="1528960" y="64870"/>
                </a:moveTo>
                <a:lnTo>
                  <a:pt x="1521542" y="63373"/>
                </a:lnTo>
                <a:lnTo>
                  <a:pt x="1515488" y="59291"/>
                </a:lnTo>
                <a:lnTo>
                  <a:pt x="1511407" y="53233"/>
                </a:lnTo>
                <a:lnTo>
                  <a:pt x="1509912" y="45811"/>
                </a:lnTo>
                <a:lnTo>
                  <a:pt x="1511407" y="38389"/>
                </a:lnTo>
                <a:lnTo>
                  <a:pt x="1515488" y="32331"/>
                </a:lnTo>
                <a:lnTo>
                  <a:pt x="1521542" y="28248"/>
                </a:lnTo>
                <a:lnTo>
                  <a:pt x="1528960" y="26751"/>
                </a:lnTo>
                <a:lnTo>
                  <a:pt x="1536378" y="28248"/>
                </a:lnTo>
                <a:lnTo>
                  <a:pt x="1542432" y="32331"/>
                </a:lnTo>
                <a:lnTo>
                  <a:pt x="1546512" y="38389"/>
                </a:lnTo>
                <a:lnTo>
                  <a:pt x="1548008" y="45811"/>
                </a:lnTo>
                <a:lnTo>
                  <a:pt x="1546510" y="53233"/>
                </a:lnTo>
                <a:lnTo>
                  <a:pt x="1542427" y="59291"/>
                </a:lnTo>
                <a:lnTo>
                  <a:pt x="1536372" y="63373"/>
                </a:lnTo>
                <a:lnTo>
                  <a:pt x="1528960" y="64870"/>
                </a:lnTo>
                <a:close/>
              </a:path>
              <a:path w="4340225" h="1848485">
                <a:moveTo>
                  <a:pt x="1783318" y="67698"/>
                </a:moveTo>
                <a:lnTo>
                  <a:pt x="1774810" y="65979"/>
                </a:lnTo>
                <a:lnTo>
                  <a:pt x="1767861" y="61290"/>
                </a:lnTo>
                <a:lnTo>
                  <a:pt x="1763175" y="54338"/>
                </a:lnTo>
                <a:lnTo>
                  <a:pt x="1761456" y="45826"/>
                </a:lnTo>
                <a:lnTo>
                  <a:pt x="1763175" y="37314"/>
                </a:lnTo>
                <a:lnTo>
                  <a:pt x="1767861" y="30360"/>
                </a:lnTo>
                <a:lnTo>
                  <a:pt x="1774810" y="25671"/>
                </a:lnTo>
                <a:lnTo>
                  <a:pt x="1783318" y="23952"/>
                </a:lnTo>
                <a:lnTo>
                  <a:pt x="1791823" y="25671"/>
                </a:lnTo>
                <a:lnTo>
                  <a:pt x="1798772" y="30360"/>
                </a:lnTo>
                <a:lnTo>
                  <a:pt x="1803458" y="37314"/>
                </a:lnTo>
                <a:lnTo>
                  <a:pt x="1805177" y="45826"/>
                </a:lnTo>
                <a:lnTo>
                  <a:pt x="1803460" y="54338"/>
                </a:lnTo>
                <a:lnTo>
                  <a:pt x="1798777" y="61290"/>
                </a:lnTo>
                <a:lnTo>
                  <a:pt x="1791829" y="65979"/>
                </a:lnTo>
                <a:lnTo>
                  <a:pt x="1783318" y="67698"/>
                </a:lnTo>
                <a:close/>
              </a:path>
              <a:path w="4340225" h="1848485">
                <a:moveTo>
                  <a:pt x="2037673" y="70526"/>
                </a:moveTo>
                <a:lnTo>
                  <a:pt x="2028062" y="68585"/>
                </a:lnTo>
                <a:lnTo>
                  <a:pt x="2020215" y="63292"/>
                </a:lnTo>
                <a:lnTo>
                  <a:pt x="2014926" y="55441"/>
                </a:lnTo>
                <a:lnTo>
                  <a:pt x="2012986" y="45826"/>
                </a:lnTo>
                <a:lnTo>
                  <a:pt x="2014926" y="36210"/>
                </a:lnTo>
                <a:lnTo>
                  <a:pt x="2020215" y="28358"/>
                </a:lnTo>
                <a:lnTo>
                  <a:pt x="2028062" y="23065"/>
                </a:lnTo>
                <a:lnTo>
                  <a:pt x="2037673" y="21124"/>
                </a:lnTo>
                <a:lnTo>
                  <a:pt x="2047283" y="23065"/>
                </a:lnTo>
                <a:lnTo>
                  <a:pt x="2055130" y="28358"/>
                </a:lnTo>
                <a:lnTo>
                  <a:pt x="2060420" y="36210"/>
                </a:lnTo>
                <a:lnTo>
                  <a:pt x="2062359" y="45826"/>
                </a:lnTo>
                <a:lnTo>
                  <a:pt x="2060420" y="55441"/>
                </a:lnTo>
                <a:lnTo>
                  <a:pt x="2055130" y="63292"/>
                </a:lnTo>
                <a:lnTo>
                  <a:pt x="2047283" y="68585"/>
                </a:lnTo>
                <a:lnTo>
                  <a:pt x="2037673" y="70526"/>
                </a:lnTo>
                <a:close/>
              </a:path>
              <a:path w="4340225" h="1848485">
                <a:moveTo>
                  <a:pt x="2292027" y="73353"/>
                </a:moveTo>
                <a:lnTo>
                  <a:pt x="2281320" y="71190"/>
                </a:lnTo>
                <a:lnTo>
                  <a:pt x="2272575" y="65289"/>
                </a:lnTo>
                <a:lnTo>
                  <a:pt x="2266678" y="56539"/>
                </a:lnTo>
                <a:lnTo>
                  <a:pt x="2264516" y="45826"/>
                </a:lnTo>
                <a:lnTo>
                  <a:pt x="2266678" y="35112"/>
                </a:lnTo>
                <a:lnTo>
                  <a:pt x="2272575" y="26361"/>
                </a:lnTo>
                <a:lnTo>
                  <a:pt x="2281320" y="20460"/>
                </a:lnTo>
                <a:lnTo>
                  <a:pt x="2292027" y="18296"/>
                </a:lnTo>
                <a:lnTo>
                  <a:pt x="2302735" y="20460"/>
                </a:lnTo>
                <a:lnTo>
                  <a:pt x="2311481" y="26361"/>
                </a:lnTo>
                <a:lnTo>
                  <a:pt x="2317379" y="35112"/>
                </a:lnTo>
                <a:lnTo>
                  <a:pt x="2319542" y="45826"/>
                </a:lnTo>
                <a:lnTo>
                  <a:pt x="2317379" y="56539"/>
                </a:lnTo>
                <a:lnTo>
                  <a:pt x="2311481" y="65289"/>
                </a:lnTo>
                <a:lnTo>
                  <a:pt x="2302735" y="71190"/>
                </a:lnTo>
                <a:lnTo>
                  <a:pt x="2292027" y="73353"/>
                </a:lnTo>
                <a:close/>
              </a:path>
              <a:path w="4340225" h="1848485">
                <a:moveTo>
                  <a:pt x="2546382" y="75475"/>
                </a:moveTo>
                <a:lnTo>
                  <a:pt x="2534858" y="73145"/>
                </a:lnTo>
                <a:lnTo>
                  <a:pt x="2525444" y="66792"/>
                </a:lnTo>
                <a:lnTo>
                  <a:pt x="2519095" y="57371"/>
                </a:lnTo>
                <a:lnTo>
                  <a:pt x="2516766" y="45840"/>
                </a:lnTo>
                <a:lnTo>
                  <a:pt x="2519095" y="34307"/>
                </a:lnTo>
                <a:lnTo>
                  <a:pt x="2525444" y="24887"/>
                </a:lnTo>
                <a:lnTo>
                  <a:pt x="2534858" y="18534"/>
                </a:lnTo>
                <a:lnTo>
                  <a:pt x="2546382" y="16204"/>
                </a:lnTo>
                <a:lnTo>
                  <a:pt x="2557908" y="18534"/>
                </a:lnTo>
                <a:lnTo>
                  <a:pt x="2567323" y="24887"/>
                </a:lnTo>
                <a:lnTo>
                  <a:pt x="2573673" y="34307"/>
                </a:lnTo>
                <a:lnTo>
                  <a:pt x="2576001" y="45840"/>
                </a:lnTo>
                <a:lnTo>
                  <a:pt x="2573675" y="57371"/>
                </a:lnTo>
                <a:lnTo>
                  <a:pt x="2567329" y="66792"/>
                </a:lnTo>
                <a:lnTo>
                  <a:pt x="2557914" y="73145"/>
                </a:lnTo>
                <a:lnTo>
                  <a:pt x="2546382" y="75475"/>
                </a:lnTo>
                <a:close/>
              </a:path>
              <a:path w="4340225" h="1848485">
                <a:moveTo>
                  <a:pt x="2800732" y="77596"/>
                </a:moveTo>
                <a:lnTo>
                  <a:pt x="2788378" y="75100"/>
                </a:lnTo>
                <a:lnTo>
                  <a:pt x="2778290" y="68293"/>
                </a:lnTo>
                <a:lnTo>
                  <a:pt x="2771488" y="58198"/>
                </a:lnTo>
                <a:lnTo>
                  <a:pt x="2768994" y="45840"/>
                </a:lnTo>
                <a:lnTo>
                  <a:pt x="2771488" y="33481"/>
                </a:lnTo>
                <a:lnTo>
                  <a:pt x="2778290" y="23386"/>
                </a:lnTo>
                <a:lnTo>
                  <a:pt x="2788378" y="16579"/>
                </a:lnTo>
                <a:lnTo>
                  <a:pt x="2800732" y="14082"/>
                </a:lnTo>
                <a:lnTo>
                  <a:pt x="2813085" y="16579"/>
                </a:lnTo>
                <a:lnTo>
                  <a:pt x="2823173" y="23386"/>
                </a:lnTo>
                <a:lnTo>
                  <a:pt x="2829975" y="33481"/>
                </a:lnTo>
                <a:lnTo>
                  <a:pt x="2832469" y="45840"/>
                </a:lnTo>
                <a:lnTo>
                  <a:pt x="2829975" y="58198"/>
                </a:lnTo>
                <a:lnTo>
                  <a:pt x="2823173" y="68293"/>
                </a:lnTo>
                <a:lnTo>
                  <a:pt x="2813085" y="75100"/>
                </a:lnTo>
                <a:lnTo>
                  <a:pt x="2800732" y="77596"/>
                </a:lnTo>
                <a:close/>
              </a:path>
              <a:path w="4340225" h="1848485">
                <a:moveTo>
                  <a:pt x="3055086" y="80424"/>
                </a:moveTo>
                <a:lnTo>
                  <a:pt x="3041636" y="77707"/>
                </a:lnTo>
                <a:lnTo>
                  <a:pt x="3030656" y="70295"/>
                </a:lnTo>
                <a:lnTo>
                  <a:pt x="3023255" y="59302"/>
                </a:lnTo>
                <a:lnTo>
                  <a:pt x="3020541" y="45840"/>
                </a:lnTo>
                <a:lnTo>
                  <a:pt x="3023255" y="32377"/>
                </a:lnTo>
                <a:lnTo>
                  <a:pt x="3030656" y="21384"/>
                </a:lnTo>
                <a:lnTo>
                  <a:pt x="3041636" y="13972"/>
                </a:lnTo>
                <a:lnTo>
                  <a:pt x="3055086" y="11255"/>
                </a:lnTo>
                <a:lnTo>
                  <a:pt x="3068541" y="13972"/>
                </a:lnTo>
                <a:lnTo>
                  <a:pt x="3079531" y="21384"/>
                </a:lnTo>
                <a:lnTo>
                  <a:pt x="3086943" y="32377"/>
                </a:lnTo>
                <a:lnTo>
                  <a:pt x="3089660" y="45840"/>
                </a:lnTo>
                <a:lnTo>
                  <a:pt x="3086943" y="59302"/>
                </a:lnTo>
                <a:lnTo>
                  <a:pt x="3079531" y="70295"/>
                </a:lnTo>
                <a:lnTo>
                  <a:pt x="3068541" y="77707"/>
                </a:lnTo>
                <a:lnTo>
                  <a:pt x="3055086" y="80424"/>
                </a:lnTo>
                <a:close/>
              </a:path>
              <a:path w="4340225" h="1848485">
                <a:moveTo>
                  <a:pt x="3309441" y="82546"/>
                </a:moveTo>
                <a:lnTo>
                  <a:pt x="3295168" y="79662"/>
                </a:lnTo>
                <a:lnTo>
                  <a:pt x="3283511" y="71798"/>
                </a:lnTo>
                <a:lnTo>
                  <a:pt x="3275651" y="60135"/>
                </a:lnTo>
                <a:lnTo>
                  <a:pt x="3272769" y="45854"/>
                </a:lnTo>
                <a:lnTo>
                  <a:pt x="3275651" y="31573"/>
                </a:lnTo>
                <a:lnTo>
                  <a:pt x="3283511" y="19910"/>
                </a:lnTo>
                <a:lnTo>
                  <a:pt x="3295168" y="12046"/>
                </a:lnTo>
                <a:lnTo>
                  <a:pt x="3309441" y="9162"/>
                </a:lnTo>
                <a:lnTo>
                  <a:pt x="3323715" y="12046"/>
                </a:lnTo>
                <a:lnTo>
                  <a:pt x="3335372" y="19910"/>
                </a:lnTo>
                <a:lnTo>
                  <a:pt x="3343232" y="31573"/>
                </a:lnTo>
                <a:lnTo>
                  <a:pt x="3346114" y="45854"/>
                </a:lnTo>
                <a:lnTo>
                  <a:pt x="3343232" y="60135"/>
                </a:lnTo>
                <a:lnTo>
                  <a:pt x="3335372" y="71798"/>
                </a:lnTo>
                <a:lnTo>
                  <a:pt x="3323715" y="79662"/>
                </a:lnTo>
                <a:lnTo>
                  <a:pt x="3309441" y="82546"/>
                </a:lnTo>
                <a:close/>
              </a:path>
              <a:path w="4340225" h="1848485">
                <a:moveTo>
                  <a:pt x="3563796" y="84667"/>
                </a:moveTo>
                <a:lnTo>
                  <a:pt x="3548704" y="81617"/>
                </a:lnTo>
                <a:lnTo>
                  <a:pt x="3536380" y="73299"/>
                </a:lnTo>
                <a:lnTo>
                  <a:pt x="3528072" y="60962"/>
                </a:lnTo>
                <a:lnTo>
                  <a:pt x="3525025" y="45854"/>
                </a:lnTo>
                <a:lnTo>
                  <a:pt x="3528072" y="30746"/>
                </a:lnTo>
                <a:lnTo>
                  <a:pt x="3536380" y="18409"/>
                </a:lnTo>
                <a:lnTo>
                  <a:pt x="3548704" y="10091"/>
                </a:lnTo>
                <a:lnTo>
                  <a:pt x="3563796" y="7041"/>
                </a:lnTo>
                <a:lnTo>
                  <a:pt x="3578905" y="10091"/>
                </a:lnTo>
                <a:lnTo>
                  <a:pt x="3591237" y="18409"/>
                </a:lnTo>
                <a:lnTo>
                  <a:pt x="3599549" y="30746"/>
                </a:lnTo>
                <a:lnTo>
                  <a:pt x="3602596" y="45854"/>
                </a:lnTo>
                <a:lnTo>
                  <a:pt x="3599549" y="60962"/>
                </a:lnTo>
                <a:lnTo>
                  <a:pt x="3591237" y="73299"/>
                </a:lnTo>
                <a:lnTo>
                  <a:pt x="3578905" y="81617"/>
                </a:lnTo>
                <a:lnTo>
                  <a:pt x="3563796" y="84667"/>
                </a:lnTo>
                <a:close/>
              </a:path>
              <a:path w="4340225" h="1848485">
                <a:moveTo>
                  <a:pt x="3818151" y="86786"/>
                </a:moveTo>
                <a:lnTo>
                  <a:pt x="3802236" y="83570"/>
                </a:lnTo>
                <a:lnTo>
                  <a:pt x="3789236" y="74799"/>
                </a:lnTo>
                <a:lnTo>
                  <a:pt x="3780468" y="61788"/>
                </a:lnTo>
                <a:lnTo>
                  <a:pt x="3777252" y="45854"/>
                </a:lnTo>
                <a:lnTo>
                  <a:pt x="3780468" y="29920"/>
                </a:lnTo>
                <a:lnTo>
                  <a:pt x="3789236" y="16909"/>
                </a:lnTo>
                <a:lnTo>
                  <a:pt x="3802236" y="8137"/>
                </a:lnTo>
                <a:lnTo>
                  <a:pt x="3818151" y="4920"/>
                </a:lnTo>
                <a:lnTo>
                  <a:pt x="3834083" y="8137"/>
                </a:lnTo>
                <a:lnTo>
                  <a:pt x="3847092" y="16909"/>
                </a:lnTo>
                <a:lnTo>
                  <a:pt x="3855862" y="29920"/>
                </a:lnTo>
                <a:lnTo>
                  <a:pt x="3859078" y="45854"/>
                </a:lnTo>
                <a:lnTo>
                  <a:pt x="3855862" y="61788"/>
                </a:lnTo>
                <a:lnTo>
                  <a:pt x="3847092" y="74799"/>
                </a:lnTo>
                <a:lnTo>
                  <a:pt x="3834083" y="83570"/>
                </a:lnTo>
                <a:lnTo>
                  <a:pt x="3818151" y="86786"/>
                </a:lnTo>
                <a:close/>
              </a:path>
              <a:path w="4340225" h="1848485">
                <a:moveTo>
                  <a:pt x="4072506" y="88907"/>
                </a:moveTo>
                <a:lnTo>
                  <a:pt x="4055756" y="85525"/>
                </a:lnTo>
                <a:lnTo>
                  <a:pt x="4042080" y="76299"/>
                </a:lnTo>
                <a:lnTo>
                  <a:pt x="4032861" y="62614"/>
                </a:lnTo>
                <a:lnTo>
                  <a:pt x="4029480" y="45854"/>
                </a:lnTo>
                <a:lnTo>
                  <a:pt x="4032861" y="29093"/>
                </a:lnTo>
                <a:lnTo>
                  <a:pt x="4042080" y="15408"/>
                </a:lnTo>
                <a:lnTo>
                  <a:pt x="4055756" y="6182"/>
                </a:lnTo>
                <a:lnTo>
                  <a:pt x="4072506" y="2799"/>
                </a:lnTo>
                <a:lnTo>
                  <a:pt x="4089260" y="6182"/>
                </a:lnTo>
                <a:lnTo>
                  <a:pt x="4102946" y="15408"/>
                </a:lnTo>
                <a:lnTo>
                  <a:pt x="4112175" y="29093"/>
                </a:lnTo>
                <a:lnTo>
                  <a:pt x="4115560" y="45854"/>
                </a:lnTo>
                <a:lnTo>
                  <a:pt x="4112175" y="62614"/>
                </a:lnTo>
                <a:lnTo>
                  <a:pt x="4102946" y="76299"/>
                </a:lnTo>
                <a:lnTo>
                  <a:pt x="4089260" y="85525"/>
                </a:lnTo>
                <a:lnTo>
                  <a:pt x="4072506" y="88907"/>
                </a:lnTo>
                <a:close/>
              </a:path>
              <a:path w="4340225" h="1848485">
                <a:moveTo>
                  <a:pt x="4326861" y="91735"/>
                </a:moveTo>
                <a:lnTo>
                  <a:pt x="4309026" y="88130"/>
                </a:lnTo>
                <a:lnTo>
                  <a:pt x="4294457" y="78298"/>
                </a:lnTo>
                <a:lnTo>
                  <a:pt x="4284631" y="63718"/>
                </a:lnTo>
                <a:lnTo>
                  <a:pt x="4281027" y="45868"/>
                </a:lnTo>
                <a:lnTo>
                  <a:pt x="4284631" y="28018"/>
                </a:lnTo>
                <a:lnTo>
                  <a:pt x="4294457" y="13437"/>
                </a:lnTo>
                <a:lnTo>
                  <a:pt x="4309026" y="3605"/>
                </a:lnTo>
                <a:lnTo>
                  <a:pt x="4326861" y="0"/>
                </a:lnTo>
                <a:lnTo>
                  <a:pt x="4339976" y="2649"/>
                </a:lnTo>
                <a:lnTo>
                  <a:pt x="4339976" y="89086"/>
                </a:lnTo>
                <a:lnTo>
                  <a:pt x="4326861" y="91735"/>
                </a:lnTo>
                <a:close/>
              </a:path>
              <a:path w="4340225" h="1848485">
                <a:moveTo>
                  <a:pt x="3603" y="301791"/>
                </a:moveTo>
                <a:lnTo>
                  <a:pt x="2049" y="301791"/>
                </a:lnTo>
                <a:lnTo>
                  <a:pt x="1413" y="301153"/>
                </a:lnTo>
                <a:lnTo>
                  <a:pt x="1413" y="299598"/>
                </a:lnTo>
                <a:lnTo>
                  <a:pt x="2049" y="298963"/>
                </a:lnTo>
                <a:lnTo>
                  <a:pt x="3603" y="298963"/>
                </a:lnTo>
                <a:lnTo>
                  <a:pt x="4239" y="299598"/>
                </a:lnTo>
                <a:lnTo>
                  <a:pt x="4239" y="301153"/>
                </a:lnTo>
                <a:lnTo>
                  <a:pt x="3603" y="301791"/>
                </a:lnTo>
                <a:close/>
              </a:path>
              <a:path w="4340225" h="1848485">
                <a:moveTo>
                  <a:pt x="259908" y="305325"/>
                </a:moveTo>
                <a:lnTo>
                  <a:pt x="254454" y="305325"/>
                </a:lnTo>
                <a:lnTo>
                  <a:pt x="252250" y="303118"/>
                </a:lnTo>
                <a:lnTo>
                  <a:pt x="252250" y="297661"/>
                </a:lnTo>
                <a:lnTo>
                  <a:pt x="254454" y="295455"/>
                </a:lnTo>
                <a:lnTo>
                  <a:pt x="259908" y="295455"/>
                </a:lnTo>
                <a:lnTo>
                  <a:pt x="262115" y="297661"/>
                </a:lnTo>
                <a:lnTo>
                  <a:pt x="262115" y="303118"/>
                </a:lnTo>
                <a:lnTo>
                  <a:pt x="259908" y="305325"/>
                </a:lnTo>
                <a:close/>
              </a:path>
              <a:path w="4340225" h="1848485">
                <a:moveTo>
                  <a:pt x="516214" y="308859"/>
                </a:moveTo>
                <a:lnTo>
                  <a:pt x="506860" y="308859"/>
                </a:lnTo>
                <a:lnTo>
                  <a:pt x="503074" y="305069"/>
                </a:lnTo>
                <a:lnTo>
                  <a:pt x="503074" y="295710"/>
                </a:lnTo>
                <a:lnTo>
                  <a:pt x="506860" y="291921"/>
                </a:lnTo>
                <a:lnTo>
                  <a:pt x="516214" y="291921"/>
                </a:lnTo>
                <a:lnTo>
                  <a:pt x="520001" y="295710"/>
                </a:lnTo>
                <a:lnTo>
                  <a:pt x="520001" y="305069"/>
                </a:lnTo>
                <a:lnTo>
                  <a:pt x="516214" y="308859"/>
                </a:lnTo>
                <a:close/>
              </a:path>
              <a:path w="4340225" h="1848485">
                <a:moveTo>
                  <a:pt x="772123" y="311686"/>
                </a:moveTo>
                <a:lnTo>
                  <a:pt x="759661" y="311686"/>
                </a:lnTo>
                <a:lnTo>
                  <a:pt x="754604" y="306627"/>
                </a:lnTo>
                <a:lnTo>
                  <a:pt x="754604" y="294156"/>
                </a:lnTo>
                <a:lnTo>
                  <a:pt x="759661" y="289093"/>
                </a:lnTo>
                <a:lnTo>
                  <a:pt x="772123" y="289093"/>
                </a:lnTo>
                <a:lnTo>
                  <a:pt x="777183" y="294156"/>
                </a:lnTo>
                <a:lnTo>
                  <a:pt x="777183" y="306627"/>
                </a:lnTo>
                <a:lnTo>
                  <a:pt x="772123" y="311686"/>
                </a:lnTo>
                <a:close/>
              </a:path>
              <a:path w="4340225" h="1848485">
                <a:moveTo>
                  <a:pt x="1028036" y="314517"/>
                </a:moveTo>
                <a:lnTo>
                  <a:pt x="1012462" y="314517"/>
                </a:lnTo>
                <a:lnTo>
                  <a:pt x="1006145" y="308195"/>
                </a:lnTo>
                <a:lnTo>
                  <a:pt x="1006145" y="292613"/>
                </a:lnTo>
                <a:lnTo>
                  <a:pt x="1012462" y="286293"/>
                </a:lnTo>
                <a:lnTo>
                  <a:pt x="1028036" y="286293"/>
                </a:lnTo>
                <a:lnTo>
                  <a:pt x="1034352" y="292613"/>
                </a:lnTo>
                <a:lnTo>
                  <a:pt x="1034352" y="308195"/>
                </a:lnTo>
                <a:lnTo>
                  <a:pt x="1028036" y="314517"/>
                </a:lnTo>
                <a:close/>
              </a:path>
              <a:path w="4340225" h="1848485">
                <a:moveTo>
                  <a:pt x="1283959" y="317342"/>
                </a:moveTo>
                <a:lnTo>
                  <a:pt x="1265251" y="317342"/>
                </a:lnTo>
                <a:lnTo>
                  <a:pt x="1257675" y="309763"/>
                </a:lnTo>
                <a:lnTo>
                  <a:pt x="1257675" y="291044"/>
                </a:lnTo>
                <a:lnTo>
                  <a:pt x="1265251" y="283466"/>
                </a:lnTo>
                <a:lnTo>
                  <a:pt x="1283959" y="283466"/>
                </a:lnTo>
                <a:lnTo>
                  <a:pt x="1291534" y="291044"/>
                </a:lnTo>
                <a:lnTo>
                  <a:pt x="1291534" y="309763"/>
                </a:lnTo>
                <a:lnTo>
                  <a:pt x="1283959" y="317342"/>
                </a:lnTo>
                <a:close/>
              </a:path>
              <a:path w="4340225" h="1848485">
                <a:moveTo>
                  <a:pt x="1528960" y="320172"/>
                </a:moveTo>
                <a:lnTo>
                  <a:pt x="1521271" y="318619"/>
                </a:lnTo>
                <a:lnTo>
                  <a:pt x="1514992" y="314382"/>
                </a:lnTo>
                <a:lnTo>
                  <a:pt x="1510758" y="308098"/>
                </a:lnTo>
                <a:lnTo>
                  <a:pt x="1509205" y="300404"/>
                </a:lnTo>
                <a:lnTo>
                  <a:pt x="1510758" y="292711"/>
                </a:lnTo>
                <a:lnTo>
                  <a:pt x="1514992" y="286428"/>
                </a:lnTo>
                <a:lnTo>
                  <a:pt x="1521271" y="282192"/>
                </a:lnTo>
                <a:lnTo>
                  <a:pt x="1528960" y="280638"/>
                </a:lnTo>
                <a:lnTo>
                  <a:pt x="1536648" y="282192"/>
                </a:lnTo>
                <a:lnTo>
                  <a:pt x="1542928" y="286428"/>
                </a:lnTo>
                <a:lnTo>
                  <a:pt x="1547162" y="292711"/>
                </a:lnTo>
                <a:lnTo>
                  <a:pt x="1548714" y="300404"/>
                </a:lnTo>
                <a:lnTo>
                  <a:pt x="1547162" y="308098"/>
                </a:lnTo>
                <a:lnTo>
                  <a:pt x="1542928" y="314382"/>
                </a:lnTo>
                <a:lnTo>
                  <a:pt x="1536648" y="318619"/>
                </a:lnTo>
                <a:lnTo>
                  <a:pt x="1528960" y="320172"/>
                </a:lnTo>
                <a:close/>
              </a:path>
              <a:path w="4340225" h="1848485">
                <a:moveTo>
                  <a:pt x="1783318" y="322291"/>
                </a:moveTo>
                <a:lnTo>
                  <a:pt x="1774810" y="320572"/>
                </a:lnTo>
                <a:lnTo>
                  <a:pt x="1767861" y="315883"/>
                </a:lnTo>
                <a:lnTo>
                  <a:pt x="1763175" y="308931"/>
                </a:lnTo>
                <a:lnTo>
                  <a:pt x="1761456" y="300418"/>
                </a:lnTo>
                <a:lnTo>
                  <a:pt x="1763175" y="291907"/>
                </a:lnTo>
                <a:lnTo>
                  <a:pt x="1767861" y="284954"/>
                </a:lnTo>
                <a:lnTo>
                  <a:pt x="1774810" y="280265"/>
                </a:lnTo>
                <a:lnTo>
                  <a:pt x="1783318" y="278545"/>
                </a:lnTo>
                <a:lnTo>
                  <a:pt x="1791823" y="280265"/>
                </a:lnTo>
                <a:lnTo>
                  <a:pt x="1798772" y="284954"/>
                </a:lnTo>
                <a:lnTo>
                  <a:pt x="1803458" y="291907"/>
                </a:lnTo>
                <a:lnTo>
                  <a:pt x="1805177" y="300418"/>
                </a:lnTo>
                <a:lnTo>
                  <a:pt x="1803460" y="308931"/>
                </a:lnTo>
                <a:lnTo>
                  <a:pt x="1798777" y="315883"/>
                </a:lnTo>
                <a:lnTo>
                  <a:pt x="1791829" y="320572"/>
                </a:lnTo>
                <a:lnTo>
                  <a:pt x="1783318" y="322291"/>
                </a:lnTo>
                <a:close/>
              </a:path>
              <a:path w="4340225" h="1848485">
                <a:moveTo>
                  <a:pt x="2037673" y="325119"/>
                </a:moveTo>
                <a:lnTo>
                  <a:pt x="2028062" y="323178"/>
                </a:lnTo>
                <a:lnTo>
                  <a:pt x="2020215" y="317885"/>
                </a:lnTo>
                <a:lnTo>
                  <a:pt x="2014926" y="310034"/>
                </a:lnTo>
                <a:lnTo>
                  <a:pt x="2012986" y="300418"/>
                </a:lnTo>
                <a:lnTo>
                  <a:pt x="2014926" y="290802"/>
                </a:lnTo>
                <a:lnTo>
                  <a:pt x="2020215" y="282951"/>
                </a:lnTo>
                <a:lnTo>
                  <a:pt x="2028062" y="277658"/>
                </a:lnTo>
                <a:lnTo>
                  <a:pt x="2037673" y="275717"/>
                </a:lnTo>
                <a:lnTo>
                  <a:pt x="2047283" y="277658"/>
                </a:lnTo>
                <a:lnTo>
                  <a:pt x="2055130" y="282951"/>
                </a:lnTo>
                <a:lnTo>
                  <a:pt x="2060420" y="290802"/>
                </a:lnTo>
                <a:lnTo>
                  <a:pt x="2062359" y="300418"/>
                </a:lnTo>
                <a:lnTo>
                  <a:pt x="2060420" y="310034"/>
                </a:lnTo>
                <a:lnTo>
                  <a:pt x="2055130" y="317885"/>
                </a:lnTo>
                <a:lnTo>
                  <a:pt x="2047283" y="323178"/>
                </a:lnTo>
                <a:lnTo>
                  <a:pt x="2037673" y="325119"/>
                </a:lnTo>
                <a:close/>
              </a:path>
              <a:path w="4340225" h="1848485">
                <a:moveTo>
                  <a:pt x="2292027" y="327947"/>
                </a:moveTo>
                <a:lnTo>
                  <a:pt x="2281320" y="325783"/>
                </a:lnTo>
                <a:lnTo>
                  <a:pt x="2272575" y="319882"/>
                </a:lnTo>
                <a:lnTo>
                  <a:pt x="2266678" y="311132"/>
                </a:lnTo>
                <a:lnTo>
                  <a:pt x="2264516" y="300418"/>
                </a:lnTo>
                <a:lnTo>
                  <a:pt x="2266678" y="289704"/>
                </a:lnTo>
                <a:lnTo>
                  <a:pt x="2272575" y="280954"/>
                </a:lnTo>
                <a:lnTo>
                  <a:pt x="2281320" y="275053"/>
                </a:lnTo>
                <a:lnTo>
                  <a:pt x="2292027" y="272889"/>
                </a:lnTo>
                <a:lnTo>
                  <a:pt x="2302735" y="275053"/>
                </a:lnTo>
                <a:lnTo>
                  <a:pt x="2311481" y="280954"/>
                </a:lnTo>
                <a:lnTo>
                  <a:pt x="2317379" y="289704"/>
                </a:lnTo>
                <a:lnTo>
                  <a:pt x="2319542" y="300418"/>
                </a:lnTo>
                <a:lnTo>
                  <a:pt x="2317379" y="311132"/>
                </a:lnTo>
                <a:lnTo>
                  <a:pt x="2311481" y="319882"/>
                </a:lnTo>
                <a:lnTo>
                  <a:pt x="2302735" y="325783"/>
                </a:lnTo>
                <a:lnTo>
                  <a:pt x="2292027" y="327947"/>
                </a:lnTo>
                <a:close/>
              </a:path>
              <a:path w="4340225" h="1848485">
                <a:moveTo>
                  <a:pt x="2546382" y="330068"/>
                </a:moveTo>
                <a:lnTo>
                  <a:pt x="2534858" y="327738"/>
                </a:lnTo>
                <a:lnTo>
                  <a:pt x="2525444" y="321385"/>
                </a:lnTo>
                <a:lnTo>
                  <a:pt x="2519095" y="311964"/>
                </a:lnTo>
                <a:lnTo>
                  <a:pt x="2516766" y="300432"/>
                </a:lnTo>
                <a:lnTo>
                  <a:pt x="2519095" y="288900"/>
                </a:lnTo>
                <a:lnTo>
                  <a:pt x="2525444" y="279479"/>
                </a:lnTo>
                <a:lnTo>
                  <a:pt x="2534858" y="273126"/>
                </a:lnTo>
                <a:lnTo>
                  <a:pt x="2546382" y="270796"/>
                </a:lnTo>
                <a:lnTo>
                  <a:pt x="2557908" y="273126"/>
                </a:lnTo>
                <a:lnTo>
                  <a:pt x="2567323" y="279479"/>
                </a:lnTo>
                <a:lnTo>
                  <a:pt x="2573673" y="288900"/>
                </a:lnTo>
                <a:lnTo>
                  <a:pt x="2576001" y="300432"/>
                </a:lnTo>
                <a:lnTo>
                  <a:pt x="2573675" y="311964"/>
                </a:lnTo>
                <a:lnTo>
                  <a:pt x="2567329" y="321385"/>
                </a:lnTo>
                <a:lnTo>
                  <a:pt x="2557914" y="327738"/>
                </a:lnTo>
                <a:lnTo>
                  <a:pt x="2546382" y="330068"/>
                </a:lnTo>
                <a:close/>
              </a:path>
              <a:path w="4340225" h="1848485">
                <a:moveTo>
                  <a:pt x="2800732" y="332190"/>
                </a:moveTo>
                <a:lnTo>
                  <a:pt x="2788378" y="329693"/>
                </a:lnTo>
                <a:lnTo>
                  <a:pt x="2778290" y="322886"/>
                </a:lnTo>
                <a:lnTo>
                  <a:pt x="2771488" y="312791"/>
                </a:lnTo>
                <a:lnTo>
                  <a:pt x="2768994" y="300432"/>
                </a:lnTo>
                <a:lnTo>
                  <a:pt x="2771488" y="288074"/>
                </a:lnTo>
                <a:lnTo>
                  <a:pt x="2778290" y="277979"/>
                </a:lnTo>
                <a:lnTo>
                  <a:pt x="2788378" y="271171"/>
                </a:lnTo>
                <a:lnTo>
                  <a:pt x="2800732" y="268675"/>
                </a:lnTo>
                <a:lnTo>
                  <a:pt x="2813085" y="271171"/>
                </a:lnTo>
                <a:lnTo>
                  <a:pt x="2823173" y="277979"/>
                </a:lnTo>
                <a:lnTo>
                  <a:pt x="2829975" y="288074"/>
                </a:lnTo>
                <a:lnTo>
                  <a:pt x="2832469" y="300432"/>
                </a:lnTo>
                <a:lnTo>
                  <a:pt x="2829975" y="312791"/>
                </a:lnTo>
                <a:lnTo>
                  <a:pt x="2823173" y="322886"/>
                </a:lnTo>
                <a:lnTo>
                  <a:pt x="2813085" y="329693"/>
                </a:lnTo>
                <a:lnTo>
                  <a:pt x="2800732" y="332190"/>
                </a:lnTo>
                <a:close/>
              </a:path>
              <a:path w="4340225" h="1848485">
                <a:moveTo>
                  <a:pt x="3055086" y="335017"/>
                </a:moveTo>
                <a:lnTo>
                  <a:pt x="3041636" y="332300"/>
                </a:lnTo>
                <a:lnTo>
                  <a:pt x="3030656" y="324888"/>
                </a:lnTo>
                <a:lnTo>
                  <a:pt x="3023255" y="313895"/>
                </a:lnTo>
                <a:lnTo>
                  <a:pt x="3020541" y="300432"/>
                </a:lnTo>
                <a:lnTo>
                  <a:pt x="3023255" y="286969"/>
                </a:lnTo>
                <a:lnTo>
                  <a:pt x="3030656" y="275976"/>
                </a:lnTo>
                <a:lnTo>
                  <a:pt x="3041636" y="268565"/>
                </a:lnTo>
                <a:lnTo>
                  <a:pt x="3055086" y="265847"/>
                </a:lnTo>
                <a:lnTo>
                  <a:pt x="3068541" y="268565"/>
                </a:lnTo>
                <a:lnTo>
                  <a:pt x="3079531" y="275976"/>
                </a:lnTo>
                <a:lnTo>
                  <a:pt x="3086943" y="286969"/>
                </a:lnTo>
                <a:lnTo>
                  <a:pt x="3089660" y="300432"/>
                </a:lnTo>
                <a:lnTo>
                  <a:pt x="3086943" y="313895"/>
                </a:lnTo>
                <a:lnTo>
                  <a:pt x="3079531" y="324888"/>
                </a:lnTo>
                <a:lnTo>
                  <a:pt x="3068541" y="332300"/>
                </a:lnTo>
                <a:lnTo>
                  <a:pt x="3055086" y="335017"/>
                </a:lnTo>
                <a:close/>
              </a:path>
              <a:path w="4340225" h="1848485">
                <a:moveTo>
                  <a:pt x="3309441" y="337139"/>
                </a:moveTo>
                <a:lnTo>
                  <a:pt x="3295168" y="334255"/>
                </a:lnTo>
                <a:lnTo>
                  <a:pt x="3283511" y="326391"/>
                </a:lnTo>
                <a:lnTo>
                  <a:pt x="3275651" y="314728"/>
                </a:lnTo>
                <a:lnTo>
                  <a:pt x="3272769" y="300446"/>
                </a:lnTo>
                <a:lnTo>
                  <a:pt x="3275651" y="286165"/>
                </a:lnTo>
                <a:lnTo>
                  <a:pt x="3283511" y="274503"/>
                </a:lnTo>
                <a:lnTo>
                  <a:pt x="3295168" y="266640"/>
                </a:lnTo>
                <a:lnTo>
                  <a:pt x="3309441" y="263757"/>
                </a:lnTo>
                <a:lnTo>
                  <a:pt x="3323715" y="266640"/>
                </a:lnTo>
                <a:lnTo>
                  <a:pt x="3335372" y="274503"/>
                </a:lnTo>
                <a:lnTo>
                  <a:pt x="3343232" y="286165"/>
                </a:lnTo>
                <a:lnTo>
                  <a:pt x="3346114" y="300446"/>
                </a:lnTo>
                <a:lnTo>
                  <a:pt x="3343232" y="314728"/>
                </a:lnTo>
                <a:lnTo>
                  <a:pt x="3335372" y="326391"/>
                </a:lnTo>
                <a:lnTo>
                  <a:pt x="3323715" y="334255"/>
                </a:lnTo>
                <a:lnTo>
                  <a:pt x="3309441" y="337139"/>
                </a:lnTo>
                <a:close/>
              </a:path>
              <a:path w="4340225" h="1848485">
                <a:moveTo>
                  <a:pt x="3563796" y="339260"/>
                </a:moveTo>
                <a:lnTo>
                  <a:pt x="3548704" y="336210"/>
                </a:lnTo>
                <a:lnTo>
                  <a:pt x="3536380" y="327892"/>
                </a:lnTo>
                <a:lnTo>
                  <a:pt x="3528072" y="315555"/>
                </a:lnTo>
                <a:lnTo>
                  <a:pt x="3525025" y="300446"/>
                </a:lnTo>
                <a:lnTo>
                  <a:pt x="3528072" y="285340"/>
                </a:lnTo>
                <a:lnTo>
                  <a:pt x="3536380" y="273003"/>
                </a:lnTo>
                <a:lnTo>
                  <a:pt x="3548704" y="264685"/>
                </a:lnTo>
                <a:lnTo>
                  <a:pt x="3563796" y="261635"/>
                </a:lnTo>
                <a:lnTo>
                  <a:pt x="3578905" y="264685"/>
                </a:lnTo>
                <a:lnTo>
                  <a:pt x="3591237" y="273003"/>
                </a:lnTo>
                <a:lnTo>
                  <a:pt x="3599549" y="285340"/>
                </a:lnTo>
                <a:lnTo>
                  <a:pt x="3602596" y="300446"/>
                </a:lnTo>
                <a:lnTo>
                  <a:pt x="3599549" y="315555"/>
                </a:lnTo>
                <a:lnTo>
                  <a:pt x="3591237" y="327892"/>
                </a:lnTo>
                <a:lnTo>
                  <a:pt x="3578905" y="336210"/>
                </a:lnTo>
                <a:lnTo>
                  <a:pt x="3563796" y="339260"/>
                </a:lnTo>
                <a:close/>
              </a:path>
              <a:path w="4340225" h="1848485">
                <a:moveTo>
                  <a:pt x="3818151" y="341379"/>
                </a:moveTo>
                <a:lnTo>
                  <a:pt x="3802236" y="338163"/>
                </a:lnTo>
                <a:lnTo>
                  <a:pt x="3789236" y="329392"/>
                </a:lnTo>
                <a:lnTo>
                  <a:pt x="3780468" y="316381"/>
                </a:lnTo>
                <a:lnTo>
                  <a:pt x="3777252" y="300446"/>
                </a:lnTo>
                <a:lnTo>
                  <a:pt x="3780468" y="284513"/>
                </a:lnTo>
                <a:lnTo>
                  <a:pt x="3789236" y="271502"/>
                </a:lnTo>
                <a:lnTo>
                  <a:pt x="3802236" y="262730"/>
                </a:lnTo>
                <a:lnTo>
                  <a:pt x="3818151" y="259514"/>
                </a:lnTo>
                <a:lnTo>
                  <a:pt x="3834083" y="262730"/>
                </a:lnTo>
                <a:lnTo>
                  <a:pt x="3847092" y="271502"/>
                </a:lnTo>
                <a:lnTo>
                  <a:pt x="3855862" y="284513"/>
                </a:lnTo>
                <a:lnTo>
                  <a:pt x="3859078" y="300446"/>
                </a:lnTo>
                <a:lnTo>
                  <a:pt x="3855862" y="316381"/>
                </a:lnTo>
                <a:lnTo>
                  <a:pt x="3847092" y="329392"/>
                </a:lnTo>
                <a:lnTo>
                  <a:pt x="3834083" y="338163"/>
                </a:lnTo>
                <a:lnTo>
                  <a:pt x="3818151" y="341379"/>
                </a:lnTo>
                <a:close/>
              </a:path>
              <a:path w="4340225" h="1848485">
                <a:moveTo>
                  <a:pt x="4072506" y="343501"/>
                </a:moveTo>
                <a:lnTo>
                  <a:pt x="4055756" y="340118"/>
                </a:lnTo>
                <a:lnTo>
                  <a:pt x="4042080" y="330892"/>
                </a:lnTo>
                <a:lnTo>
                  <a:pt x="4032861" y="317207"/>
                </a:lnTo>
                <a:lnTo>
                  <a:pt x="4029480" y="300446"/>
                </a:lnTo>
                <a:lnTo>
                  <a:pt x="4032861" y="283686"/>
                </a:lnTo>
                <a:lnTo>
                  <a:pt x="4042080" y="270001"/>
                </a:lnTo>
                <a:lnTo>
                  <a:pt x="4055756" y="260775"/>
                </a:lnTo>
                <a:lnTo>
                  <a:pt x="4072506" y="257392"/>
                </a:lnTo>
                <a:lnTo>
                  <a:pt x="4089260" y="260775"/>
                </a:lnTo>
                <a:lnTo>
                  <a:pt x="4102946" y="270001"/>
                </a:lnTo>
                <a:lnTo>
                  <a:pt x="4112175" y="283686"/>
                </a:lnTo>
                <a:lnTo>
                  <a:pt x="4115560" y="300446"/>
                </a:lnTo>
                <a:lnTo>
                  <a:pt x="4112175" y="317207"/>
                </a:lnTo>
                <a:lnTo>
                  <a:pt x="4102946" y="330892"/>
                </a:lnTo>
                <a:lnTo>
                  <a:pt x="4089260" y="340118"/>
                </a:lnTo>
                <a:lnTo>
                  <a:pt x="4072506" y="343501"/>
                </a:lnTo>
                <a:close/>
              </a:path>
              <a:path w="4340225" h="1848485">
                <a:moveTo>
                  <a:pt x="4326861" y="346328"/>
                </a:moveTo>
                <a:lnTo>
                  <a:pt x="4309026" y="342723"/>
                </a:lnTo>
                <a:lnTo>
                  <a:pt x="4294457" y="332891"/>
                </a:lnTo>
                <a:lnTo>
                  <a:pt x="4284631" y="318311"/>
                </a:lnTo>
                <a:lnTo>
                  <a:pt x="4281027" y="300461"/>
                </a:lnTo>
                <a:lnTo>
                  <a:pt x="4284631" y="282611"/>
                </a:lnTo>
                <a:lnTo>
                  <a:pt x="4294457" y="268031"/>
                </a:lnTo>
                <a:lnTo>
                  <a:pt x="4309026" y="258199"/>
                </a:lnTo>
                <a:lnTo>
                  <a:pt x="4326861" y="254593"/>
                </a:lnTo>
                <a:lnTo>
                  <a:pt x="4339976" y="257242"/>
                </a:lnTo>
                <a:lnTo>
                  <a:pt x="4339976" y="343679"/>
                </a:lnTo>
                <a:lnTo>
                  <a:pt x="4326861" y="346328"/>
                </a:lnTo>
                <a:close/>
              </a:path>
              <a:path w="4340225" h="1848485">
                <a:moveTo>
                  <a:pt x="4380" y="557810"/>
                </a:moveTo>
                <a:lnTo>
                  <a:pt x="1257" y="557810"/>
                </a:lnTo>
                <a:lnTo>
                  <a:pt x="0" y="556554"/>
                </a:lnTo>
                <a:lnTo>
                  <a:pt x="0" y="553414"/>
                </a:lnTo>
                <a:lnTo>
                  <a:pt x="1257" y="552155"/>
                </a:lnTo>
                <a:lnTo>
                  <a:pt x="4395" y="552155"/>
                </a:lnTo>
                <a:lnTo>
                  <a:pt x="5652" y="553414"/>
                </a:lnTo>
                <a:lnTo>
                  <a:pt x="5652" y="556554"/>
                </a:lnTo>
                <a:lnTo>
                  <a:pt x="4380" y="557810"/>
                </a:lnTo>
                <a:close/>
              </a:path>
              <a:path w="4340225" h="1848485">
                <a:moveTo>
                  <a:pt x="260305" y="560638"/>
                </a:moveTo>
                <a:lnTo>
                  <a:pt x="254074" y="560638"/>
                </a:lnTo>
                <a:lnTo>
                  <a:pt x="251544" y="558108"/>
                </a:lnTo>
                <a:lnTo>
                  <a:pt x="251544" y="551888"/>
                </a:lnTo>
                <a:lnTo>
                  <a:pt x="254074" y="549356"/>
                </a:lnTo>
                <a:lnTo>
                  <a:pt x="260291" y="549356"/>
                </a:lnTo>
                <a:lnTo>
                  <a:pt x="262821" y="551888"/>
                </a:lnTo>
                <a:lnTo>
                  <a:pt x="262821" y="558108"/>
                </a:lnTo>
                <a:lnTo>
                  <a:pt x="260305" y="560638"/>
                </a:lnTo>
                <a:close/>
              </a:path>
              <a:path w="4340225" h="1848485">
                <a:moveTo>
                  <a:pt x="516214" y="563466"/>
                </a:moveTo>
                <a:lnTo>
                  <a:pt x="506860" y="563466"/>
                </a:lnTo>
                <a:lnTo>
                  <a:pt x="503074" y="559677"/>
                </a:lnTo>
                <a:lnTo>
                  <a:pt x="503074" y="550317"/>
                </a:lnTo>
                <a:lnTo>
                  <a:pt x="506860" y="546528"/>
                </a:lnTo>
                <a:lnTo>
                  <a:pt x="516214" y="546528"/>
                </a:lnTo>
                <a:lnTo>
                  <a:pt x="520001" y="550317"/>
                </a:lnTo>
                <a:lnTo>
                  <a:pt x="520001" y="559677"/>
                </a:lnTo>
                <a:lnTo>
                  <a:pt x="516214" y="563466"/>
                </a:lnTo>
                <a:close/>
              </a:path>
              <a:path w="4340225" h="1848485">
                <a:moveTo>
                  <a:pt x="772123" y="566297"/>
                </a:moveTo>
                <a:lnTo>
                  <a:pt x="759661" y="566297"/>
                </a:lnTo>
                <a:lnTo>
                  <a:pt x="754604" y="561234"/>
                </a:lnTo>
                <a:lnTo>
                  <a:pt x="754604" y="548763"/>
                </a:lnTo>
                <a:lnTo>
                  <a:pt x="759661" y="543700"/>
                </a:lnTo>
                <a:lnTo>
                  <a:pt x="772123" y="543700"/>
                </a:lnTo>
                <a:lnTo>
                  <a:pt x="777183" y="548763"/>
                </a:lnTo>
                <a:lnTo>
                  <a:pt x="777183" y="561234"/>
                </a:lnTo>
                <a:lnTo>
                  <a:pt x="772123" y="566297"/>
                </a:lnTo>
                <a:close/>
              </a:path>
              <a:path w="4340225" h="1848485">
                <a:moveTo>
                  <a:pt x="1028036" y="569121"/>
                </a:moveTo>
                <a:lnTo>
                  <a:pt x="1012462" y="569121"/>
                </a:lnTo>
                <a:lnTo>
                  <a:pt x="1006145" y="562802"/>
                </a:lnTo>
                <a:lnTo>
                  <a:pt x="1006145" y="547220"/>
                </a:lnTo>
                <a:lnTo>
                  <a:pt x="1012462" y="540901"/>
                </a:lnTo>
                <a:lnTo>
                  <a:pt x="1028036" y="540901"/>
                </a:lnTo>
                <a:lnTo>
                  <a:pt x="1034352" y="547220"/>
                </a:lnTo>
                <a:lnTo>
                  <a:pt x="1034352" y="562802"/>
                </a:lnTo>
                <a:lnTo>
                  <a:pt x="1028036" y="569121"/>
                </a:lnTo>
                <a:close/>
              </a:path>
              <a:path w="4340225" h="1848485">
                <a:moveTo>
                  <a:pt x="1283959" y="571952"/>
                </a:moveTo>
                <a:lnTo>
                  <a:pt x="1265251" y="571952"/>
                </a:lnTo>
                <a:lnTo>
                  <a:pt x="1257675" y="564371"/>
                </a:lnTo>
                <a:lnTo>
                  <a:pt x="1257675" y="545651"/>
                </a:lnTo>
                <a:lnTo>
                  <a:pt x="1265251" y="538073"/>
                </a:lnTo>
                <a:lnTo>
                  <a:pt x="1283959" y="538073"/>
                </a:lnTo>
                <a:lnTo>
                  <a:pt x="1291534" y="545651"/>
                </a:lnTo>
                <a:lnTo>
                  <a:pt x="1291534" y="564371"/>
                </a:lnTo>
                <a:lnTo>
                  <a:pt x="1283959" y="571952"/>
                </a:lnTo>
                <a:close/>
              </a:path>
              <a:path w="4340225" h="1848485">
                <a:moveTo>
                  <a:pt x="1528960" y="574780"/>
                </a:moveTo>
                <a:lnTo>
                  <a:pt x="1521271" y="573226"/>
                </a:lnTo>
                <a:lnTo>
                  <a:pt x="1514992" y="568989"/>
                </a:lnTo>
                <a:lnTo>
                  <a:pt x="1510758" y="562705"/>
                </a:lnTo>
                <a:lnTo>
                  <a:pt x="1509205" y="555011"/>
                </a:lnTo>
                <a:lnTo>
                  <a:pt x="1510758" y="547318"/>
                </a:lnTo>
                <a:lnTo>
                  <a:pt x="1514992" y="541036"/>
                </a:lnTo>
                <a:lnTo>
                  <a:pt x="1521271" y="536799"/>
                </a:lnTo>
                <a:lnTo>
                  <a:pt x="1528960" y="535245"/>
                </a:lnTo>
                <a:lnTo>
                  <a:pt x="1536648" y="536799"/>
                </a:lnTo>
                <a:lnTo>
                  <a:pt x="1542928" y="541036"/>
                </a:lnTo>
                <a:lnTo>
                  <a:pt x="1547162" y="547318"/>
                </a:lnTo>
                <a:lnTo>
                  <a:pt x="1548714" y="555011"/>
                </a:lnTo>
                <a:lnTo>
                  <a:pt x="1547162" y="562705"/>
                </a:lnTo>
                <a:lnTo>
                  <a:pt x="1542928" y="568989"/>
                </a:lnTo>
                <a:lnTo>
                  <a:pt x="1536648" y="573226"/>
                </a:lnTo>
                <a:lnTo>
                  <a:pt x="1528960" y="574780"/>
                </a:lnTo>
                <a:close/>
              </a:path>
              <a:path w="4340225" h="1848485">
                <a:moveTo>
                  <a:pt x="1783318" y="576898"/>
                </a:moveTo>
                <a:lnTo>
                  <a:pt x="1774810" y="575179"/>
                </a:lnTo>
                <a:lnTo>
                  <a:pt x="1767861" y="570491"/>
                </a:lnTo>
                <a:lnTo>
                  <a:pt x="1763175" y="563538"/>
                </a:lnTo>
                <a:lnTo>
                  <a:pt x="1761456" y="555025"/>
                </a:lnTo>
                <a:lnTo>
                  <a:pt x="1763175" y="546514"/>
                </a:lnTo>
                <a:lnTo>
                  <a:pt x="1767861" y="539561"/>
                </a:lnTo>
                <a:lnTo>
                  <a:pt x="1774810" y="534872"/>
                </a:lnTo>
                <a:lnTo>
                  <a:pt x="1783318" y="533152"/>
                </a:lnTo>
                <a:lnTo>
                  <a:pt x="1791823" y="534872"/>
                </a:lnTo>
                <a:lnTo>
                  <a:pt x="1798772" y="539561"/>
                </a:lnTo>
                <a:lnTo>
                  <a:pt x="1803458" y="546514"/>
                </a:lnTo>
                <a:lnTo>
                  <a:pt x="1805177" y="555025"/>
                </a:lnTo>
                <a:lnTo>
                  <a:pt x="1803460" y="563538"/>
                </a:lnTo>
                <a:lnTo>
                  <a:pt x="1798777" y="570491"/>
                </a:lnTo>
                <a:lnTo>
                  <a:pt x="1791829" y="575179"/>
                </a:lnTo>
                <a:lnTo>
                  <a:pt x="1783318" y="576898"/>
                </a:lnTo>
                <a:close/>
              </a:path>
              <a:path w="4340225" h="1848485">
                <a:moveTo>
                  <a:pt x="2037673" y="579726"/>
                </a:moveTo>
                <a:lnTo>
                  <a:pt x="2028062" y="577786"/>
                </a:lnTo>
                <a:lnTo>
                  <a:pt x="2020215" y="572493"/>
                </a:lnTo>
                <a:lnTo>
                  <a:pt x="2014926" y="564641"/>
                </a:lnTo>
                <a:lnTo>
                  <a:pt x="2012986" y="555025"/>
                </a:lnTo>
                <a:lnTo>
                  <a:pt x="2014926" y="545409"/>
                </a:lnTo>
                <a:lnTo>
                  <a:pt x="2020215" y="537558"/>
                </a:lnTo>
                <a:lnTo>
                  <a:pt x="2028062" y="532265"/>
                </a:lnTo>
                <a:lnTo>
                  <a:pt x="2037673" y="530324"/>
                </a:lnTo>
                <a:lnTo>
                  <a:pt x="2047283" y="532265"/>
                </a:lnTo>
                <a:lnTo>
                  <a:pt x="2055130" y="537558"/>
                </a:lnTo>
                <a:lnTo>
                  <a:pt x="2060420" y="545409"/>
                </a:lnTo>
                <a:lnTo>
                  <a:pt x="2062359" y="555025"/>
                </a:lnTo>
                <a:lnTo>
                  <a:pt x="2060420" y="564641"/>
                </a:lnTo>
                <a:lnTo>
                  <a:pt x="2055130" y="572493"/>
                </a:lnTo>
                <a:lnTo>
                  <a:pt x="2047283" y="577786"/>
                </a:lnTo>
                <a:lnTo>
                  <a:pt x="2037673" y="579726"/>
                </a:lnTo>
                <a:close/>
              </a:path>
              <a:path w="4340225" h="1848485">
                <a:moveTo>
                  <a:pt x="2292027" y="582554"/>
                </a:moveTo>
                <a:lnTo>
                  <a:pt x="2281320" y="580390"/>
                </a:lnTo>
                <a:lnTo>
                  <a:pt x="2272575" y="574489"/>
                </a:lnTo>
                <a:lnTo>
                  <a:pt x="2266678" y="565739"/>
                </a:lnTo>
                <a:lnTo>
                  <a:pt x="2264516" y="555025"/>
                </a:lnTo>
                <a:lnTo>
                  <a:pt x="2266678" y="544312"/>
                </a:lnTo>
                <a:lnTo>
                  <a:pt x="2272575" y="535561"/>
                </a:lnTo>
                <a:lnTo>
                  <a:pt x="2281320" y="529661"/>
                </a:lnTo>
                <a:lnTo>
                  <a:pt x="2292027" y="527497"/>
                </a:lnTo>
                <a:lnTo>
                  <a:pt x="2302735" y="529661"/>
                </a:lnTo>
                <a:lnTo>
                  <a:pt x="2311481" y="535561"/>
                </a:lnTo>
                <a:lnTo>
                  <a:pt x="2317379" y="544312"/>
                </a:lnTo>
                <a:lnTo>
                  <a:pt x="2319542" y="555025"/>
                </a:lnTo>
                <a:lnTo>
                  <a:pt x="2317379" y="565739"/>
                </a:lnTo>
                <a:lnTo>
                  <a:pt x="2311481" y="574489"/>
                </a:lnTo>
                <a:lnTo>
                  <a:pt x="2302735" y="580390"/>
                </a:lnTo>
                <a:lnTo>
                  <a:pt x="2292027" y="582554"/>
                </a:lnTo>
                <a:close/>
              </a:path>
              <a:path w="4340225" h="1848485">
                <a:moveTo>
                  <a:pt x="2546382" y="584675"/>
                </a:moveTo>
                <a:lnTo>
                  <a:pt x="2534858" y="582345"/>
                </a:lnTo>
                <a:lnTo>
                  <a:pt x="2525444" y="575992"/>
                </a:lnTo>
                <a:lnTo>
                  <a:pt x="2519095" y="566572"/>
                </a:lnTo>
                <a:lnTo>
                  <a:pt x="2516766" y="555040"/>
                </a:lnTo>
                <a:lnTo>
                  <a:pt x="2519095" y="543507"/>
                </a:lnTo>
                <a:lnTo>
                  <a:pt x="2525444" y="534087"/>
                </a:lnTo>
                <a:lnTo>
                  <a:pt x="2534858" y="527734"/>
                </a:lnTo>
                <a:lnTo>
                  <a:pt x="2546382" y="525404"/>
                </a:lnTo>
                <a:lnTo>
                  <a:pt x="2557908" y="527734"/>
                </a:lnTo>
                <a:lnTo>
                  <a:pt x="2567323" y="534087"/>
                </a:lnTo>
                <a:lnTo>
                  <a:pt x="2573673" y="543507"/>
                </a:lnTo>
                <a:lnTo>
                  <a:pt x="2576001" y="555040"/>
                </a:lnTo>
                <a:lnTo>
                  <a:pt x="2573675" y="566572"/>
                </a:lnTo>
                <a:lnTo>
                  <a:pt x="2567329" y="575992"/>
                </a:lnTo>
                <a:lnTo>
                  <a:pt x="2557914" y="582345"/>
                </a:lnTo>
                <a:lnTo>
                  <a:pt x="2546382" y="584675"/>
                </a:lnTo>
                <a:close/>
              </a:path>
              <a:path w="4340225" h="1848485">
                <a:moveTo>
                  <a:pt x="2800732" y="586797"/>
                </a:moveTo>
                <a:lnTo>
                  <a:pt x="2788378" y="584301"/>
                </a:lnTo>
                <a:lnTo>
                  <a:pt x="2778290" y="577493"/>
                </a:lnTo>
                <a:lnTo>
                  <a:pt x="2771488" y="567399"/>
                </a:lnTo>
                <a:lnTo>
                  <a:pt x="2768994" y="555040"/>
                </a:lnTo>
                <a:lnTo>
                  <a:pt x="2771488" y="542680"/>
                </a:lnTo>
                <a:lnTo>
                  <a:pt x="2778290" y="532586"/>
                </a:lnTo>
                <a:lnTo>
                  <a:pt x="2788378" y="525778"/>
                </a:lnTo>
                <a:lnTo>
                  <a:pt x="2800732" y="523282"/>
                </a:lnTo>
                <a:lnTo>
                  <a:pt x="2813085" y="525778"/>
                </a:lnTo>
                <a:lnTo>
                  <a:pt x="2823173" y="532586"/>
                </a:lnTo>
                <a:lnTo>
                  <a:pt x="2829975" y="542680"/>
                </a:lnTo>
                <a:lnTo>
                  <a:pt x="2832469" y="555040"/>
                </a:lnTo>
                <a:lnTo>
                  <a:pt x="2829975" y="567399"/>
                </a:lnTo>
                <a:lnTo>
                  <a:pt x="2823173" y="577493"/>
                </a:lnTo>
                <a:lnTo>
                  <a:pt x="2813085" y="584301"/>
                </a:lnTo>
                <a:lnTo>
                  <a:pt x="2800732" y="586797"/>
                </a:lnTo>
                <a:close/>
              </a:path>
              <a:path w="4340225" h="1848485">
                <a:moveTo>
                  <a:pt x="3055086" y="589625"/>
                </a:moveTo>
                <a:lnTo>
                  <a:pt x="3041636" y="586907"/>
                </a:lnTo>
                <a:lnTo>
                  <a:pt x="3030656" y="579495"/>
                </a:lnTo>
                <a:lnTo>
                  <a:pt x="3023255" y="568502"/>
                </a:lnTo>
                <a:lnTo>
                  <a:pt x="3020541" y="555040"/>
                </a:lnTo>
                <a:lnTo>
                  <a:pt x="3023255" y="541577"/>
                </a:lnTo>
                <a:lnTo>
                  <a:pt x="3030656" y="530584"/>
                </a:lnTo>
                <a:lnTo>
                  <a:pt x="3041636" y="523172"/>
                </a:lnTo>
                <a:lnTo>
                  <a:pt x="3055086" y="520454"/>
                </a:lnTo>
                <a:lnTo>
                  <a:pt x="3068541" y="523172"/>
                </a:lnTo>
                <a:lnTo>
                  <a:pt x="3079531" y="530584"/>
                </a:lnTo>
                <a:lnTo>
                  <a:pt x="3086943" y="541577"/>
                </a:lnTo>
                <a:lnTo>
                  <a:pt x="3089660" y="555040"/>
                </a:lnTo>
                <a:lnTo>
                  <a:pt x="3086943" y="568502"/>
                </a:lnTo>
                <a:lnTo>
                  <a:pt x="3079531" y="579495"/>
                </a:lnTo>
                <a:lnTo>
                  <a:pt x="3068541" y="586907"/>
                </a:lnTo>
                <a:lnTo>
                  <a:pt x="3055086" y="589625"/>
                </a:lnTo>
                <a:close/>
              </a:path>
              <a:path w="4340225" h="1848485">
                <a:moveTo>
                  <a:pt x="3309441" y="591746"/>
                </a:moveTo>
                <a:lnTo>
                  <a:pt x="3295168" y="588862"/>
                </a:lnTo>
                <a:lnTo>
                  <a:pt x="3283511" y="580998"/>
                </a:lnTo>
                <a:lnTo>
                  <a:pt x="3275651" y="569335"/>
                </a:lnTo>
                <a:lnTo>
                  <a:pt x="3272769" y="555054"/>
                </a:lnTo>
                <a:lnTo>
                  <a:pt x="3275651" y="540773"/>
                </a:lnTo>
                <a:lnTo>
                  <a:pt x="3283511" y="529111"/>
                </a:lnTo>
                <a:lnTo>
                  <a:pt x="3295168" y="521247"/>
                </a:lnTo>
                <a:lnTo>
                  <a:pt x="3309441" y="518364"/>
                </a:lnTo>
                <a:lnTo>
                  <a:pt x="3323715" y="521247"/>
                </a:lnTo>
                <a:lnTo>
                  <a:pt x="3335372" y="529111"/>
                </a:lnTo>
                <a:lnTo>
                  <a:pt x="3343232" y="540773"/>
                </a:lnTo>
                <a:lnTo>
                  <a:pt x="3346114" y="555054"/>
                </a:lnTo>
                <a:lnTo>
                  <a:pt x="3343232" y="569335"/>
                </a:lnTo>
                <a:lnTo>
                  <a:pt x="3335372" y="580998"/>
                </a:lnTo>
                <a:lnTo>
                  <a:pt x="3323715" y="588862"/>
                </a:lnTo>
                <a:lnTo>
                  <a:pt x="3309441" y="591746"/>
                </a:lnTo>
                <a:close/>
              </a:path>
              <a:path w="4340225" h="1848485">
                <a:moveTo>
                  <a:pt x="3563796" y="593868"/>
                </a:moveTo>
                <a:lnTo>
                  <a:pt x="3548704" y="590818"/>
                </a:lnTo>
                <a:lnTo>
                  <a:pt x="3536380" y="582499"/>
                </a:lnTo>
                <a:lnTo>
                  <a:pt x="3528072" y="570162"/>
                </a:lnTo>
                <a:lnTo>
                  <a:pt x="3525025" y="555054"/>
                </a:lnTo>
                <a:lnTo>
                  <a:pt x="3528072" y="539947"/>
                </a:lnTo>
                <a:lnTo>
                  <a:pt x="3536380" y="527610"/>
                </a:lnTo>
                <a:lnTo>
                  <a:pt x="3548704" y="519293"/>
                </a:lnTo>
                <a:lnTo>
                  <a:pt x="3563796" y="516242"/>
                </a:lnTo>
                <a:lnTo>
                  <a:pt x="3578905" y="519293"/>
                </a:lnTo>
                <a:lnTo>
                  <a:pt x="3591237" y="527610"/>
                </a:lnTo>
                <a:lnTo>
                  <a:pt x="3599549" y="539947"/>
                </a:lnTo>
                <a:lnTo>
                  <a:pt x="3602596" y="555054"/>
                </a:lnTo>
                <a:lnTo>
                  <a:pt x="3599549" y="570162"/>
                </a:lnTo>
                <a:lnTo>
                  <a:pt x="3591237" y="582499"/>
                </a:lnTo>
                <a:lnTo>
                  <a:pt x="3578905" y="590818"/>
                </a:lnTo>
                <a:lnTo>
                  <a:pt x="3563796" y="593868"/>
                </a:lnTo>
                <a:close/>
              </a:path>
              <a:path w="4340225" h="1848485">
                <a:moveTo>
                  <a:pt x="3818151" y="595986"/>
                </a:moveTo>
                <a:lnTo>
                  <a:pt x="3802236" y="592770"/>
                </a:lnTo>
                <a:lnTo>
                  <a:pt x="3789236" y="583999"/>
                </a:lnTo>
                <a:lnTo>
                  <a:pt x="3780468" y="570988"/>
                </a:lnTo>
                <a:lnTo>
                  <a:pt x="3777252" y="555054"/>
                </a:lnTo>
                <a:lnTo>
                  <a:pt x="3780468" y="539120"/>
                </a:lnTo>
                <a:lnTo>
                  <a:pt x="3789236" y="526109"/>
                </a:lnTo>
                <a:lnTo>
                  <a:pt x="3802236" y="517337"/>
                </a:lnTo>
                <a:lnTo>
                  <a:pt x="3818151" y="514121"/>
                </a:lnTo>
                <a:lnTo>
                  <a:pt x="3834083" y="517337"/>
                </a:lnTo>
                <a:lnTo>
                  <a:pt x="3847092" y="526109"/>
                </a:lnTo>
                <a:lnTo>
                  <a:pt x="3855862" y="539120"/>
                </a:lnTo>
                <a:lnTo>
                  <a:pt x="3859078" y="555054"/>
                </a:lnTo>
                <a:lnTo>
                  <a:pt x="3855862" y="570988"/>
                </a:lnTo>
                <a:lnTo>
                  <a:pt x="3847092" y="583999"/>
                </a:lnTo>
                <a:lnTo>
                  <a:pt x="3834083" y="592770"/>
                </a:lnTo>
                <a:lnTo>
                  <a:pt x="3818151" y="595986"/>
                </a:lnTo>
                <a:close/>
              </a:path>
              <a:path w="4340225" h="1848485">
                <a:moveTo>
                  <a:pt x="4072506" y="598108"/>
                </a:moveTo>
                <a:lnTo>
                  <a:pt x="4055756" y="594725"/>
                </a:lnTo>
                <a:lnTo>
                  <a:pt x="4042080" y="585499"/>
                </a:lnTo>
                <a:lnTo>
                  <a:pt x="4032861" y="571814"/>
                </a:lnTo>
                <a:lnTo>
                  <a:pt x="4029480" y="555054"/>
                </a:lnTo>
                <a:lnTo>
                  <a:pt x="4032861" y="538293"/>
                </a:lnTo>
                <a:lnTo>
                  <a:pt x="4042080" y="524608"/>
                </a:lnTo>
                <a:lnTo>
                  <a:pt x="4055756" y="515382"/>
                </a:lnTo>
                <a:lnTo>
                  <a:pt x="4072506" y="511999"/>
                </a:lnTo>
                <a:lnTo>
                  <a:pt x="4089260" y="515382"/>
                </a:lnTo>
                <a:lnTo>
                  <a:pt x="4102946" y="524608"/>
                </a:lnTo>
                <a:lnTo>
                  <a:pt x="4112175" y="538293"/>
                </a:lnTo>
                <a:lnTo>
                  <a:pt x="4115560" y="555054"/>
                </a:lnTo>
                <a:lnTo>
                  <a:pt x="4112175" y="571814"/>
                </a:lnTo>
                <a:lnTo>
                  <a:pt x="4102946" y="585499"/>
                </a:lnTo>
                <a:lnTo>
                  <a:pt x="4089260" y="594725"/>
                </a:lnTo>
                <a:lnTo>
                  <a:pt x="4072506" y="598108"/>
                </a:lnTo>
                <a:close/>
              </a:path>
              <a:path w="4340225" h="1848485">
                <a:moveTo>
                  <a:pt x="4326861" y="600936"/>
                </a:moveTo>
                <a:lnTo>
                  <a:pt x="4309026" y="597330"/>
                </a:lnTo>
                <a:lnTo>
                  <a:pt x="4294457" y="587499"/>
                </a:lnTo>
                <a:lnTo>
                  <a:pt x="4284631" y="572919"/>
                </a:lnTo>
                <a:lnTo>
                  <a:pt x="4281027" y="555068"/>
                </a:lnTo>
                <a:lnTo>
                  <a:pt x="4284631" y="537218"/>
                </a:lnTo>
                <a:lnTo>
                  <a:pt x="4294457" y="522638"/>
                </a:lnTo>
                <a:lnTo>
                  <a:pt x="4309026" y="512806"/>
                </a:lnTo>
                <a:lnTo>
                  <a:pt x="4326861" y="509200"/>
                </a:lnTo>
                <a:lnTo>
                  <a:pt x="4339976" y="511849"/>
                </a:lnTo>
                <a:lnTo>
                  <a:pt x="4339976" y="598287"/>
                </a:lnTo>
                <a:lnTo>
                  <a:pt x="4326861" y="600936"/>
                </a:lnTo>
                <a:close/>
              </a:path>
              <a:path w="4340225" h="1848485">
                <a:moveTo>
                  <a:pt x="4380" y="812418"/>
                </a:moveTo>
                <a:lnTo>
                  <a:pt x="1257" y="812418"/>
                </a:lnTo>
                <a:lnTo>
                  <a:pt x="0" y="811161"/>
                </a:lnTo>
                <a:lnTo>
                  <a:pt x="0" y="808022"/>
                </a:lnTo>
                <a:lnTo>
                  <a:pt x="1257" y="806762"/>
                </a:lnTo>
                <a:lnTo>
                  <a:pt x="4395" y="806762"/>
                </a:lnTo>
                <a:lnTo>
                  <a:pt x="5652" y="808022"/>
                </a:lnTo>
                <a:lnTo>
                  <a:pt x="5652" y="811161"/>
                </a:lnTo>
                <a:lnTo>
                  <a:pt x="4380" y="812418"/>
                </a:lnTo>
                <a:close/>
              </a:path>
              <a:path w="4340225" h="1848485">
                <a:moveTo>
                  <a:pt x="260305" y="815246"/>
                </a:moveTo>
                <a:lnTo>
                  <a:pt x="254074" y="815246"/>
                </a:lnTo>
                <a:lnTo>
                  <a:pt x="251544" y="812716"/>
                </a:lnTo>
                <a:lnTo>
                  <a:pt x="251544" y="806493"/>
                </a:lnTo>
                <a:lnTo>
                  <a:pt x="254074" y="803963"/>
                </a:lnTo>
                <a:lnTo>
                  <a:pt x="260291" y="803963"/>
                </a:lnTo>
                <a:lnTo>
                  <a:pt x="262821" y="806493"/>
                </a:lnTo>
                <a:lnTo>
                  <a:pt x="262821" y="812716"/>
                </a:lnTo>
                <a:lnTo>
                  <a:pt x="260305" y="815246"/>
                </a:lnTo>
                <a:close/>
              </a:path>
              <a:path w="4340225" h="1848485">
                <a:moveTo>
                  <a:pt x="516214" y="818073"/>
                </a:moveTo>
                <a:lnTo>
                  <a:pt x="506860" y="818073"/>
                </a:lnTo>
                <a:lnTo>
                  <a:pt x="503074" y="814284"/>
                </a:lnTo>
                <a:lnTo>
                  <a:pt x="503074" y="804924"/>
                </a:lnTo>
                <a:lnTo>
                  <a:pt x="506860" y="801135"/>
                </a:lnTo>
                <a:lnTo>
                  <a:pt x="516214" y="801135"/>
                </a:lnTo>
                <a:lnTo>
                  <a:pt x="520001" y="804924"/>
                </a:lnTo>
                <a:lnTo>
                  <a:pt x="520001" y="814284"/>
                </a:lnTo>
                <a:lnTo>
                  <a:pt x="516214" y="818073"/>
                </a:lnTo>
                <a:close/>
              </a:path>
              <a:path w="4340225" h="1848485">
                <a:moveTo>
                  <a:pt x="772123" y="820901"/>
                </a:moveTo>
                <a:lnTo>
                  <a:pt x="759661" y="820901"/>
                </a:lnTo>
                <a:lnTo>
                  <a:pt x="754604" y="815841"/>
                </a:lnTo>
                <a:lnTo>
                  <a:pt x="754604" y="803370"/>
                </a:lnTo>
                <a:lnTo>
                  <a:pt x="759661" y="798308"/>
                </a:lnTo>
                <a:lnTo>
                  <a:pt x="772123" y="798308"/>
                </a:lnTo>
                <a:lnTo>
                  <a:pt x="777183" y="803370"/>
                </a:lnTo>
                <a:lnTo>
                  <a:pt x="777183" y="815841"/>
                </a:lnTo>
                <a:lnTo>
                  <a:pt x="772123" y="820901"/>
                </a:lnTo>
                <a:close/>
              </a:path>
              <a:path w="4340225" h="1848485">
                <a:moveTo>
                  <a:pt x="1028036" y="823732"/>
                </a:moveTo>
                <a:lnTo>
                  <a:pt x="1012462" y="823732"/>
                </a:lnTo>
                <a:lnTo>
                  <a:pt x="1006145" y="817410"/>
                </a:lnTo>
                <a:lnTo>
                  <a:pt x="1006145" y="801827"/>
                </a:lnTo>
                <a:lnTo>
                  <a:pt x="1012462" y="795508"/>
                </a:lnTo>
                <a:lnTo>
                  <a:pt x="1028036" y="795508"/>
                </a:lnTo>
                <a:lnTo>
                  <a:pt x="1034352" y="801827"/>
                </a:lnTo>
                <a:lnTo>
                  <a:pt x="1034352" y="817410"/>
                </a:lnTo>
                <a:lnTo>
                  <a:pt x="1028036" y="823732"/>
                </a:lnTo>
                <a:close/>
              </a:path>
              <a:path w="4340225" h="1848485">
                <a:moveTo>
                  <a:pt x="1283959" y="826557"/>
                </a:moveTo>
                <a:lnTo>
                  <a:pt x="1265251" y="826557"/>
                </a:lnTo>
                <a:lnTo>
                  <a:pt x="1257675" y="818978"/>
                </a:lnTo>
                <a:lnTo>
                  <a:pt x="1257675" y="800259"/>
                </a:lnTo>
                <a:lnTo>
                  <a:pt x="1265251" y="792680"/>
                </a:lnTo>
                <a:lnTo>
                  <a:pt x="1283959" y="792680"/>
                </a:lnTo>
                <a:lnTo>
                  <a:pt x="1291534" y="800259"/>
                </a:lnTo>
                <a:lnTo>
                  <a:pt x="1291534" y="818978"/>
                </a:lnTo>
                <a:lnTo>
                  <a:pt x="1283959" y="826557"/>
                </a:lnTo>
                <a:close/>
              </a:path>
              <a:path w="4340225" h="1848485">
                <a:moveTo>
                  <a:pt x="1528960" y="829387"/>
                </a:moveTo>
                <a:lnTo>
                  <a:pt x="1521271" y="827833"/>
                </a:lnTo>
                <a:lnTo>
                  <a:pt x="1514992" y="823597"/>
                </a:lnTo>
                <a:lnTo>
                  <a:pt x="1510758" y="817313"/>
                </a:lnTo>
                <a:lnTo>
                  <a:pt x="1509205" y="809618"/>
                </a:lnTo>
                <a:lnTo>
                  <a:pt x="1510758" y="801926"/>
                </a:lnTo>
                <a:lnTo>
                  <a:pt x="1514992" y="795643"/>
                </a:lnTo>
                <a:lnTo>
                  <a:pt x="1521271" y="791406"/>
                </a:lnTo>
                <a:lnTo>
                  <a:pt x="1528960" y="789853"/>
                </a:lnTo>
                <a:lnTo>
                  <a:pt x="1536648" y="791406"/>
                </a:lnTo>
                <a:lnTo>
                  <a:pt x="1542928" y="795643"/>
                </a:lnTo>
                <a:lnTo>
                  <a:pt x="1547162" y="801926"/>
                </a:lnTo>
                <a:lnTo>
                  <a:pt x="1548714" y="809618"/>
                </a:lnTo>
                <a:lnTo>
                  <a:pt x="1547162" y="817313"/>
                </a:lnTo>
                <a:lnTo>
                  <a:pt x="1542928" y="823597"/>
                </a:lnTo>
                <a:lnTo>
                  <a:pt x="1536648" y="827833"/>
                </a:lnTo>
                <a:lnTo>
                  <a:pt x="1528960" y="829387"/>
                </a:lnTo>
                <a:close/>
              </a:path>
              <a:path w="4340225" h="1848485">
                <a:moveTo>
                  <a:pt x="1783318" y="831506"/>
                </a:moveTo>
                <a:lnTo>
                  <a:pt x="1774810" y="829786"/>
                </a:lnTo>
                <a:lnTo>
                  <a:pt x="1767861" y="825098"/>
                </a:lnTo>
                <a:lnTo>
                  <a:pt x="1763175" y="818145"/>
                </a:lnTo>
                <a:lnTo>
                  <a:pt x="1761456" y="809633"/>
                </a:lnTo>
                <a:lnTo>
                  <a:pt x="1763175" y="801121"/>
                </a:lnTo>
                <a:lnTo>
                  <a:pt x="1767861" y="794168"/>
                </a:lnTo>
                <a:lnTo>
                  <a:pt x="1774810" y="789479"/>
                </a:lnTo>
                <a:lnTo>
                  <a:pt x="1783318" y="787760"/>
                </a:lnTo>
                <a:lnTo>
                  <a:pt x="1791823" y="789479"/>
                </a:lnTo>
                <a:lnTo>
                  <a:pt x="1798772" y="794168"/>
                </a:lnTo>
                <a:lnTo>
                  <a:pt x="1803458" y="801121"/>
                </a:lnTo>
                <a:lnTo>
                  <a:pt x="1805177" y="809633"/>
                </a:lnTo>
                <a:lnTo>
                  <a:pt x="1803460" y="818145"/>
                </a:lnTo>
                <a:lnTo>
                  <a:pt x="1798777" y="825098"/>
                </a:lnTo>
                <a:lnTo>
                  <a:pt x="1791829" y="829786"/>
                </a:lnTo>
                <a:lnTo>
                  <a:pt x="1783318" y="831506"/>
                </a:lnTo>
                <a:close/>
              </a:path>
              <a:path w="4340225" h="1848485">
                <a:moveTo>
                  <a:pt x="2037673" y="834334"/>
                </a:moveTo>
                <a:lnTo>
                  <a:pt x="2028062" y="832393"/>
                </a:lnTo>
                <a:lnTo>
                  <a:pt x="2020215" y="827100"/>
                </a:lnTo>
                <a:lnTo>
                  <a:pt x="2014926" y="819249"/>
                </a:lnTo>
                <a:lnTo>
                  <a:pt x="2012986" y="809633"/>
                </a:lnTo>
                <a:lnTo>
                  <a:pt x="2014926" y="800017"/>
                </a:lnTo>
                <a:lnTo>
                  <a:pt x="2020215" y="792165"/>
                </a:lnTo>
                <a:lnTo>
                  <a:pt x="2028062" y="786872"/>
                </a:lnTo>
                <a:lnTo>
                  <a:pt x="2037673" y="784932"/>
                </a:lnTo>
                <a:lnTo>
                  <a:pt x="2047283" y="786872"/>
                </a:lnTo>
                <a:lnTo>
                  <a:pt x="2055130" y="792165"/>
                </a:lnTo>
                <a:lnTo>
                  <a:pt x="2060420" y="800017"/>
                </a:lnTo>
                <a:lnTo>
                  <a:pt x="2062359" y="809633"/>
                </a:lnTo>
                <a:lnTo>
                  <a:pt x="2060420" y="819249"/>
                </a:lnTo>
                <a:lnTo>
                  <a:pt x="2055130" y="827100"/>
                </a:lnTo>
                <a:lnTo>
                  <a:pt x="2047283" y="832393"/>
                </a:lnTo>
                <a:lnTo>
                  <a:pt x="2037673" y="834334"/>
                </a:lnTo>
                <a:close/>
              </a:path>
              <a:path w="4340225" h="1848485">
                <a:moveTo>
                  <a:pt x="2292027" y="837161"/>
                </a:moveTo>
                <a:lnTo>
                  <a:pt x="2281320" y="834997"/>
                </a:lnTo>
                <a:lnTo>
                  <a:pt x="2272575" y="829097"/>
                </a:lnTo>
                <a:lnTo>
                  <a:pt x="2266678" y="820346"/>
                </a:lnTo>
                <a:lnTo>
                  <a:pt x="2264516" y="809633"/>
                </a:lnTo>
                <a:lnTo>
                  <a:pt x="2266678" y="798919"/>
                </a:lnTo>
                <a:lnTo>
                  <a:pt x="2272575" y="790169"/>
                </a:lnTo>
                <a:lnTo>
                  <a:pt x="2281320" y="784268"/>
                </a:lnTo>
                <a:lnTo>
                  <a:pt x="2292027" y="782104"/>
                </a:lnTo>
                <a:lnTo>
                  <a:pt x="2302735" y="784268"/>
                </a:lnTo>
                <a:lnTo>
                  <a:pt x="2311481" y="790169"/>
                </a:lnTo>
                <a:lnTo>
                  <a:pt x="2317379" y="798919"/>
                </a:lnTo>
                <a:lnTo>
                  <a:pt x="2319542" y="809633"/>
                </a:lnTo>
                <a:lnTo>
                  <a:pt x="2317379" y="820346"/>
                </a:lnTo>
                <a:lnTo>
                  <a:pt x="2311481" y="829097"/>
                </a:lnTo>
                <a:lnTo>
                  <a:pt x="2302735" y="834997"/>
                </a:lnTo>
                <a:lnTo>
                  <a:pt x="2292027" y="837161"/>
                </a:lnTo>
                <a:close/>
              </a:path>
              <a:path w="4340225" h="1848485">
                <a:moveTo>
                  <a:pt x="2546382" y="839283"/>
                </a:moveTo>
                <a:lnTo>
                  <a:pt x="2534858" y="836953"/>
                </a:lnTo>
                <a:lnTo>
                  <a:pt x="2525444" y="830600"/>
                </a:lnTo>
                <a:lnTo>
                  <a:pt x="2519095" y="821179"/>
                </a:lnTo>
                <a:lnTo>
                  <a:pt x="2516766" y="809647"/>
                </a:lnTo>
                <a:lnTo>
                  <a:pt x="2519095" y="798115"/>
                </a:lnTo>
                <a:lnTo>
                  <a:pt x="2525444" y="788694"/>
                </a:lnTo>
                <a:lnTo>
                  <a:pt x="2534858" y="782341"/>
                </a:lnTo>
                <a:lnTo>
                  <a:pt x="2546382" y="780011"/>
                </a:lnTo>
                <a:lnTo>
                  <a:pt x="2557908" y="782341"/>
                </a:lnTo>
                <a:lnTo>
                  <a:pt x="2567323" y="788694"/>
                </a:lnTo>
                <a:lnTo>
                  <a:pt x="2573673" y="798115"/>
                </a:lnTo>
                <a:lnTo>
                  <a:pt x="2576001" y="809647"/>
                </a:lnTo>
                <a:lnTo>
                  <a:pt x="2573675" y="821179"/>
                </a:lnTo>
                <a:lnTo>
                  <a:pt x="2567329" y="830600"/>
                </a:lnTo>
                <a:lnTo>
                  <a:pt x="2557914" y="836953"/>
                </a:lnTo>
                <a:lnTo>
                  <a:pt x="2546382" y="839283"/>
                </a:lnTo>
                <a:close/>
              </a:path>
              <a:path w="4340225" h="1848485">
                <a:moveTo>
                  <a:pt x="2800732" y="841404"/>
                </a:moveTo>
                <a:lnTo>
                  <a:pt x="2788378" y="838908"/>
                </a:lnTo>
                <a:lnTo>
                  <a:pt x="2778290" y="832101"/>
                </a:lnTo>
                <a:lnTo>
                  <a:pt x="2771488" y="822006"/>
                </a:lnTo>
                <a:lnTo>
                  <a:pt x="2768994" y="809647"/>
                </a:lnTo>
                <a:lnTo>
                  <a:pt x="2771488" y="797289"/>
                </a:lnTo>
                <a:lnTo>
                  <a:pt x="2778290" y="787194"/>
                </a:lnTo>
                <a:lnTo>
                  <a:pt x="2788378" y="780386"/>
                </a:lnTo>
                <a:lnTo>
                  <a:pt x="2800732" y="777889"/>
                </a:lnTo>
                <a:lnTo>
                  <a:pt x="2813085" y="780386"/>
                </a:lnTo>
                <a:lnTo>
                  <a:pt x="2823173" y="787194"/>
                </a:lnTo>
                <a:lnTo>
                  <a:pt x="2829975" y="797289"/>
                </a:lnTo>
                <a:lnTo>
                  <a:pt x="2832469" y="809647"/>
                </a:lnTo>
                <a:lnTo>
                  <a:pt x="2829975" y="822006"/>
                </a:lnTo>
                <a:lnTo>
                  <a:pt x="2823173" y="832101"/>
                </a:lnTo>
                <a:lnTo>
                  <a:pt x="2813085" y="838908"/>
                </a:lnTo>
                <a:lnTo>
                  <a:pt x="2800732" y="841404"/>
                </a:lnTo>
                <a:close/>
              </a:path>
              <a:path w="4340225" h="1848485">
                <a:moveTo>
                  <a:pt x="3055086" y="844232"/>
                </a:moveTo>
                <a:lnTo>
                  <a:pt x="3041636" y="841514"/>
                </a:lnTo>
                <a:lnTo>
                  <a:pt x="3030656" y="834103"/>
                </a:lnTo>
                <a:lnTo>
                  <a:pt x="3023255" y="823109"/>
                </a:lnTo>
                <a:lnTo>
                  <a:pt x="3020541" y="809647"/>
                </a:lnTo>
                <a:lnTo>
                  <a:pt x="3023255" y="796184"/>
                </a:lnTo>
                <a:lnTo>
                  <a:pt x="3030656" y="785191"/>
                </a:lnTo>
                <a:lnTo>
                  <a:pt x="3041636" y="777779"/>
                </a:lnTo>
                <a:lnTo>
                  <a:pt x="3055086" y="775062"/>
                </a:lnTo>
                <a:lnTo>
                  <a:pt x="3068541" y="777779"/>
                </a:lnTo>
                <a:lnTo>
                  <a:pt x="3079531" y="785191"/>
                </a:lnTo>
                <a:lnTo>
                  <a:pt x="3086943" y="796184"/>
                </a:lnTo>
                <a:lnTo>
                  <a:pt x="3089660" y="809647"/>
                </a:lnTo>
                <a:lnTo>
                  <a:pt x="3086943" y="823109"/>
                </a:lnTo>
                <a:lnTo>
                  <a:pt x="3079531" y="834103"/>
                </a:lnTo>
                <a:lnTo>
                  <a:pt x="3068541" y="841514"/>
                </a:lnTo>
                <a:lnTo>
                  <a:pt x="3055086" y="844232"/>
                </a:lnTo>
                <a:close/>
              </a:path>
              <a:path w="4340225" h="1848485">
                <a:moveTo>
                  <a:pt x="3309441" y="846354"/>
                </a:moveTo>
                <a:lnTo>
                  <a:pt x="3295168" y="843470"/>
                </a:lnTo>
                <a:lnTo>
                  <a:pt x="3283511" y="835606"/>
                </a:lnTo>
                <a:lnTo>
                  <a:pt x="3275651" y="823942"/>
                </a:lnTo>
                <a:lnTo>
                  <a:pt x="3272769" y="809661"/>
                </a:lnTo>
                <a:lnTo>
                  <a:pt x="3275651" y="795380"/>
                </a:lnTo>
                <a:lnTo>
                  <a:pt x="3283511" y="783716"/>
                </a:lnTo>
                <a:lnTo>
                  <a:pt x="3295168" y="775852"/>
                </a:lnTo>
                <a:lnTo>
                  <a:pt x="3309441" y="772968"/>
                </a:lnTo>
                <a:lnTo>
                  <a:pt x="3323715" y="775852"/>
                </a:lnTo>
                <a:lnTo>
                  <a:pt x="3335372" y="783716"/>
                </a:lnTo>
                <a:lnTo>
                  <a:pt x="3343232" y="795380"/>
                </a:lnTo>
                <a:lnTo>
                  <a:pt x="3346114" y="809661"/>
                </a:lnTo>
                <a:lnTo>
                  <a:pt x="3343232" y="823942"/>
                </a:lnTo>
                <a:lnTo>
                  <a:pt x="3335372" y="835606"/>
                </a:lnTo>
                <a:lnTo>
                  <a:pt x="3323715" y="843470"/>
                </a:lnTo>
                <a:lnTo>
                  <a:pt x="3309441" y="846354"/>
                </a:lnTo>
                <a:close/>
              </a:path>
              <a:path w="4340225" h="1848485">
                <a:moveTo>
                  <a:pt x="3563796" y="848475"/>
                </a:moveTo>
                <a:lnTo>
                  <a:pt x="3548704" y="845425"/>
                </a:lnTo>
                <a:lnTo>
                  <a:pt x="3536380" y="837107"/>
                </a:lnTo>
                <a:lnTo>
                  <a:pt x="3528072" y="824769"/>
                </a:lnTo>
                <a:lnTo>
                  <a:pt x="3525025" y="809661"/>
                </a:lnTo>
                <a:lnTo>
                  <a:pt x="3528072" y="794554"/>
                </a:lnTo>
                <a:lnTo>
                  <a:pt x="3536380" y="782218"/>
                </a:lnTo>
                <a:lnTo>
                  <a:pt x="3548704" y="773900"/>
                </a:lnTo>
                <a:lnTo>
                  <a:pt x="3563796" y="770850"/>
                </a:lnTo>
                <a:lnTo>
                  <a:pt x="3578905" y="773900"/>
                </a:lnTo>
                <a:lnTo>
                  <a:pt x="3591237" y="782218"/>
                </a:lnTo>
                <a:lnTo>
                  <a:pt x="3599549" y="794554"/>
                </a:lnTo>
                <a:lnTo>
                  <a:pt x="3602596" y="809661"/>
                </a:lnTo>
                <a:lnTo>
                  <a:pt x="3599549" y="824769"/>
                </a:lnTo>
                <a:lnTo>
                  <a:pt x="3591237" y="837107"/>
                </a:lnTo>
                <a:lnTo>
                  <a:pt x="3578905" y="845425"/>
                </a:lnTo>
                <a:lnTo>
                  <a:pt x="3563796" y="848475"/>
                </a:lnTo>
                <a:close/>
              </a:path>
              <a:path w="4340225" h="1848485">
                <a:moveTo>
                  <a:pt x="3818151" y="850594"/>
                </a:moveTo>
                <a:lnTo>
                  <a:pt x="3802236" y="847377"/>
                </a:lnTo>
                <a:lnTo>
                  <a:pt x="3789236" y="838605"/>
                </a:lnTo>
                <a:lnTo>
                  <a:pt x="3780468" y="825594"/>
                </a:lnTo>
                <a:lnTo>
                  <a:pt x="3777252" y="809661"/>
                </a:lnTo>
                <a:lnTo>
                  <a:pt x="3780468" y="793728"/>
                </a:lnTo>
                <a:lnTo>
                  <a:pt x="3789236" y="780717"/>
                </a:lnTo>
                <a:lnTo>
                  <a:pt x="3802236" y="771945"/>
                </a:lnTo>
                <a:lnTo>
                  <a:pt x="3818151" y="768728"/>
                </a:lnTo>
                <a:lnTo>
                  <a:pt x="3834083" y="771945"/>
                </a:lnTo>
                <a:lnTo>
                  <a:pt x="3847092" y="780717"/>
                </a:lnTo>
                <a:lnTo>
                  <a:pt x="3855862" y="793728"/>
                </a:lnTo>
                <a:lnTo>
                  <a:pt x="3859078" y="809661"/>
                </a:lnTo>
                <a:lnTo>
                  <a:pt x="3855862" y="825594"/>
                </a:lnTo>
                <a:lnTo>
                  <a:pt x="3847092" y="838605"/>
                </a:lnTo>
                <a:lnTo>
                  <a:pt x="3834083" y="847377"/>
                </a:lnTo>
                <a:lnTo>
                  <a:pt x="3818151" y="850594"/>
                </a:lnTo>
                <a:close/>
              </a:path>
              <a:path w="4340225" h="1848485">
                <a:moveTo>
                  <a:pt x="4072506" y="852715"/>
                </a:moveTo>
                <a:lnTo>
                  <a:pt x="4055756" y="849332"/>
                </a:lnTo>
                <a:lnTo>
                  <a:pt x="4042080" y="840106"/>
                </a:lnTo>
                <a:lnTo>
                  <a:pt x="4032861" y="826421"/>
                </a:lnTo>
                <a:lnTo>
                  <a:pt x="4029480" y="809661"/>
                </a:lnTo>
                <a:lnTo>
                  <a:pt x="4032861" y="792901"/>
                </a:lnTo>
                <a:lnTo>
                  <a:pt x="4042080" y="779216"/>
                </a:lnTo>
                <a:lnTo>
                  <a:pt x="4055756" y="769990"/>
                </a:lnTo>
                <a:lnTo>
                  <a:pt x="4072506" y="766607"/>
                </a:lnTo>
                <a:lnTo>
                  <a:pt x="4089260" y="769990"/>
                </a:lnTo>
                <a:lnTo>
                  <a:pt x="4102946" y="779216"/>
                </a:lnTo>
                <a:lnTo>
                  <a:pt x="4112175" y="792901"/>
                </a:lnTo>
                <a:lnTo>
                  <a:pt x="4115560" y="809661"/>
                </a:lnTo>
                <a:lnTo>
                  <a:pt x="4112175" y="826421"/>
                </a:lnTo>
                <a:lnTo>
                  <a:pt x="4102946" y="840106"/>
                </a:lnTo>
                <a:lnTo>
                  <a:pt x="4089260" y="849332"/>
                </a:lnTo>
                <a:lnTo>
                  <a:pt x="4072506" y="852715"/>
                </a:lnTo>
                <a:close/>
              </a:path>
              <a:path w="4340225" h="1848485">
                <a:moveTo>
                  <a:pt x="4326861" y="855543"/>
                </a:moveTo>
                <a:lnTo>
                  <a:pt x="4309026" y="851937"/>
                </a:lnTo>
                <a:lnTo>
                  <a:pt x="4294457" y="842106"/>
                </a:lnTo>
                <a:lnTo>
                  <a:pt x="4284631" y="827526"/>
                </a:lnTo>
                <a:lnTo>
                  <a:pt x="4281027" y="809675"/>
                </a:lnTo>
                <a:lnTo>
                  <a:pt x="4284631" y="791826"/>
                </a:lnTo>
                <a:lnTo>
                  <a:pt x="4294457" y="777246"/>
                </a:lnTo>
                <a:lnTo>
                  <a:pt x="4309026" y="767413"/>
                </a:lnTo>
                <a:lnTo>
                  <a:pt x="4326861" y="763807"/>
                </a:lnTo>
                <a:lnTo>
                  <a:pt x="4339976" y="766457"/>
                </a:lnTo>
                <a:lnTo>
                  <a:pt x="4339976" y="852894"/>
                </a:lnTo>
                <a:lnTo>
                  <a:pt x="4326861" y="855543"/>
                </a:lnTo>
                <a:close/>
              </a:path>
              <a:path w="4340225" h="1848485">
                <a:moveTo>
                  <a:pt x="4380" y="1067025"/>
                </a:moveTo>
                <a:lnTo>
                  <a:pt x="1257" y="1067025"/>
                </a:lnTo>
                <a:lnTo>
                  <a:pt x="0" y="1065769"/>
                </a:lnTo>
                <a:lnTo>
                  <a:pt x="0" y="1062629"/>
                </a:lnTo>
                <a:lnTo>
                  <a:pt x="1257" y="1061370"/>
                </a:lnTo>
                <a:lnTo>
                  <a:pt x="4395" y="1061370"/>
                </a:lnTo>
                <a:lnTo>
                  <a:pt x="5652" y="1062629"/>
                </a:lnTo>
                <a:lnTo>
                  <a:pt x="5652" y="1065769"/>
                </a:lnTo>
                <a:lnTo>
                  <a:pt x="4380" y="1067025"/>
                </a:lnTo>
                <a:close/>
              </a:path>
              <a:path w="4340225" h="1848485">
                <a:moveTo>
                  <a:pt x="260305" y="1069853"/>
                </a:moveTo>
                <a:lnTo>
                  <a:pt x="254074" y="1069853"/>
                </a:lnTo>
                <a:lnTo>
                  <a:pt x="251544" y="1067323"/>
                </a:lnTo>
                <a:lnTo>
                  <a:pt x="251544" y="1061103"/>
                </a:lnTo>
                <a:lnTo>
                  <a:pt x="254074" y="1058570"/>
                </a:lnTo>
                <a:lnTo>
                  <a:pt x="260291" y="1058570"/>
                </a:lnTo>
                <a:lnTo>
                  <a:pt x="262821" y="1061103"/>
                </a:lnTo>
                <a:lnTo>
                  <a:pt x="262821" y="1067323"/>
                </a:lnTo>
                <a:lnTo>
                  <a:pt x="260305" y="1069853"/>
                </a:lnTo>
                <a:close/>
              </a:path>
              <a:path w="4340225" h="1848485">
                <a:moveTo>
                  <a:pt x="516214" y="1072681"/>
                </a:moveTo>
                <a:lnTo>
                  <a:pt x="506860" y="1072681"/>
                </a:lnTo>
                <a:lnTo>
                  <a:pt x="503074" y="1068891"/>
                </a:lnTo>
                <a:lnTo>
                  <a:pt x="503074" y="1059532"/>
                </a:lnTo>
                <a:lnTo>
                  <a:pt x="506860" y="1055743"/>
                </a:lnTo>
                <a:lnTo>
                  <a:pt x="516214" y="1055743"/>
                </a:lnTo>
                <a:lnTo>
                  <a:pt x="520001" y="1059532"/>
                </a:lnTo>
                <a:lnTo>
                  <a:pt x="520001" y="1068891"/>
                </a:lnTo>
                <a:lnTo>
                  <a:pt x="516214" y="1072681"/>
                </a:lnTo>
                <a:close/>
              </a:path>
              <a:path w="4340225" h="1848485">
                <a:moveTo>
                  <a:pt x="772123" y="1075508"/>
                </a:moveTo>
                <a:lnTo>
                  <a:pt x="759661" y="1075508"/>
                </a:lnTo>
                <a:lnTo>
                  <a:pt x="754604" y="1070449"/>
                </a:lnTo>
                <a:lnTo>
                  <a:pt x="754604" y="1057978"/>
                </a:lnTo>
                <a:lnTo>
                  <a:pt x="759661" y="1052915"/>
                </a:lnTo>
                <a:lnTo>
                  <a:pt x="772123" y="1052915"/>
                </a:lnTo>
                <a:lnTo>
                  <a:pt x="777183" y="1057978"/>
                </a:lnTo>
                <a:lnTo>
                  <a:pt x="777183" y="1070449"/>
                </a:lnTo>
                <a:lnTo>
                  <a:pt x="772123" y="1075508"/>
                </a:lnTo>
                <a:close/>
              </a:path>
              <a:path w="4340225" h="1848485">
                <a:moveTo>
                  <a:pt x="1028036" y="1078336"/>
                </a:moveTo>
                <a:lnTo>
                  <a:pt x="1012462" y="1078336"/>
                </a:lnTo>
                <a:lnTo>
                  <a:pt x="1006145" y="1072017"/>
                </a:lnTo>
                <a:lnTo>
                  <a:pt x="1006145" y="1056435"/>
                </a:lnTo>
                <a:lnTo>
                  <a:pt x="1012462" y="1050115"/>
                </a:lnTo>
                <a:lnTo>
                  <a:pt x="1028036" y="1050115"/>
                </a:lnTo>
                <a:lnTo>
                  <a:pt x="1034352" y="1056435"/>
                </a:lnTo>
                <a:lnTo>
                  <a:pt x="1034352" y="1072017"/>
                </a:lnTo>
                <a:lnTo>
                  <a:pt x="1028036" y="1078336"/>
                </a:lnTo>
                <a:close/>
              </a:path>
              <a:path w="4340225" h="1848485">
                <a:moveTo>
                  <a:pt x="1283959" y="1081167"/>
                </a:moveTo>
                <a:lnTo>
                  <a:pt x="1265251" y="1081167"/>
                </a:lnTo>
                <a:lnTo>
                  <a:pt x="1257675" y="1073585"/>
                </a:lnTo>
                <a:lnTo>
                  <a:pt x="1257675" y="1054866"/>
                </a:lnTo>
                <a:lnTo>
                  <a:pt x="1265251" y="1047288"/>
                </a:lnTo>
                <a:lnTo>
                  <a:pt x="1283959" y="1047288"/>
                </a:lnTo>
                <a:lnTo>
                  <a:pt x="1291534" y="1054866"/>
                </a:lnTo>
                <a:lnTo>
                  <a:pt x="1291534" y="1073585"/>
                </a:lnTo>
                <a:lnTo>
                  <a:pt x="1283959" y="1081167"/>
                </a:lnTo>
                <a:close/>
              </a:path>
              <a:path w="4340225" h="1848485">
                <a:moveTo>
                  <a:pt x="1528960" y="1083994"/>
                </a:moveTo>
                <a:lnTo>
                  <a:pt x="1521271" y="1082441"/>
                </a:lnTo>
                <a:lnTo>
                  <a:pt x="1514992" y="1078204"/>
                </a:lnTo>
                <a:lnTo>
                  <a:pt x="1510758" y="1071920"/>
                </a:lnTo>
                <a:lnTo>
                  <a:pt x="1509205" y="1064226"/>
                </a:lnTo>
                <a:lnTo>
                  <a:pt x="1510758" y="1056533"/>
                </a:lnTo>
                <a:lnTo>
                  <a:pt x="1514992" y="1050250"/>
                </a:lnTo>
                <a:lnTo>
                  <a:pt x="1521271" y="1046014"/>
                </a:lnTo>
                <a:lnTo>
                  <a:pt x="1528960" y="1044460"/>
                </a:lnTo>
                <a:lnTo>
                  <a:pt x="1536648" y="1046014"/>
                </a:lnTo>
                <a:lnTo>
                  <a:pt x="1542928" y="1050250"/>
                </a:lnTo>
                <a:lnTo>
                  <a:pt x="1547162" y="1056533"/>
                </a:lnTo>
                <a:lnTo>
                  <a:pt x="1548714" y="1064226"/>
                </a:lnTo>
                <a:lnTo>
                  <a:pt x="1547162" y="1071920"/>
                </a:lnTo>
                <a:lnTo>
                  <a:pt x="1542928" y="1078204"/>
                </a:lnTo>
                <a:lnTo>
                  <a:pt x="1536648" y="1082441"/>
                </a:lnTo>
                <a:lnTo>
                  <a:pt x="1528960" y="1083994"/>
                </a:lnTo>
                <a:close/>
              </a:path>
              <a:path w="4340225" h="1848485">
                <a:moveTo>
                  <a:pt x="1783318" y="1086113"/>
                </a:moveTo>
                <a:lnTo>
                  <a:pt x="1774810" y="1084394"/>
                </a:lnTo>
                <a:lnTo>
                  <a:pt x="1767861" y="1079705"/>
                </a:lnTo>
                <a:lnTo>
                  <a:pt x="1763175" y="1072753"/>
                </a:lnTo>
                <a:lnTo>
                  <a:pt x="1761456" y="1064240"/>
                </a:lnTo>
                <a:lnTo>
                  <a:pt x="1763175" y="1055729"/>
                </a:lnTo>
                <a:lnTo>
                  <a:pt x="1767861" y="1048776"/>
                </a:lnTo>
                <a:lnTo>
                  <a:pt x="1774810" y="1044087"/>
                </a:lnTo>
                <a:lnTo>
                  <a:pt x="1783318" y="1042367"/>
                </a:lnTo>
                <a:lnTo>
                  <a:pt x="1791823" y="1044087"/>
                </a:lnTo>
                <a:lnTo>
                  <a:pt x="1798772" y="1048776"/>
                </a:lnTo>
                <a:lnTo>
                  <a:pt x="1803458" y="1055729"/>
                </a:lnTo>
                <a:lnTo>
                  <a:pt x="1805177" y="1064240"/>
                </a:lnTo>
                <a:lnTo>
                  <a:pt x="1803460" y="1072753"/>
                </a:lnTo>
                <a:lnTo>
                  <a:pt x="1798777" y="1079705"/>
                </a:lnTo>
                <a:lnTo>
                  <a:pt x="1791829" y="1084394"/>
                </a:lnTo>
                <a:lnTo>
                  <a:pt x="1783318" y="1086113"/>
                </a:lnTo>
                <a:close/>
              </a:path>
              <a:path w="4340225" h="1848485">
                <a:moveTo>
                  <a:pt x="2037673" y="1088941"/>
                </a:moveTo>
                <a:lnTo>
                  <a:pt x="2028062" y="1087000"/>
                </a:lnTo>
                <a:lnTo>
                  <a:pt x="2020215" y="1081707"/>
                </a:lnTo>
                <a:lnTo>
                  <a:pt x="2014926" y="1073856"/>
                </a:lnTo>
                <a:lnTo>
                  <a:pt x="2012986" y="1064240"/>
                </a:lnTo>
                <a:lnTo>
                  <a:pt x="2014926" y="1054624"/>
                </a:lnTo>
                <a:lnTo>
                  <a:pt x="2020215" y="1046773"/>
                </a:lnTo>
                <a:lnTo>
                  <a:pt x="2028062" y="1041480"/>
                </a:lnTo>
                <a:lnTo>
                  <a:pt x="2037673" y="1039539"/>
                </a:lnTo>
                <a:lnTo>
                  <a:pt x="2047283" y="1041480"/>
                </a:lnTo>
                <a:lnTo>
                  <a:pt x="2055130" y="1046773"/>
                </a:lnTo>
                <a:lnTo>
                  <a:pt x="2060420" y="1054624"/>
                </a:lnTo>
                <a:lnTo>
                  <a:pt x="2062359" y="1064240"/>
                </a:lnTo>
                <a:lnTo>
                  <a:pt x="2060420" y="1073856"/>
                </a:lnTo>
                <a:lnTo>
                  <a:pt x="2055130" y="1081707"/>
                </a:lnTo>
                <a:lnTo>
                  <a:pt x="2047283" y="1087000"/>
                </a:lnTo>
                <a:lnTo>
                  <a:pt x="2037673" y="1088941"/>
                </a:lnTo>
                <a:close/>
              </a:path>
              <a:path w="4340225" h="1848485">
                <a:moveTo>
                  <a:pt x="2292027" y="1091769"/>
                </a:moveTo>
                <a:lnTo>
                  <a:pt x="2281320" y="1089605"/>
                </a:lnTo>
                <a:lnTo>
                  <a:pt x="2272575" y="1083704"/>
                </a:lnTo>
                <a:lnTo>
                  <a:pt x="2266678" y="1074954"/>
                </a:lnTo>
                <a:lnTo>
                  <a:pt x="2264516" y="1064240"/>
                </a:lnTo>
                <a:lnTo>
                  <a:pt x="2266678" y="1053526"/>
                </a:lnTo>
                <a:lnTo>
                  <a:pt x="2272575" y="1044776"/>
                </a:lnTo>
                <a:lnTo>
                  <a:pt x="2281320" y="1038875"/>
                </a:lnTo>
                <a:lnTo>
                  <a:pt x="2292027" y="1036711"/>
                </a:lnTo>
                <a:lnTo>
                  <a:pt x="2302735" y="1038875"/>
                </a:lnTo>
                <a:lnTo>
                  <a:pt x="2311481" y="1044776"/>
                </a:lnTo>
                <a:lnTo>
                  <a:pt x="2317379" y="1053526"/>
                </a:lnTo>
                <a:lnTo>
                  <a:pt x="2319542" y="1064240"/>
                </a:lnTo>
                <a:lnTo>
                  <a:pt x="2317379" y="1074954"/>
                </a:lnTo>
                <a:lnTo>
                  <a:pt x="2311481" y="1083704"/>
                </a:lnTo>
                <a:lnTo>
                  <a:pt x="2302735" y="1089605"/>
                </a:lnTo>
                <a:lnTo>
                  <a:pt x="2292027" y="1091769"/>
                </a:lnTo>
                <a:close/>
              </a:path>
              <a:path w="4340225" h="1848485">
                <a:moveTo>
                  <a:pt x="2546382" y="1093890"/>
                </a:moveTo>
                <a:lnTo>
                  <a:pt x="2534858" y="1091560"/>
                </a:lnTo>
                <a:lnTo>
                  <a:pt x="2525444" y="1085207"/>
                </a:lnTo>
                <a:lnTo>
                  <a:pt x="2519095" y="1075786"/>
                </a:lnTo>
                <a:lnTo>
                  <a:pt x="2516766" y="1064254"/>
                </a:lnTo>
                <a:lnTo>
                  <a:pt x="2519095" y="1052722"/>
                </a:lnTo>
                <a:lnTo>
                  <a:pt x="2525444" y="1043301"/>
                </a:lnTo>
                <a:lnTo>
                  <a:pt x="2534858" y="1036948"/>
                </a:lnTo>
                <a:lnTo>
                  <a:pt x="2546382" y="1034618"/>
                </a:lnTo>
                <a:lnTo>
                  <a:pt x="2557908" y="1036948"/>
                </a:lnTo>
                <a:lnTo>
                  <a:pt x="2567323" y="1043301"/>
                </a:lnTo>
                <a:lnTo>
                  <a:pt x="2573673" y="1052722"/>
                </a:lnTo>
                <a:lnTo>
                  <a:pt x="2576001" y="1064254"/>
                </a:lnTo>
                <a:lnTo>
                  <a:pt x="2573675" y="1075786"/>
                </a:lnTo>
                <a:lnTo>
                  <a:pt x="2567329" y="1085207"/>
                </a:lnTo>
                <a:lnTo>
                  <a:pt x="2557914" y="1091560"/>
                </a:lnTo>
                <a:lnTo>
                  <a:pt x="2546382" y="1093890"/>
                </a:lnTo>
                <a:close/>
              </a:path>
              <a:path w="4340225" h="1848485">
                <a:moveTo>
                  <a:pt x="2800732" y="1096012"/>
                </a:moveTo>
                <a:lnTo>
                  <a:pt x="2788378" y="1093515"/>
                </a:lnTo>
                <a:lnTo>
                  <a:pt x="2778290" y="1086708"/>
                </a:lnTo>
                <a:lnTo>
                  <a:pt x="2771488" y="1076613"/>
                </a:lnTo>
                <a:lnTo>
                  <a:pt x="2768994" y="1064254"/>
                </a:lnTo>
                <a:lnTo>
                  <a:pt x="2771488" y="1051895"/>
                </a:lnTo>
                <a:lnTo>
                  <a:pt x="2778290" y="1041800"/>
                </a:lnTo>
                <a:lnTo>
                  <a:pt x="2788378" y="1034993"/>
                </a:lnTo>
                <a:lnTo>
                  <a:pt x="2800732" y="1032497"/>
                </a:lnTo>
                <a:lnTo>
                  <a:pt x="2813085" y="1034993"/>
                </a:lnTo>
                <a:lnTo>
                  <a:pt x="2823173" y="1041800"/>
                </a:lnTo>
                <a:lnTo>
                  <a:pt x="2829975" y="1051895"/>
                </a:lnTo>
                <a:lnTo>
                  <a:pt x="2832469" y="1064254"/>
                </a:lnTo>
                <a:lnTo>
                  <a:pt x="2829975" y="1076613"/>
                </a:lnTo>
                <a:lnTo>
                  <a:pt x="2823173" y="1086708"/>
                </a:lnTo>
                <a:lnTo>
                  <a:pt x="2813085" y="1093515"/>
                </a:lnTo>
                <a:lnTo>
                  <a:pt x="2800732" y="1096012"/>
                </a:lnTo>
                <a:close/>
              </a:path>
              <a:path w="4340225" h="1848485">
                <a:moveTo>
                  <a:pt x="3055086" y="1098839"/>
                </a:moveTo>
                <a:lnTo>
                  <a:pt x="3041636" y="1096122"/>
                </a:lnTo>
                <a:lnTo>
                  <a:pt x="3030656" y="1088710"/>
                </a:lnTo>
                <a:lnTo>
                  <a:pt x="3023255" y="1077717"/>
                </a:lnTo>
                <a:lnTo>
                  <a:pt x="3020541" y="1064254"/>
                </a:lnTo>
                <a:lnTo>
                  <a:pt x="3023255" y="1050792"/>
                </a:lnTo>
                <a:lnTo>
                  <a:pt x="3030656" y="1039798"/>
                </a:lnTo>
                <a:lnTo>
                  <a:pt x="3041636" y="1032387"/>
                </a:lnTo>
                <a:lnTo>
                  <a:pt x="3055086" y="1029669"/>
                </a:lnTo>
                <a:lnTo>
                  <a:pt x="3068541" y="1032387"/>
                </a:lnTo>
                <a:lnTo>
                  <a:pt x="3079531" y="1039798"/>
                </a:lnTo>
                <a:lnTo>
                  <a:pt x="3086943" y="1050792"/>
                </a:lnTo>
                <a:lnTo>
                  <a:pt x="3089660" y="1064254"/>
                </a:lnTo>
                <a:lnTo>
                  <a:pt x="3086943" y="1077717"/>
                </a:lnTo>
                <a:lnTo>
                  <a:pt x="3079531" y="1088710"/>
                </a:lnTo>
                <a:lnTo>
                  <a:pt x="3068541" y="1096122"/>
                </a:lnTo>
                <a:lnTo>
                  <a:pt x="3055086" y="1098839"/>
                </a:lnTo>
                <a:close/>
              </a:path>
              <a:path w="4340225" h="1848485">
                <a:moveTo>
                  <a:pt x="3309441" y="1100961"/>
                </a:moveTo>
                <a:lnTo>
                  <a:pt x="3295168" y="1098077"/>
                </a:lnTo>
                <a:lnTo>
                  <a:pt x="3283511" y="1090213"/>
                </a:lnTo>
                <a:lnTo>
                  <a:pt x="3275651" y="1078550"/>
                </a:lnTo>
                <a:lnTo>
                  <a:pt x="3272769" y="1064268"/>
                </a:lnTo>
                <a:lnTo>
                  <a:pt x="3275651" y="1049987"/>
                </a:lnTo>
                <a:lnTo>
                  <a:pt x="3283511" y="1038325"/>
                </a:lnTo>
                <a:lnTo>
                  <a:pt x="3295168" y="1030462"/>
                </a:lnTo>
                <a:lnTo>
                  <a:pt x="3309441" y="1027579"/>
                </a:lnTo>
                <a:lnTo>
                  <a:pt x="3323715" y="1030462"/>
                </a:lnTo>
                <a:lnTo>
                  <a:pt x="3335372" y="1038325"/>
                </a:lnTo>
                <a:lnTo>
                  <a:pt x="3343232" y="1049987"/>
                </a:lnTo>
                <a:lnTo>
                  <a:pt x="3346114" y="1064268"/>
                </a:lnTo>
                <a:lnTo>
                  <a:pt x="3343232" y="1078550"/>
                </a:lnTo>
                <a:lnTo>
                  <a:pt x="3335372" y="1090213"/>
                </a:lnTo>
                <a:lnTo>
                  <a:pt x="3323715" y="1098077"/>
                </a:lnTo>
                <a:lnTo>
                  <a:pt x="3309441" y="1100961"/>
                </a:lnTo>
                <a:close/>
              </a:path>
              <a:path w="4340225" h="1848485">
                <a:moveTo>
                  <a:pt x="3563796" y="1103082"/>
                </a:moveTo>
                <a:lnTo>
                  <a:pt x="3548704" y="1100032"/>
                </a:lnTo>
                <a:lnTo>
                  <a:pt x="3536380" y="1091714"/>
                </a:lnTo>
                <a:lnTo>
                  <a:pt x="3528072" y="1079377"/>
                </a:lnTo>
                <a:lnTo>
                  <a:pt x="3525025" y="1064268"/>
                </a:lnTo>
                <a:lnTo>
                  <a:pt x="3528072" y="1049162"/>
                </a:lnTo>
                <a:lnTo>
                  <a:pt x="3536380" y="1036825"/>
                </a:lnTo>
                <a:lnTo>
                  <a:pt x="3548704" y="1028507"/>
                </a:lnTo>
                <a:lnTo>
                  <a:pt x="3563796" y="1025457"/>
                </a:lnTo>
                <a:lnTo>
                  <a:pt x="3578905" y="1028507"/>
                </a:lnTo>
                <a:lnTo>
                  <a:pt x="3591237" y="1036825"/>
                </a:lnTo>
                <a:lnTo>
                  <a:pt x="3599549" y="1049162"/>
                </a:lnTo>
                <a:lnTo>
                  <a:pt x="3602596" y="1064268"/>
                </a:lnTo>
                <a:lnTo>
                  <a:pt x="3599549" y="1079377"/>
                </a:lnTo>
                <a:lnTo>
                  <a:pt x="3591237" y="1091714"/>
                </a:lnTo>
                <a:lnTo>
                  <a:pt x="3578905" y="1100032"/>
                </a:lnTo>
                <a:lnTo>
                  <a:pt x="3563796" y="1103082"/>
                </a:lnTo>
                <a:close/>
              </a:path>
              <a:path w="4340225" h="1848485">
                <a:moveTo>
                  <a:pt x="3818151" y="1105201"/>
                </a:moveTo>
                <a:lnTo>
                  <a:pt x="3802236" y="1101985"/>
                </a:lnTo>
                <a:lnTo>
                  <a:pt x="3789236" y="1093214"/>
                </a:lnTo>
                <a:lnTo>
                  <a:pt x="3780468" y="1080203"/>
                </a:lnTo>
                <a:lnTo>
                  <a:pt x="3777252" y="1064268"/>
                </a:lnTo>
                <a:lnTo>
                  <a:pt x="3780468" y="1048335"/>
                </a:lnTo>
                <a:lnTo>
                  <a:pt x="3789236" y="1035324"/>
                </a:lnTo>
                <a:lnTo>
                  <a:pt x="3802236" y="1026552"/>
                </a:lnTo>
                <a:lnTo>
                  <a:pt x="3818151" y="1023336"/>
                </a:lnTo>
                <a:lnTo>
                  <a:pt x="3834083" y="1026552"/>
                </a:lnTo>
                <a:lnTo>
                  <a:pt x="3847092" y="1035324"/>
                </a:lnTo>
                <a:lnTo>
                  <a:pt x="3855862" y="1048335"/>
                </a:lnTo>
                <a:lnTo>
                  <a:pt x="3859078" y="1064268"/>
                </a:lnTo>
                <a:lnTo>
                  <a:pt x="3855862" y="1080203"/>
                </a:lnTo>
                <a:lnTo>
                  <a:pt x="3847092" y="1093214"/>
                </a:lnTo>
                <a:lnTo>
                  <a:pt x="3834083" y="1101985"/>
                </a:lnTo>
                <a:lnTo>
                  <a:pt x="3818151" y="1105201"/>
                </a:lnTo>
                <a:close/>
              </a:path>
              <a:path w="4340225" h="1848485">
                <a:moveTo>
                  <a:pt x="4072506" y="1107323"/>
                </a:moveTo>
                <a:lnTo>
                  <a:pt x="4055756" y="1103940"/>
                </a:lnTo>
                <a:lnTo>
                  <a:pt x="4042080" y="1094714"/>
                </a:lnTo>
                <a:lnTo>
                  <a:pt x="4032861" y="1081029"/>
                </a:lnTo>
                <a:lnTo>
                  <a:pt x="4029480" y="1064268"/>
                </a:lnTo>
                <a:lnTo>
                  <a:pt x="4032861" y="1047508"/>
                </a:lnTo>
                <a:lnTo>
                  <a:pt x="4042080" y="1033823"/>
                </a:lnTo>
                <a:lnTo>
                  <a:pt x="4055756" y="1024597"/>
                </a:lnTo>
                <a:lnTo>
                  <a:pt x="4072506" y="1021214"/>
                </a:lnTo>
                <a:lnTo>
                  <a:pt x="4089260" y="1024597"/>
                </a:lnTo>
                <a:lnTo>
                  <a:pt x="4102946" y="1033823"/>
                </a:lnTo>
                <a:lnTo>
                  <a:pt x="4112175" y="1047508"/>
                </a:lnTo>
                <a:lnTo>
                  <a:pt x="4115560" y="1064268"/>
                </a:lnTo>
                <a:lnTo>
                  <a:pt x="4112175" y="1081029"/>
                </a:lnTo>
                <a:lnTo>
                  <a:pt x="4102946" y="1094714"/>
                </a:lnTo>
                <a:lnTo>
                  <a:pt x="4089260" y="1103940"/>
                </a:lnTo>
                <a:lnTo>
                  <a:pt x="4072506" y="1107323"/>
                </a:lnTo>
                <a:close/>
              </a:path>
              <a:path w="4340225" h="1848485">
                <a:moveTo>
                  <a:pt x="4326861" y="1110150"/>
                </a:moveTo>
                <a:lnTo>
                  <a:pt x="4309026" y="1106545"/>
                </a:lnTo>
                <a:lnTo>
                  <a:pt x="4294457" y="1096713"/>
                </a:lnTo>
                <a:lnTo>
                  <a:pt x="4284631" y="1082133"/>
                </a:lnTo>
                <a:lnTo>
                  <a:pt x="4281027" y="1064282"/>
                </a:lnTo>
                <a:lnTo>
                  <a:pt x="4284631" y="1046433"/>
                </a:lnTo>
                <a:lnTo>
                  <a:pt x="4294457" y="1031853"/>
                </a:lnTo>
                <a:lnTo>
                  <a:pt x="4309026" y="1022021"/>
                </a:lnTo>
                <a:lnTo>
                  <a:pt x="4326861" y="1018415"/>
                </a:lnTo>
                <a:lnTo>
                  <a:pt x="4339976" y="1021064"/>
                </a:lnTo>
                <a:lnTo>
                  <a:pt x="4339976" y="1107501"/>
                </a:lnTo>
                <a:lnTo>
                  <a:pt x="4326861" y="1110150"/>
                </a:lnTo>
                <a:close/>
              </a:path>
              <a:path w="4340225" h="1848485">
                <a:moveTo>
                  <a:pt x="3999" y="1320912"/>
                </a:moveTo>
                <a:lnTo>
                  <a:pt x="1653" y="1320912"/>
                </a:lnTo>
                <a:lnTo>
                  <a:pt x="706" y="1319965"/>
                </a:lnTo>
                <a:lnTo>
                  <a:pt x="706" y="1317616"/>
                </a:lnTo>
                <a:lnTo>
                  <a:pt x="1653" y="1316672"/>
                </a:lnTo>
                <a:lnTo>
                  <a:pt x="3999" y="1316672"/>
                </a:lnTo>
                <a:lnTo>
                  <a:pt x="4945" y="1317616"/>
                </a:lnTo>
                <a:lnTo>
                  <a:pt x="4945" y="1319965"/>
                </a:lnTo>
                <a:lnTo>
                  <a:pt x="3999" y="1320912"/>
                </a:lnTo>
                <a:close/>
              </a:path>
              <a:path w="4340225" h="1848485">
                <a:moveTo>
                  <a:pt x="260305" y="1324446"/>
                </a:moveTo>
                <a:lnTo>
                  <a:pt x="254074" y="1324446"/>
                </a:lnTo>
                <a:lnTo>
                  <a:pt x="251544" y="1321916"/>
                </a:lnTo>
                <a:lnTo>
                  <a:pt x="251544" y="1315696"/>
                </a:lnTo>
                <a:lnTo>
                  <a:pt x="254074" y="1313163"/>
                </a:lnTo>
                <a:lnTo>
                  <a:pt x="260291" y="1313163"/>
                </a:lnTo>
                <a:lnTo>
                  <a:pt x="262821" y="1315696"/>
                </a:lnTo>
                <a:lnTo>
                  <a:pt x="262821" y="1321916"/>
                </a:lnTo>
                <a:lnTo>
                  <a:pt x="260305" y="1324446"/>
                </a:lnTo>
                <a:close/>
              </a:path>
              <a:path w="4340225" h="1848485">
                <a:moveTo>
                  <a:pt x="516214" y="1327274"/>
                </a:moveTo>
                <a:lnTo>
                  <a:pt x="506860" y="1327274"/>
                </a:lnTo>
                <a:lnTo>
                  <a:pt x="503074" y="1323485"/>
                </a:lnTo>
                <a:lnTo>
                  <a:pt x="503074" y="1314125"/>
                </a:lnTo>
                <a:lnTo>
                  <a:pt x="506860" y="1310336"/>
                </a:lnTo>
                <a:lnTo>
                  <a:pt x="516214" y="1310336"/>
                </a:lnTo>
                <a:lnTo>
                  <a:pt x="520001" y="1314125"/>
                </a:lnTo>
                <a:lnTo>
                  <a:pt x="520001" y="1323485"/>
                </a:lnTo>
                <a:lnTo>
                  <a:pt x="516214" y="1327274"/>
                </a:lnTo>
                <a:close/>
              </a:path>
              <a:path w="4340225" h="1848485">
                <a:moveTo>
                  <a:pt x="772123" y="1330101"/>
                </a:moveTo>
                <a:lnTo>
                  <a:pt x="759661" y="1330101"/>
                </a:lnTo>
                <a:lnTo>
                  <a:pt x="754604" y="1325042"/>
                </a:lnTo>
                <a:lnTo>
                  <a:pt x="754604" y="1312571"/>
                </a:lnTo>
                <a:lnTo>
                  <a:pt x="759661" y="1307508"/>
                </a:lnTo>
                <a:lnTo>
                  <a:pt x="772123" y="1307508"/>
                </a:lnTo>
                <a:lnTo>
                  <a:pt x="777183" y="1312571"/>
                </a:lnTo>
                <a:lnTo>
                  <a:pt x="777183" y="1325042"/>
                </a:lnTo>
                <a:lnTo>
                  <a:pt x="772123" y="1330101"/>
                </a:lnTo>
                <a:close/>
              </a:path>
              <a:path w="4340225" h="1848485">
                <a:moveTo>
                  <a:pt x="1028036" y="1332929"/>
                </a:moveTo>
                <a:lnTo>
                  <a:pt x="1012462" y="1332929"/>
                </a:lnTo>
                <a:lnTo>
                  <a:pt x="1006145" y="1326610"/>
                </a:lnTo>
                <a:lnTo>
                  <a:pt x="1006145" y="1311028"/>
                </a:lnTo>
                <a:lnTo>
                  <a:pt x="1012462" y="1304709"/>
                </a:lnTo>
                <a:lnTo>
                  <a:pt x="1028036" y="1304709"/>
                </a:lnTo>
                <a:lnTo>
                  <a:pt x="1034352" y="1311028"/>
                </a:lnTo>
                <a:lnTo>
                  <a:pt x="1034352" y="1326610"/>
                </a:lnTo>
                <a:lnTo>
                  <a:pt x="1028036" y="1332929"/>
                </a:lnTo>
                <a:close/>
              </a:path>
              <a:path w="4340225" h="1848485">
                <a:moveTo>
                  <a:pt x="1283959" y="1335757"/>
                </a:moveTo>
                <a:lnTo>
                  <a:pt x="1265251" y="1335757"/>
                </a:lnTo>
                <a:lnTo>
                  <a:pt x="1257675" y="1328179"/>
                </a:lnTo>
                <a:lnTo>
                  <a:pt x="1257675" y="1309459"/>
                </a:lnTo>
                <a:lnTo>
                  <a:pt x="1265251" y="1301881"/>
                </a:lnTo>
                <a:lnTo>
                  <a:pt x="1283959" y="1301881"/>
                </a:lnTo>
                <a:lnTo>
                  <a:pt x="1291534" y="1309459"/>
                </a:lnTo>
                <a:lnTo>
                  <a:pt x="1291534" y="1328179"/>
                </a:lnTo>
                <a:lnTo>
                  <a:pt x="1283959" y="1335757"/>
                </a:lnTo>
                <a:close/>
              </a:path>
              <a:path w="4340225" h="1848485">
                <a:moveTo>
                  <a:pt x="1528960" y="1338588"/>
                </a:moveTo>
                <a:lnTo>
                  <a:pt x="1521271" y="1337034"/>
                </a:lnTo>
                <a:lnTo>
                  <a:pt x="1514992" y="1332797"/>
                </a:lnTo>
                <a:lnTo>
                  <a:pt x="1510758" y="1326513"/>
                </a:lnTo>
                <a:lnTo>
                  <a:pt x="1509205" y="1318819"/>
                </a:lnTo>
                <a:lnTo>
                  <a:pt x="1510758" y="1311126"/>
                </a:lnTo>
                <a:lnTo>
                  <a:pt x="1514992" y="1304843"/>
                </a:lnTo>
                <a:lnTo>
                  <a:pt x="1521271" y="1300607"/>
                </a:lnTo>
                <a:lnTo>
                  <a:pt x="1528960" y="1299053"/>
                </a:lnTo>
                <a:lnTo>
                  <a:pt x="1536648" y="1300607"/>
                </a:lnTo>
                <a:lnTo>
                  <a:pt x="1542928" y="1304843"/>
                </a:lnTo>
                <a:lnTo>
                  <a:pt x="1547162" y="1311126"/>
                </a:lnTo>
                <a:lnTo>
                  <a:pt x="1548714" y="1318819"/>
                </a:lnTo>
                <a:lnTo>
                  <a:pt x="1547162" y="1326513"/>
                </a:lnTo>
                <a:lnTo>
                  <a:pt x="1542928" y="1332797"/>
                </a:lnTo>
                <a:lnTo>
                  <a:pt x="1536648" y="1337034"/>
                </a:lnTo>
                <a:lnTo>
                  <a:pt x="1528960" y="1338588"/>
                </a:lnTo>
                <a:close/>
              </a:path>
              <a:path w="4340225" h="1848485">
                <a:moveTo>
                  <a:pt x="1783318" y="1340706"/>
                </a:moveTo>
                <a:lnTo>
                  <a:pt x="1774810" y="1338987"/>
                </a:lnTo>
                <a:lnTo>
                  <a:pt x="1767861" y="1334297"/>
                </a:lnTo>
                <a:lnTo>
                  <a:pt x="1763175" y="1327345"/>
                </a:lnTo>
                <a:lnTo>
                  <a:pt x="1761456" y="1318833"/>
                </a:lnTo>
                <a:lnTo>
                  <a:pt x="1763175" y="1310322"/>
                </a:lnTo>
                <a:lnTo>
                  <a:pt x="1767861" y="1303369"/>
                </a:lnTo>
                <a:lnTo>
                  <a:pt x="1774810" y="1298680"/>
                </a:lnTo>
                <a:lnTo>
                  <a:pt x="1783318" y="1296960"/>
                </a:lnTo>
                <a:lnTo>
                  <a:pt x="1791823" y="1298680"/>
                </a:lnTo>
                <a:lnTo>
                  <a:pt x="1798772" y="1303369"/>
                </a:lnTo>
                <a:lnTo>
                  <a:pt x="1803458" y="1310322"/>
                </a:lnTo>
                <a:lnTo>
                  <a:pt x="1805177" y="1318833"/>
                </a:lnTo>
                <a:lnTo>
                  <a:pt x="1803460" y="1327345"/>
                </a:lnTo>
                <a:lnTo>
                  <a:pt x="1798777" y="1334297"/>
                </a:lnTo>
                <a:lnTo>
                  <a:pt x="1791829" y="1338987"/>
                </a:lnTo>
                <a:lnTo>
                  <a:pt x="1783318" y="1340706"/>
                </a:lnTo>
                <a:close/>
              </a:path>
              <a:path w="4340225" h="1848485">
                <a:moveTo>
                  <a:pt x="2037673" y="1343534"/>
                </a:moveTo>
                <a:lnTo>
                  <a:pt x="2028062" y="1341593"/>
                </a:lnTo>
                <a:lnTo>
                  <a:pt x="2020215" y="1336301"/>
                </a:lnTo>
                <a:lnTo>
                  <a:pt x="2014926" y="1328449"/>
                </a:lnTo>
                <a:lnTo>
                  <a:pt x="2012986" y="1318833"/>
                </a:lnTo>
                <a:lnTo>
                  <a:pt x="2014926" y="1309217"/>
                </a:lnTo>
                <a:lnTo>
                  <a:pt x="2020215" y="1301366"/>
                </a:lnTo>
                <a:lnTo>
                  <a:pt x="2028062" y="1296073"/>
                </a:lnTo>
                <a:lnTo>
                  <a:pt x="2037673" y="1294132"/>
                </a:lnTo>
                <a:lnTo>
                  <a:pt x="2047283" y="1296073"/>
                </a:lnTo>
                <a:lnTo>
                  <a:pt x="2055130" y="1301366"/>
                </a:lnTo>
                <a:lnTo>
                  <a:pt x="2060420" y="1309217"/>
                </a:lnTo>
                <a:lnTo>
                  <a:pt x="2062359" y="1318833"/>
                </a:lnTo>
                <a:lnTo>
                  <a:pt x="2060420" y="1328449"/>
                </a:lnTo>
                <a:lnTo>
                  <a:pt x="2055130" y="1336301"/>
                </a:lnTo>
                <a:lnTo>
                  <a:pt x="2047283" y="1341593"/>
                </a:lnTo>
                <a:lnTo>
                  <a:pt x="2037673" y="1343534"/>
                </a:lnTo>
                <a:close/>
              </a:path>
              <a:path w="4340225" h="1848485">
                <a:moveTo>
                  <a:pt x="2292027" y="1346362"/>
                </a:moveTo>
                <a:lnTo>
                  <a:pt x="2281320" y="1344198"/>
                </a:lnTo>
                <a:lnTo>
                  <a:pt x="2272575" y="1338297"/>
                </a:lnTo>
                <a:lnTo>
                  <a:pt x="2266678" y="1329547"/>
                </a:lnTo>
                <a:lnTo>
                  <a:pt x="2264516" y="1318833"/>
                </a:lnTo>
                <a:lnTo>
                  <a:pt x="2266678" y="1308120"/>
                </a:lnTo>
                <a:lnTo>
                  <a:pt x="2272575" y="1299369"/>
                </a:lnTo>
                <a:lnTo>
                  <a:pt x="2281320" y="1293468"/>
                </a:lnTo>
                <a:lnTo>
                  <a:pt x="2292027" y="1291305"/>
                </a:lnTo>
                <a:lnTo>
                  <a:pt x="2302735" y="1293468"/>
                </a:lnTo>
                <a:lnTo>
                  <a:pt x="2311481" y="1299369"/>
                </a:lnTo>
                <a:lnTo>
                  <a:pt x="2317379" y="1308120"/>
                </a:lnTo>
                <a:lnTo>
                  <a:pt x="2319542" y="1318833"/>
                </a:lnTo>
                <a:lnTo>
                  <a:pt x="2317379" y="1329547"/>
                </a:lnTo>
                <a:lnTo>
                  <a:pt x="2311481" y="1338297"/>
                </a:lnTo>
                <a:lnTo>
                  <a:pt x="2302735" y="1344198"/>
                </a:lnTo>
                <a:lnTo>
                  <a:pt x="2292027" y="1346362"/>
                </a:lnTo>
                <a:close/>
              </a:path>
              <a:path w="4340225" h="1848485">
                <a:moveTo>
                  <a:pt x="2546382" y="1348483"/>
                </a:moveTo>
                <a:lnTo>
                  <a:pt x="2534858" y="1346153"/>
                </a:lnTo>
                <a:lnTo>
                  <a:pt x="2525444" y="1339800"/>
                </a:lnTo>
                <a:lnTo>
                  <a:pt x="2519095" y="1330380"/>
                </a:lnTo>
                <a:lnTo>
                  <a:pt x="2516766" y="1318847"/>
                </a:lnTo>
                <a:lnTo>
                  <a:pt x="2519095" y="1307315"/>
                </a:lnTo>
                <a:lnTo>
                  <a:pt x="2525444" y="1297895"/>
                </a:lnTo>
                <a:lnTo>
                  <a:pt x="2534858" y="1291541"/>
                </a:lnTo>
                <a:lnTo>
                  <a:pt x="2546382" y="1289211"/>
                </a:lnTo>
                <a:lnTo>
                  <a:pt x="2557908" y="1291541"/>
                </a:lnTo>
                <a:lnTo>
                  <a:pt x="2567323" y="1297895"/>
                </a:lnTo>
                <a:lnTo>
                  <a:pt x="2573673" y="1307315"/>
                </a:lnTo>
                <a:lnTo>
                  <a:pt x="2576001" y="1318847"/>
                </a:lnTo>
                <a:lnTo>
                  <a:pt x="2573675" y="1330380"/>
                </a:lnTo>
                <a:lnTo>
                  <a:pt x="2567329" y="1339800"/>
                </a:lnTo>
                <a:lnTo>
                  <a:pt x="2557914" y="1346153"/>
                </a:lnTo>
                <a:lnTo>
                  <a:pt x="2546382" y="1348483"/>
                </a:lnTo>
                <a:close/>
              </a:path>
              <a:path w="4340225" h="1848485">
                <a:moveTo>
                  <a:pt x="2800732" y="1350605"/>
                </a:moveTo>
                <a:lnTo>
                  <a:pt x="2788378" y="1348108"/>
                </a:lnTo>
                <a:lnTo>
                  <a:pt x="2778290" y="1341301"/>
                </a:lnTo>
                <a:lnTo>
                  <a:pt x="2771488" y="1331206"/>
                </a:lnTo>
                <a:lnTo>
                  <a:pt x="2768994" y="1318847"/>
                </a:lnTo>
                <a:lnTo>
                  <a:pt x="2771488" y="1306489"/>
                </a:lnTo>
                <a:lnTo>
                  <a:pt x="2778290" y="1296394"/>
                </a:lnTo>
                <a:lnTo>
                  <a:pt x="2788378" y="1289587"/>
                </a:lnTo>
                <a:lnTo>
                  <a:pt x="2800732" y="1287090"/>
                </a:lnTo>
                <a:lnTo>
                  <a:pt x="2813085" y="1289587"/>
                </a:lnTo>
                <a:lnTo>
                  <a:pt x="2823173" y="1296394"/>
                </a:lnTo>
                <a:lnTo>
                  <a:pt x="2829975" y="1306489"/>
                </a:lnTo>
                <a:lnTo>
                  <a:pt x="2832469" y="1318847"/>
                </a:lnTo>
                <a:lnTo>
                  <a:pt x="2829975" y="1331206"/>
                </a:lnTo>
                <a:lnTo>
                  <a:pt x="2823173" y="1341301"/>
                </a:lnTo>
                <a:lnTo>
                  <a:pt x="2813085" y="1348108"/>
                </a:lnTo>
                <a:lnTo>
                  <a:pt x="2800732" y="1350605"/>
                </a:lnTo>
                <a:close/>
              </a:path>
              <a:path w="4340225" h="1848485">
                <a:moveTo>
                  <a:pt x="3055086" y="1353432"/>
                </a:moveTo>
                <a:lnTo>
                  <a:pt x="3041636" y="1350715"/>
                </a:lnTo>
                <a:lnTo>
                  <a:pt x="3030656" y="1343303"/>
                </a:lnTo>
                <a:lnTo>
                  <a:pt x="3023255" y="1332310"/>
                </a:lnTo>
                <a:lnTo>
                  <a:pt x="3020541" y="1318847"/>
                </a:lnTo>
                <a:lnTo>
                  <a:pt x="3023255" y="1305385"/>
                </a:lnTo>
                <a:lnTo>
                  <a:pt x="3030656" y="1294391"/>
                </a:lnTo>
                <a:lnTo>
                  <a:pt x="3041636" y="1286980"/>
                </a:lnTo>
                <a:lnTo>
                  <a:pt x="3055086" y="1284262"/>
                </a:lnTo>
                <a:lnTo>
                  <a:pt x="3068541" y="1286980"/>
                </a:lnTo>
                <a:lnTo>
                  <a:pt x="3079531" y="1294391"/>
                </a:lnTo>
                <a:lnTo>
                  <a:pt x="3086943" y="1305385"/>
                </a:lnTo>
                <a:lnTo>
                  <a:pt x="3089660" y="1318847"/>
                </a:lnTo>
                <a:lnTo>
                  <a:pt x="3086943" y="1332310"/>
                </a:lnTo>
                <a:lnTo>
                  <a:pt x="3079531" y="1343303"/>
                </a:lnTo>
                <a:lnTo>
                  <a:pt x="3068541" y="1350715"/>
                </a:lnTo>
                <a:lnTo>
                  <a:pt x="3055086" y="1353432"/>
                </a:lnTo>
                <a:close/>
              </a:path>
              <a:path w="4340225" h="1848485">
                <a:moveTo>
                  <a:pt x="3309441" y="1355554"/>
                </a:moveTo>
                <a:lnTo>
                  <a:pt x="3295168" y="1352670"/>
                </a:lnTo>
                <a:lnTo>
                  <a:pt x="3283511" y="1344806"/>
                </a:lnTo>
                <a:lnTo>
                  <a:pt x="3275651" y="1333143"/>
                </a:lnTo>
                <a:lnTo>
                  <a:pt x="3272769" y="1318862"/>
                </a:lnTo>
                <a:lnTo>
                  <a:pt x="3275651" y="1304581"/>
                </a:lnTo>
                <a:lnTo>
                  <a:pt x="3283511" y="1292918"/>
                </a:lnTo>
                <a:lnTo>
                  <a:pt x="3295168" y="1285055"/>
                </a:lnTo>
                <a:lnTo>
                  <a:pt x="3309441" y="1282172"/>
                </a:lnTo>
                <a:lnTo>
                  <a:pt x="3323715" y="1285055"/>
                </a:lnTo>
                <a:lnTo>
                  <a:pt x="3335372" y="1292918"/>
                </a:lnTo>
                <a:lnTo>
                  <a:pt x="3343232" y="1304581"/>
                </a:lnTo>
                <a:lnTo>
                  <a:pt x="3346114" y="1318862"/>
                </a:lnTo>
                <a:lnTo>
                  <a:pt x="3343232" y="1333143"/>
                </a:lnTo>
                <a:lnTo>
                  <a:pt x="3335372" y="1344806"/>
                </a:lnTo>
                <a:lnTo>
                  <a:pt x="3323715" y="1352670"/>
                </a:lnTo>
                <a:lnTo>
                  <a:pt x="3309441" y="1355554"/>
                </a:lnTo>
                <a:close/>
              </a:path>
              <a:path w="4340225" h="1848485">
                <a:moveTo>
                  <a:pt x="3563796" y="1357676"/>
                </a:moveTo>
                <a:lnTo>
                  <a:pt x="3548704" y="1354625"/>
                </a:lnTo>
                <a:lnTo>
                  <a:pt x="3536380" y="1346307"/>
                </a:lnTo>
                <a:lnTo>
                  <a:pt x="3528072" y="1333970"/>
                </a:lnTo>
                <a:lnTo>
                  <a:pt x="3525025" y="1318862"/>
                </a:lnTo>
                <a:lnTo>
                  <a:pt x="3528072" y="1303754"/>
                </a:lnTo>
                <a:lnTo>
                  <a:pt x="3536380" y="1291417"/>
                </a:lnTo>
                <a:lnTo>
                  <a:pt x="3548704" y="1283100"/>
                </a:lnTo>
                <a:lnTo>
                  <a:pt x="3563796" y="1280050"/>
                </a:lnTo>
                <a:lnTo>
                  <a:pt x="3578905" y="1283100"/>
                </a:lnTo>
                <a:lnTo>
                  <a:pt x="3591237" y="1291417"/>
                </a:lnTo>
                <a:lnTo>
                  <a:pt x="3599549" y="1303754"/>
                </a:lnTo>
                <a:lnTo>
                  <a:pt x="3602596" y="1318862"/>
                </a:lnTo>
                <a:lnTo>
                  <a:pt x="3599549" y="1333970"/>
                </a:lnTo>
                <a:lnTo>
                  <a:pt x="3591237" y="1346307"/>
                </a:lnTo>
                <a:lnTo>
                  <a:pt x="3578905" y="1354625"/>
                </a:lnTo>
                <a:lnTo>
                  <a:pt x="3563796" y="1357676"/>
                </a:lnTo>
                <a:close/>
              </a:path>
              <a:path w="4340225" h="1848485">
                <a:moveTo>
                  <a:pt x="3818151" y="1359794"/>
                </a:moveTo>
                <a:lnTo>
                  <a:pt x="3802236" y="1356578"/>
                </a:lnTo>
                <a:lnTo>
                  <a:pt x="3789236" y="1347806"/>
                </a:lnTo>
                <a:lnTo>
                  <a:pt x="3780468" y="1334795"/>
                </a:lnTo>
                <a:lnTo>
                  <a:pt x="3777252" y="1318862"/>
                </a:lnTo>
                <a:lnTo>
                  <a:pt x="3780468" y="1302928"/>
                </a:lnTo>
                <a:lnTo>
                  <a:pt x="3789236" y="1289917"/>
                </a:lnTo>
                <a:lnTo>
                  <a:pt x="3802236" y="1281145"/>
                </a:lnTo>
                <a:lnTo>
                  <a:pt x="3818151" y="1277929"/>
                </a:lnTo>
                <a:lnTo>
                  <a:pt x="3834083" y="1281145"/>
                </a:lnTo>
                <a:lnTo>
                  <a:pt x="3847092" y="1289917"/>
                </a:lnTo>
                <a:lnTo>
                  <a:pt x="3855862" y="1302928"/>
                </a:lnTo>
                <a:lnTo>
                  <a:pt x="3859078" y="1318862"/>
                </a:lnTo>
                <a:lnTo>
                  <a:pt x="3855862" y="1334795"/>
                </a:lnTo>
                <a:lnTo>
                  <a:pt x="3847092" y="1347806"/>
                </a:lnTo>
                <a:lnTo>
                  <a:pt x="3834083" y="1356578"/>
                </a:lnTo>
                <a:lnTo>
                  <a:pt x="3818151" y="1359794"/>
                </a:lnTo>
                <a:close/>
              </a:path>
              <a:path w="4340225" h="1848485">
                <a:moveTo>
                  <a:pt x="4072506" y="1361916"/>
                </a:moveTo>
                <a:lnTo>
                  <a:pt x="4055756" y="1358533"/>
                </a:lnTo>
                <a:lnTo>
                  <a:pt x="4042080" y="1349307"/>
                </a:lnTo>
                <a:lnTo>
                  <a:pt x="4032861" y="1335622"/>
                </a:lnTo>
                <a:lnTo>
                  <a:pt x="4029480" y="1318862"/>
                </a:lnTo>
                <a:lnTo>
                  <a:pt x="4032861" y="1302101"/>
                </a:lnTo>
                <a:lnTo>
                  <a:pt x="4042080" y="1288416"/>
                </a:lnTo>
                <a:lnTo>
                  <a:pt x="4055756" y="1279190"/>
                </a:lnTo>
                <a:lnTo>
                  <a:pt x="4072506" y="1275807"/>
                </a:lnTo>
                <a:lnTo>
                  <a:pt x="4089260" y="1279190"/>
                </a:lnTo>
                <a:lnTo>
                  <a:pt x="4102946" y="1288416"/>
                </a:lnTo>
                <a:lnTo>
                  <a:pt x="4112175" y="1302101"/>
                </a:lnTo>
                <a:lnTo>
                  <a:pt x="4115560" y="1318862"/>
                </a:lnTo>
                <a:lnTo>
                  <a:pt x="4112175" y="1335622"/>
                </a:lnTo>
                <a:lnTo>
                  <a:pt x="4102946" y="1349307"/>
                </a:lnTo>
                <a:lnTo>
                  <a:pt x="4089260" y="1358533"/>
                </a:lnTo>
                <a:lnTo>
                  <a:pt x="4072506" y="1361916"/>
                </a:lnTo>
                <a:close/>
              </a:path>
              <a:path w="4340225" h="1848485">
                <a:moveTo>
                  <a:pt x="4326861" y="1364744"/>
                </a:moveTo>
                <a:lnTo>
                  <a:pt x="4309026" y="1361138"/>
                </a:lnTo>
                <a:lnTo>
                  <a:pt x="4294457" y="1351306"/>
                </a:lnTo>
                <a:lnTo>
                  <a:pt x="4284631" y="1336726"/>
                </a:lnTo>
                <a:lnTo>
                  <a:pt x="4281027" y="1318876"/>
                </a:lnTo>
                <a:lnTo>
                  <a:pt x="4284631" y="1301026"/>
                </a:lnTo>
                <a:lnTo>
                  <a:pt x="4294457" y="1286446"/>
                </a:lnTo>
                <a:lnTo>
                  <a:pt x="4309026" y="1276614"/>
                </a:lnTo>
                <a:lnTo>
                  <a:pt x="4326861" y="1273008"/>
                </a:lnTo>
                <a:lnTo>
                  <a:pt x="4339976" y="1275657"/>
                </a:lnTo>
                <a:lnTo>
                  <a:pt x="4339976" y="1362095"/>
                </a:lnTo>
                <a:lnTo>
                  <a:pt x="4326861" y="1364744"/>
                </a:lnTo>
                <a:close/>
              </a:path>
              <a:path w="4340225" h="1848485">
                <a:moveTo>
                  <a:pt x="258354" y="1575505"/>
                </a:moveTo>
                <a:lnTo>
                  <a:pt x="256008" y="1575505"/>
                </a:lnTo>
                <a:lnTo>
                  <a:pt x="255061" y="1574558"/>
                </a:lnTo>
                <a:lnTo>
                  <a:pt x="255061" y="1572212"/>
                </a:lnTo>
                <a:lnTo>
                  <a:pt x="256008" y="1571262"/>
                </a:lnTo>
                <a:lnTo>
                  <a:pt x="258354" y="1571262"/>
                </a:lnTo>
                <a:lnTo>
                  <a:pt x="259301" y="1572212"/>
                </a:lnTo>
                <a:lnTo>
                  <a:pt x="259301" y="1574558"/>
                </a:lnTo>
                <a:lnTo>
                  <a:pt x="258354" y="1575505"/>
                </a:lnTo>
                <a:close/>
              </a:path>
              <a:path w="4340225" h="1848485">
                <a:moveTo>
                  <a:pt x="515043" y="1579734"/>
                </a:moveTo>
                <a:lnTo>
                  <a:pt x="508032" y="1579734"/>
                </a:lnTo>
                <a:lnTo>
                  <a:pt x="505193" y="1576892"/>
                </a:lnTo>
                <a:lnTo>
                  <a:pt x="505193" y="1569878"/>
                </a:lnTo>
                <a:lnTo>
                  <a:pt x="508032" y="1567036"/>
                </a:lnTo>
                <a:lnTo>
                  <a:pt x="515043" y="1567036"/>
                </a:lnTo>
                <a:lnTo>
                  <a:pt x="517882" y="1569878"/>
                </a:lnTo>
                <a:lnTo>
                  <a:pt x="517882" y="1576892"/>
                </a:lnTo>
                <a:lnTo>
                  <a:pt x="515043" y="1579734"/>
                </a:lnTo>
                <a:close/>
              </a:path>
              <a:path w="4340225" h="1848485">
                <a:moveTo>
                  <a:pt x="771729" y="1583960"/>
                </a:moveTo>
                <a:lnTo>
                  <a:pt x="760044" y="1583960"/>
                </a:lnTo>
                <a:lnTo>
                  <a:pt x="755310" y="1579224"/>
                </a:lnTo>
                <a:lnTo>
                  <a:pt x="755310" y="1567516"/>
                </a:lnTo>
                <a:lnTo>
                  <a:pt x="760044" y="1562779"/>
                </a:lnTo>
                <a:lnTo>
                  <a:pt x="771743" y="1562779"/>
                </a:lnTo>
                <a:lnTo>
                  <a:pt x="776477" y="1567516"/>
                </a:lnTo>
                <a:lnTo>
                  <a:pt x="776477" y="1579224"/>
                </a:lnTo>
                <a:lnTo>
                  <a:pt x="771729" y="1583960"/>
                </a:lnTo>
                <a:close/>
              </a:path>
              <a:path w="4340225" h="1848485">
                <a:moveTo>
                  <a:pt x="1028036" y="1587497"/>
                </a:moveTo>
                <a:lnTo>
                  <a:pt x="1012462" y="1587497"/>
                </a:lnTo>
                <a:lnTo>
                  <a:pt x="1006145" y="1581175"/>
                </a:lnTo>
                <a:lnTo>
                  <a:pt x="1006145" y="1565593"/>
                </a:lnTo>
                <a:lnTo>
                  <a:pt x="1012462" y="1559273"/>
                </a:lnTo>
                <a:lnTo>
                  <a:pt x="1028036" y="1559273"/>
                </a:lnTo>
                <a:lnTo>
                  <a:pt x="1034352" y="1565593"/>
                </a:lnTo>
                <a:lnTo>
                  <a:pt x="1034352" y="1581175"/>
                </a:lnTo>
                <a:lnTo>
                  <a:pt x="1028036" y="1587497"/>
                </a:lnTo>
                <a:close/>
              </a:path>
              <a:path w="4340225" h="1848485">
                <a:moveTo>
                  <a:pt x="1283959" y="1590325"/>
                </a:moveTo>
                <a:lnTo>
                  <a:pt x="1265251" y="1590325"/>
                </a:lnTo>
                <a:lnTo>
                  <a:pt x="1257675" y="1582746"/>
                </a:lnTo>
                <a:lnTo>
                  <a:pt x="1257675" y="1564024"/>
                </a:lnTo>
                <a:lnTo>
                  <a:pt x="1265251" y="1556446"/>
                </a:lnTo>
                <a:lnTo>
                  <a:pt x="1283959" y="1556446"/>
                </a:lnTo>
                <a:lnTo>
                  <a:pt x="1291534" y="1564024"/>
                </a:lnTo>
                <a:lnTo>
                  <a:pt x="1291534" y="1582746"/>
                </a:lnTo>
                <a:lnTo>
                  <a:pt x="1283959" y="1590325"/>
                </a:lnTo>
                <a:close/>
              </a:path>
              <a:path w="4340225" h="1848485">
                <a:moveTo>
                  <a:pt x="1528960" y="1593150"/>
                </a:moveTo>
                <a:lnTo>
                  <a:pt x="1521271" y="1591596"/>
                </a:lnTo>
                <a:lnTo>
                  <a:pt x="1514992" y="1587360"/>
                </a:lnTo>
                <a:lnTo>
                  <a:pt x="1510758" y="1581078"/>
                </a:lnTo>
                <a:lnTo>
                  <a:pt x="1509205" y="1573384"/>
                </a:lnTo>
                <a:lnTo>
                  <a:pt x="1510758" y="1565691"/>
                </a:lnTo>
                <a:lnTo>
                  <a:pt x="1514992" y="1559408"/>
                </a:lnTo>
                <a:lnTo>
                  <a:pt x="1521271" y="1555172"/>
                </a:lnTo>
                <a:lnTo>
                  <a:pt x="1528960" y="1553618"/>
                </a:lnTo>
                <a:lnTo>
                  <a:pt x="1536648" y="1555172"/>
                </a:lnTo>
                <a:lnTo>
                  <a:pt x="1542928" y="1559408"/>
                </a:lnTo>
                <a:lnTo>
                  <a:pt x="1547162" y="1565691"/>
                </a:lnTo>
                <a:lnTo>
                  <a:pt x="1548714" y="1573384"/>
                </a:lnTo>
                <a:lnTo>
                  <a:pt x="1547162" y="1581078"/>
                </a:lnTo>
                <a:lnTo>
                  <a:pt x="1542928" y="1587360"/>
                </a:lnTo>
                <a:lnTo>
                  <a:pt x="1536648" y="1591596"/>
                </a:lnTo>
                <a:lnTo>
                  <a:pt x="1528960" y="1593150"/>
                </a:lnTo>
                <a:close/>
              </a:path>
              <a:path w="4340225" h="1848485">
                <a:moveTo>
                  <a:pt x="1783318" y="1595271"/>
                </a:moveTo>
                <a:lnTo>
                  <a:pt x="1774810" y="1593552"/>
                </a:lnTo>
                <a:lnTo>
                  <a:pt x="1767861" y="1588863"/>
                </a:lnTo>
                <a:lnTo>
                  <a:pt x="1763175" y="1581910"/>
                </a:lnTo>
                <a:lnTo>
                  <a:pt x="1761456" y="1573398"/>
                </a:lnTo>
                <a:lnTo>
                  <a:pt x="1763175" y="1564887"/>
                </a:lnTo>
                <a:lnTo>
                  <a:pt x="1767861" y="1557934"/>
                </a:lnTo>
                <a:lnTo>
                  <a:pt x="1774810" y="1553245"/>
                </a:lnTo>
                <a:lnTo>
                  <a:pt x="1783318" y="1551525"/>
                </a:lnTo>
                <a:lnTo>
                  <a:pt x="1791823" y="1553245"/>
                </a:lnTo>
                <a:lnTo>
                  <a:pt x="1798772" y="1557934"/>
                </a:lnTo>
                <a:lnTo>
                  <a:pt x="1803458" y="1564887"/>
                </a:lnTo>
                <a:lnTo>
                  <a:pt x="1805177" y="1573398"/>
                </a:lnTo>
                <a:lnTo>
                  <a:pt x="1803460" y="1581910"/>
                </a:lnTo>
                <a:lnTo>
                  <a:pt x="1798777" y="1588863"/>
                </a:lnTo>
                <a:lnTo>
                  <a:pt x="1791829" y="1593552"/>
                </a:lnTo>
                <a:lnTo>
                  <a:pt x="1783318" y="1595271"/>
                </a:lnTo>
                <a:close/>
              </a:path>
              <a:path w="4340225" h="1848485">
                <a:moveTo>
                  <a:pt x="2037673" y="1598099"/>
                </a:moveTo>
                <a:lnTo>
                  <a:pt x="2028062" y="1596158"/>
                </a:lnTo>
                <a:lnTo>
                  <a:pt x="2020215" y="1590865"/>
                </a:lnTo>
                <a:lnTo>
                  <a:pt x="2014926" y="1583014"/>
                </a:lnTo>
                <a:lnTo>
                  <a:pt x="2012986" y="1573398"/>
                </a:lnTo>
                <a:lnTo>
                  <a:pt x="2014926" y="1563782"/>
                </a:lnTo>
                <a:lnTo>
                  <a:pt x="2020215" y="1555931"/>
                </a:lnTo>
                <a:lnTo>
                  <a:pt x="2028062" y="1550638"/>
                </a:lnTo>
                <a:lnTo>
                  <a:pt x="2037673" y="1548697"/>
                </a:lnTo>
                <a:lnTo>
                  <a:pt x="2047283" y="1550638"/>
                </a:lnTo>
                <a:lnTo>
                  <a:pt x="2055130" y="1555931"/>
                </a:lnTo>
                <a:lnTo>
                  <a:pt x="2060420" y="1563782"/>
                </a:lnTo>
                <a:lnTo>
                  <a:pt x="2062359" y="1573398"/>
                </a:lnTo>
                <a:lnTo>
                  <a:pt x="2060420" y="1583014"/>
                </a:lnTo>
                <a:lnTo>
                  <a:pt x="2055130" y="1590865"/>
                </a:lnTo>
                <a:lnTo>
                  <a:pt x="2047283" y="1596158"/>
                </a:lnTo>
                <a:lnTo>
                  <a:pt x="2037673" y="1598099"/>
                </a:lnTo>
                <a:close/>
              </a:path>
              <a:path w="4340225" h="1848485">
                <a:moveTo>
                  <a:pt x="2292027" y="1600929"/>
                </a:moveTo>
                <a:lnTo>
                  <a:pt x="2281320" y="1598765"/>
                </a:lnTo>
                <a:lnTo>
                  <a:pt x="2272575" y="1592863"/>
                </a:lnTo>
                <a:lnTo>
                  <a:pt x="2266678" y="1584112"/>
                </a:lnTo>
                <a:lnTo>
                  <a:pt x="2264516" y="1573398"/>
                </a:lnTo>
                <a:lnTo>
                  <a:pt x="2266678" y="1562684"/>
                </a:lnTo>
                <a:lnTo>
                  <a:pt x="2272575" y="1553934"/>
                </a:lnTo>
                <a:lnTo>
                  <a:pt x="2281320" y="1548033"/>
                </a:lnTo>
                <a:lnTo>
                  <a:pt x="2292027" y="1545869"/>
                </a:lnTo>
                <a:lnTo>
                  <a:pt x="2302735" y="1548033"/>
                </a:lnTo>
                <a:lnTo>
                  <a:pt x="2311481" y="1553934"/>
                </a:lnTo>
                <a:lnTo>
                  <a:pt x="2317379" y="1562684"/>
                </a:lnTo>
                <a:lnTo>
                  <a:pt x="2319542" y="1573398"/>
                </a:lnTo>
                <a:lnTo>
                  <a:pt x="2317379" y="1584112"/>
                </a:lnTo>
                <a:lnTo>
                  <a:pt x="2311481" y="1592863"/>
                </a:lnTo>
                <a:lnTo>
                  <a:pt x="2302735" y="1598765"/>
                </a:lnTo>
                <a:lnTo>
                  <a:pt x="2292027" y="1600929"/>
                </a:lnTo>
                <a:close/>
              </a:path>
              <a:path w="4340225" h="1848485">
                <a:moveTo>
                  <a:pt x="2546382" y="1603048"/>
                </a:moveTo>
                <a:lnTo>
                  <a:pt x="2534858" y="1600718"/>
                </a:lnTo>
                <a:lnTo>
                  <a:pt x="2525444" y="1594365"/>
                </a:lnTo>
                <a:lnTo>
                  <a:pt x="2519095" y="1584944"/>
                </a:lnTo>
                <a:lnTo>
                  <a:pt x="2516766" y="1573412"/>
                </a:lnTo>
                <a:lnTo>
                  <a:pt x="2519095" y="1561880"/>
                </a:lnTo>
                <a:lnTo>
                  <a:pt x="2525444" y="1552459"/>
                </a:lnTo>
                <a:lnTo>
                  <a:pt x="2534858" y="1546106"/>
                </a:lnTo>
                <a:lnTo>
                  <a:pt x="2546382" y="1543776"/>
                </a:lnTo>
                <a:lnTo>
                  <a:pt x="2557908" y="1546106"/>
                </a:lnTo>
                <a:lnTo>
                  <a:pt x="2567323" y="1552459"/>
                </a:lnTo>
                <a:lnTo>
                  <a:pt x="2573673" y="1561880"/>
                </a:lnTo>
                <a:lnTo>
                  <a:pt x="2576001" y="1573412"/>
                </a:lnTo>
                <a:lnTo>
                  <a:pt x="2573675" y="1584944"/>
                </a:lnTo>
                <a:lnTo>
                  <a:pt x="2567329" y="1594365"/>
                </a:lnTo>
                <a:lnTo>
                  <a:pt x="2557914" y="1600718"/>
                </a:lnTo>
                <a:lnTo>
                  <a:pt x="2546382" y="1603048"/>
                </a:lnTo>
                <a:close/>
              </a:path>
              <a:path w="4340225" h="1848485">
                <a:moveTo>
                  <a:pt x="2800732" y="1605170"/>
                </a:moveTo>
                <a:lnTo>
                  <a:pt x="2788378" y="1602673"/>
                </a:lnTo>
                <a:lnTo>
                  <a:pt x="2778290" y="1595866"/>
                </a:lnTo>
                <a:lnTo>
                  <a:pt x="2771488" y="1585771"/>
                </a:lnTo>
                <a:lnTo>
                  <a:pt x="2768994" y="1573412"/>
                </a:lnTo>
                <a:lnTo>
                  <a:pt x="2771488" y="1561053"/>
                </a:lnTo>
                <a:lnTo>
                  <a:pt x="2778290" y="1550958"/>
                </a:lnTo>
                <a:lnTo>
                  <a:pt x="2788378" y="1544151"/>
                </a:lnTo>
                <a:lnTo>
                  <a:pt x="2800732" y="1541655"/>
                </a:lnTo>
                <a:lnTo>
                  <a:pt x="2813085" y="1544151"/>
                </a:lnTo>
                <a:lnTo>
                  <a:pt x="2823173" y="1550958"/>
                </a:lnTo>
                <a:lnTo>
                  <a:pt x="2829975" y="1561053"/>
                </a:lnTo>
                <a:lnTo>
                  <a:pt x="2832469" y="1573412"/>
                </a:lnTo>
                <a:lnTo>
                  <a:pt x="2829975" y="1585771"/>
                </a:lnTo>
                <a:lnTo>
                  <a:pt x="2823173" y="1595866"/>
                </a:lnTo>
                <a:lnTo>
                  <a:pt x="2813085" y="1602673"/>
                </a:lnTo>
                <a:lnTo>
                  <a:pt x="2800732" y="1605170"/>
                </a:lnTo>
                <a:close/>
              </a:path>
              <a:path w="4340225" h="1848485">
                <a:moveTo>
                  <a:pt x="3055086" y="1607997"/>
                </a:moveTo>
                <a:lnTo>
                  <a:pt x="3041636" y="1605280"/>
                </a:lnTo>
                <a:lnTo>
                  <a:pt x="3030656" y="1597868"/>
                </a:lnTo>
                <a:lnTo>
                  <a:pt x="3023255" y="1586875"/>
                </a:lnTo>
                <a:lnTo>
                  <a:pt x="3020541" y="1573412"/>
                </a:lnTo>
                <a:lnTo>
                  <a:pt x="3023255" y="1559949"/>
                </a:lnTo>
                <a:lnTo>
                  <a:pt x="3030656" y="1548956"/>
                </a:lnTo>
                <a:lnTo>
                  <a:pt x="3041636" y="1541545"/>
                </a:lnTo>
                <a:lnTo>
                  <a:pt x="3055086" y="1538827"/>
                </a:lnTo>
                <a:lnTo>
                  <a:pt x="3068541" y="1541545"/>
                </a:lnTo>
                <a:lnTo>
                  <a:pt x="3079531" y="1548956"/>
                </a:lnTo>
                <a:lnTo>
                  <a:pt x="3086943" y="1559949"/>
                </a:lnTo>
                <a:lnTo>
                  <a:pt x="3089660" y="1573412"/>
                </a:lnTo>
                <a:lnTo>
                  <a:pt x="3086943" y="1586875"/>
                </a:lnTo>
                <a:lnTo>
                  <a:pt x="3079531" y="1597868"/>
                </a:lnTo>
                <a:lnTo>
                  <a:pt x="3068541" y="1605280"/>
                </a:lnTo>
                <a:lnTo>
                  <a:pt x="3055086" y="1607997"/>
                </a:lnTo>
                <a:close/>
              </a:path>
              <a:path w="4340225" h="1848485">
                <a:moveTo>
                  <a:pt x="3309441" y="1610119"/>
                </a:moveTo>
                <a:lnTo>
                  <a:pt x="3295168" y="1607235"/>
                </a:lnTo>
                <a:lnTo>
                  <a:pt x="3283511" y="1599371"/>
                </a:lnTo>
                <a:lnTo>
                  <a:pt x="3275651" y="1587708"/>
                </a:lnTo>
                <a:lnTo>
                  <a:pt x="3272769" y="1573426"/>
                </a:lnTo>
                <a:lnTo>
                  <a:pt x="3275651" y="1559145"/>
                </a:lnTo>
                <a:lnTo>
                  <a:pt x="3283511" y="1547482"/>
                </a:lnTo>
                <a:lnTo>
                  <a:pt x="3295168" y="1539618"/>
                </a:lnTo>
                <a:lnTo>
                  <a:pt x="3309441" y="1536734"/>
                </a:lnTo>
                <a:lnTo>
                  <a:pt x="3323715" y="1539618"/>
                </a:lnTo>
                <a:lnTo>
                  <a:pt x="3335372" y="1547482"/>
                </a:lnTo>
                <a:lnTo>
                  <a:pt x="3343232" y="1559145"/>
                </a:lnTo>
                <a:lnTo>
                  <a:pt x="3346114" y="1573426"/>
                </a:lnTo>
                <a:lnTo>
                  <a:pt x="3343232" y="1587708"/>
                </a:lnTo>
                <a:lnTo>
                  <a:pt x="3335372" y="1599371"/>
                </a:lnTo>
                <a:lnTo>
                  <a:pt x="3323715" y="1607235"/>
                </a:lnTo>
                <a:lnTo>
                  <a:pt x="3309441" y="1610119"/>
                </a:lnTo>
                <a:close/>
              </a:path>
              <a:path w="4340225" h="1848485">
                <a:moveTo>
                  <a:pt x="3563796" y="1612240"/>
                </a:moveTo>
                <a:lnTo>
                  <a:pt x="3548704" y="1609190"/>
                </a:lnTo>
                <a:lnTo>
                  <a:pt x="3536380" y="1600872"/>
                </a:lnTo>
                <a:lnTo>
                  <a:pt x="3528072" y="1588534"/>
                </a:lnTo>
                <a:lnTo>
                  <a:pt x="3525025" y="1573426"/>
                </a:lnTo>
                <a:lnTo>
                  <a:pt x="3528072" y="1558320"/>
                </a:lnTo>
                <a:lnTo>
                  <a:pt x="3536380" y="1545983"/>
                </a:lnTo>
                <a:lnTo>
                  <a:pt x="3548704" y="1537665"/>
                </a:lnTo>
                <a:lnTo>
                  <a:pt x="3563796" y="1534615"/>
                </a:lnTo>
                <a:lnTo>
                  <a:pt x="3578905" y="1537665"/>
                </a:lnTo>
                <a:lnTo>
                  <a:pt x="3591237" y="1545983"/>
                </a:lnTo>
                <a:lnTo>
                  <a:pt x="3599549" y="1558320"/>
                </a:lnTo>
                <a:lnTo>
                  <a:pt x="3602596" y="1573426"/>
                </a:lnTo>
                <a:lnTo>
                  <a:pt x="3599549" y="1588534"/>
                </a:lnTo>
                <a:lnTo>
                  <a:pt x="3591237" y="1600872"/>
                </a:lnTo>
                <a:lnTo>
                  <a:pt x="3578905" y="1609190"/>
                </a:lnTo>
                <a:lnTo>
                  <a:pt x="3563796" y="1612240"/>
                </a:lnTo>
                <a:close/>
              </a:path>
              <a:path w="4340225" h="1848485">
                <a:moveTo>
                  <a:pt x="3818151" y="1614359"/>
                </a:moveTo>
                <a:lnTo>
                  <a:pt x="3802236" y="1611143"/>
                </a:lnTo>
                <a:lnTo>
                  <a:pt x="3789236" y="1602372"/>
                </a:lnTo>
                <a:lnTo>
                  <a:pt x="3780468" y="1589361"/>
                </a:lnTo>
                <a:lnTo>
                  <a:pt x="3777252" y="1573426"/>
                </a:lnTo>
                <a:lnTo>
                  <a:pt x="3780468" y="1557493"/>
                </a:lnTo>
                <a:lnTo>
                  <a:pt x="3789236" y="1544482"/>
                </a:lnTo>
                <a:lnTo>
                  <a:pt x="3802236" y="1535710"/>
                </a:lnTo>
                <a:lnTo>
                  <a:pt x="3818151" y="1532493"/>
                </a:lnTo>
                <a:lnTo>
                  <a:pt x="3834083" y="1535710"/>
                </a:lnTo>
                <a:lnTo>
                  <a:pt x="3847092" y="1544482"/>
                </a:lnTo>
                <a:lnTo>
                  <a:pt x="3855862" y="1557493"/>
                </a:lnTo>
                <a:lnTo>
                  <a:pt x="3859078" y="1573426"/>
                </a:lnTo>
                <a:lnTo>
                  <a:pt x="3855862" y="1589361"/>
                </a:lnTo>
                <a:lnTo>
                  <a:pt x="3847092" y="1602372"/>
                </a:lnTo>
                <a:lnTo>
                  <a:pt x="3834083" y="1611143"/>
                </a:lnTo>
                <a:lnTo>
                  <a:pt x="3818151" y="1614359"/>
                </a:lnTo>
                <a:close/>
              </a:path>
              <a:path w="4340225" h="1848485">
                <a:moveTo>
                  <a:pt x="4072506" y="1616481"/>
                </a:moveTo>
                <a:lnTo>
                  <a:pt x="4055756" y="1613098"/>
                </a:lnTo>
                <a:lnTo>
                  <a:pt x="4042080" y="1603872"/>
                </a:lnTo>
                <a:lnTo>
                  <a:pt x="4032861" y="1590187"/>
                </a:lnTo>
                <a:lnTo>
                  <a:pt x="4029480" y="1573426"/>
                </a:lnTo>
                <a:lnTo>
                  <a:pt x="4032861" y="1556666"/>
                </a:lnTo>
                <a:lnTo>
                  <a:pt x="4042080" y="1542981"/>
                </a:lnTo>
                <a:lnTo>
                  <a:pt x="4055756" y="1533755"/>
                </a:lnTo>
                <a:lnTo>
                  <a:pt x="4072506" y="1530372"/>
                </a:lnTo>
                <a:lnTo>
                  <a:pt x="4089260" y="1533755"/>
                </a:lnTo>
                <a:lnTo>
                  <a:pt x="4102946" y="1542981"/>
                </a:lnTo>
                <a:lnTo>
                  <a:pt x="4112175" y="1556666"/>
                </a:lnTo>
                <a:lnTo>
                  <a:pt x="4115560" y="1573426"/>
                </a:lnTo>
                <a:lnTo>
                  <a:pt x="4112175" y="1590187"/>
                </a:lnTo>
                <a:lnTo>
                  <a:pt x="4102946" y="1603872"/>
                </a:lnTo>
                <a:lnTo>
                  <a:pt x="4089260" y="1613098"/>
                </a:lnTo>
                <a:lnTo>
                  <a:pt x="4072506" y="1616481"/>
                </a:lnTo>
                <a:close/>
              </a:path>
              <a:path w="4340225" h="1848485">
                <a:moveTo>
                  <a:pt x="4326861" y="1616481"/>
                </a:moveTo>
                <a:lnTo>
                  <a:pt x="4310111" y="1613098"/>
                </a:lnTo>
                <a:lnTo>
                  <a:pt x="4296435" y="1603872"/>
                </a:lnTo>
                <a:lnTo>
                  <a:pt x="4287215" y="1590187"/>
                </a:lnTo>
                <a:lnTo>
                  <a:pt x="4283835" y="1573426"/>
                </a:lnTo>
                <a:lnTo>
                  <a:pt x="4287215" y="1556666"/>
                </a:lnTo>
                <a:lnTo>
                  <a:pt x="4296435" y="1542981"/>
                </a:lnTo>
                <a:lnTo>
                  <a:pt x="4310111" y="1533755"/>
                </a:lnTo>
                <a:lnTo>
                  <a:pt x="4326861" y="1530372"/>
                </a:lnTo>
                <a:lnTo>
                  <a:pt x="4339976" y="1533020"/>
                </a:lnTo>
                <a:lnTo>
                  <a:pt x="4339976" y="1613832"/>
                </a:lnTo>
                <a:lnTo>
                  <a:pt x="4326861" y="1616481"/>
                </a:lnTo>
                <a:close/>
              </a:path>
              <a:path w="4340225" h="1848485">
                <a:moveTo>
                  <a:pt x="1021804" y="1830762"/>
                </a:moveTo>
                <a:lnTo>
                  <a:pt x="1018682" y="1830762"/>
                </a:lnTo>
                <a:lnTo>
                  <a:pt x="1017422" y="1829506"/>
                </a:lnTo>
                <a:lnTo>
                  <a:pt x="1017422" y="1826366"/>
                </a:lnTo>
                <a:lnTo>
                  <a:pt x="1018682" y="1825107"/>
                </a:lnTo>
                <a:lnTo>
                  <a:pt x="1021818" y="1825107"/>
                </a:lnTo>
                <a:lnTo>
                  <a:pt x="1023075" y="1826366"/>
                </a:lnTo>
                <a:lnTo>
                  <a:pt x="1023075" y="1829506"/>
                </a:lnTo>
                <a:lnTo>
                  <a:pt x="1021804" y="1830762"/>
                </a:lnTo>
                <a:close/>
              </a:path>
              <a:path w="4340225" h="1848485">
                <a:moveTo>
                  <a:pt x="1278108" y="1834299"/>
                </a:moveTo>
                <a:lnTo>
                  <a:pt x="1271099" y="1834299"/>
                </a:lnTo>
                <a:lnTo>
                  <a:pt x="1268260" y="1831457"/>
                </a:lnTo>
                <a:lnTo>
                  <a:pt x="1268260" y="1824443"/>
                </a:lnTo>
                <a:lnTo>
                  <a:pt x="1271099" y="1821601"/>
                </a:lnTo>
                <a:lnTo>
                  <a:pt x="1278108" y="1821601"/>
                </a:lnTo>
                <a:lnTo>
                  <a:pt x="1280950" y="1824443"/>
                </a:lnTo>
                <a:lnTo>
                  <a:pt x="1280950" y="1831457"/>
                </a:lnTo>
                <a:lnTo>
                  <a:pt x="1278108" y="1834299"/>
                </a:lnTo>
                <a:close/>
              </a:path>
              <a:path w="4340225" h="1848485">
                <a:moveTo>
                  <a:pt x="1534020" y="1837127"/>
                </a:moveTo>
                <a:lnTo>
                  <a:pt x="1523903" y="1837127"/>
                </a:lnTo>
                <a:lnTo>
                  <a:pt x="1519790" y="1833011"/>
                </a:lnTo>
                <a:lnTo>
                  <a:pt x="1519790" y="1822889"/>
                </a:lnTo>
                <a:lnTo>
                  <a:pt x="1523903" y="1818773"/>
                </a:lnTo>
                <a:lnTo>
                  <a:pt x="1534020" y="1818773"/>
                </a:lnTo>
                <a:lnTo>
                  <a:pt x="1538132" y="1822889"/>
                </a:lnTo>
                <a:lnTo>
                  <a:pt x="1538132" y="1833011"/>
                </a:lnTo>
                <a:lnTo>
                  <a:pt x="1534020" y="1837127"/>
                </a:lnTo>
                <a:close/>
              </a:path>
              <a:path w="4340225" h="1848485">
                <a:moveTo>
                  <a:pt x="1790326" y="1840661"/>
                </a:moveTo>
                <a:lnTo>
                  <a:pt x="1776306" y="1840661"/>
                </a:lnTo>
                <a:lnTo>
                  <a:pt x="1770628" y="1834977"/>
                </a:lnTo>
                <a:lnTo>
                  <a:pt x="1770628" y="1820949"/>
                </a:lnTo>
                <a:lnTo>
                  <a:pt x="1776306" y="1815268"/>
                </a:lnTo>
                <a:lnTo>
                  <a:pt x="1790326" y="1815268"/>
                </a:lnTo>
                <a:lnTo>
                  <a:pt x="1796007" y="1820949"/>
                </a:lnTo>
                <a:lnTo>
                  <a:pt x="1796007" y="1834977"/>
                </a:lnTo>
                <a:lnTo>
                  <a:pt x="1790326" y="1840661"/>
                </a:lnTo>
                <a:close/>
              </a:path>
              <a:path w="4340225" h="1848485">
                <a:moveTo>
                  <a:pt x="2045855" y="1842782"/>
                </a:moveTo>
                <a:lnTo>
                  <a:pt x="2029490" y="1842782"/>
                </a:lnTo>
                <a:lnTo>
                  <a:pt x="2022862" y="1836151"/>
                </a:lnTo>
                <a:lnTo>
                  <a:pt x="2022862" y="1819777"/>
                </a:lnTo>
                <a:lnTo>
                  <a:pt x="2029490" y="1813146"/>
                </a:lnTo>
                <a:lnTo>
                  <a:pt x="2045855" y="1813146"/>
                </a:lnTo>
                <a:lnTo>
                  <a:pt x="2052481" y="1819777"/>
                </a:lnTo>
                <a:lnTo>
                  <a:pt x="2052481" y="1836151"/>
                </a:lnTo>
                <a:lnTo>
                  <a:pt x="2045855" y="1842782"/>
                </a:lnTo>
                <a:close/>
              </a:path>
              <a:path w="4340225" h="1848485">
                <a:moveTo>
                  <a:pt x="2301764" y="1845610"/>
                </a:moveTo>
                <a:lnTo>
                  <a:pt x="2282291" y="1845610"/>
                </a:lnTo>
                <a:lnTo>
                  <a:pt x="2274392" y="1837705"/>
                </a:lnTo>
                <a:lnTo>
                  <a:pt x="2274392" y="1818220"/>
                </a:lnTo>
                <a:lnTo>
                  <a:pt x="2282291" y="1810318"/>
                </a:lnTo>
                <a:lnTo>
                  <a:pt x="2301764" y="1810318"/>
                </a:lnTo>
                <a:lnTo>
                  <a:pt x="2309663" y="1818220"/>
                </a:lnTo>
                <a:lnTo>
                  <a:pt x="2309663" y="1837705"/>
                </a:lnTo>
                <a:lnTo>
                  <a:pt x="2301764" y="1845610"/>
                </a:lnTo>
                <a:close/>
              </a:path>
              <a:path w="4340225" h="1848485">
                <a:moveTo>
                  <a:pt x="2546382" y="1847022"/>
                </a:moveTo>
                <a:lnTo>
                  <a:pt x="2538966" y="1845526"/>
                </a:lnTo>
                <a:lnTo>
                  <a:pt x="2532911" y="1841443"/>
                </a:lnTo>
                <a:lnTo>
                  <a:pt x="2528830" y="1835385"/>
                </a:lnTo>
                <a:lnTo>
                  <a:pt x="2527334" y="1827963"/>
                </a:lnTo>
                <a:lnTo>
                  <a:pt x="2528830" y="1820541"/>
                </a:lnTo>
                <a:lnTo>
                  <a:pt x="2532911" y="1814483"/>
                </a:lnTo>
                <a:lnTo>
                  <a:pt x="2538966" y="1810400"/>
                </a:lnTo>
                <a:lnTo>
                  <a:pt x="2546382" y="1808903"/>
                </a:lnTo>
                <a:lnTo>
                  <a:pt x="2553801" y="1810400"/>
                </a:lnTo>
                <a:lnTo>
                  <a:pt x="2559856" y="1814483"/>
                </a:lnTo>
                <a:lnTo>
                  <a:pt x="2563937" y="1820541"/>
                </a:lnTo>
                <a:lnTo>
                  <a:pt x="2565433" y="1827963"/>
                </a:lnTo>
                <a:lnTo>
                  <a:pt x="2563935" y="1835385"/>
                </a:lnTo>
                <a:lnTo>
                  <a:pt x="2559851" y="1841443"/>
                </a:lnTo>
                <a:lnTo>
                  <a:pt x="2553795" y="1845526"/>
                </a:lnTo>
                <a:lnTo>
                  <a:pt x="2546382" y="1847022"/>
                </a:lnTo>
                <a:close/>
              </a:path>
              <a:path w="4340225" h="1848485">
                <a:moveTo>
                  <a:pt x="2800732" y="1847022"/>
                </a:moveTo>
                <a:lnTo>
                  <a:pt x="2793319" y="1845526"/>
                </a:lnTo>
                <a:lnTo>
                  <a:pt x="2787270" y="1841443"/>
                </a:lnTo>
                <a:lnTo>
                  <a:pt x="2783194" y="1835385"/>
                </a:lnTo>
                <a:lnTo>
                  <a:pt x="2781700" y="1827963"/>
                </a:lnTo>
                <a:lnTo>
                  <a:pt x="2783194" y="1820541"/>
                </a:lnTo>
                <a:lnTo>
                  <a:pt x="2787270" y="1814483"/>
                </a:lnTo>
                <a:lnTo>
                  <a:pt x="2793319" y="1810400"/>
                </a:lnTo>
                <a:lnTo>
                  <a:pt x="2800732" y="1808903"/>
                </a:lnTo>
                <a:lnTo>
                  <a:pt x="2808149" y="1810400"/>
                </a:lnTo>
                <a:lnTo>
                  <a:pt x="2814207" y="1814483"/>
                </a:lnTo>
                <a:lnTo>
                  <a:pt x="2818293" y="1820541"/>
                </a:lnTo>
                <a:lnTo>
                  <a:pt x="2819791" y="1827963"/>
                </a:lnTo>
                <a:lnTo>
                  <a:pt x="2818293" y="1835385"/>
                </a:lnTo>
                <a:lnTo>
                  <a:pt x="2814207" y="1841443"/>
                </a:lnTo>
                <a:lnTo>
                  <a:pt x="2808149" y="1845526"/>
                </a:lnTo>
                <a:lnTo>
                  <a:pt x="2800732" y="1847022"/>
                </a:lnTo>
                <a:close/>
              </a:path>
              <a:path w="4340225" h="1848485">
                <a:moveTo>
                  <a:pt x="3055086" y="1848438"/>
                </a:moveTo>
                <a:lnTo>
                  <a:pt x="3047129" y="1846829"/>
                </a:lnTo>
                <a:lnTo>
                  <a:pt x="3040629" y="1842444"/>
                </a:lnTo>
                <a:lnTo>
                  <a:pt x="3036245" y="1835940"/>
                </a:lnTo>
                <a:lnTo>
                  <a:pt x="3034637" y="1827977"/>
                </a:lnTo>
                <a:lnTo>
                  <a:pt x="3036245" y="1820015"/>
                </a:lnTo>
                <a:lnTo>
                  <a:pt x="3040629" y="1813512"/>
                </a:lnTo>
                <a:lnTo>
                  <a:pt x="3047129" y="1809127"/>
                </a:lnTo>
                <a:lnTo>
                  <a:pt x="3055086" y="1807519"/>
                </a:lnTo>
                <a:lnTo>
                  <a:pt x="3063044" y="1809127"/>
                </a:lnTo>
                <a:lnTo>
                  <a:pt x="3069544" y="1813512"/>
                </a:lnTo>
                <a:lnTo>
                  <a:pt x="3073928" y="1820015"/>
                </a:lnTo>
                <a:lnTo>
                  <a:pt x="3075536" y="1827977"/>
                </a:lnTo>
                <a:lnTo>
                  <a:pt x="3073928" y="1835940"/>
                </a:lnTo>
                <a:lnTo>
                  <a:pt x="3069544" y="1842444"/>
                </a:lnTo>
                <a:lnTo>
                  <a:pt x="3063044" y="1846829"/>
                </a:lnTo>
                <a:lnTo>
                  <a:pt x="3055086" y="1848438"/>
                </a:lnTo>
                <a:close/>
              </a:path>
              <a:path w="4340225" h="1848485">
                <a:moveTo>
                  <a:pt x="3309441" y="1847022"/>
                </a:moveTo>
                <a:lnTo>
                  <a:pt x="3302029" y="1845526"/>
                </a:lnTo>
                <a:lnTo>
                  <a:pt x="3295980" y="1841443"/>
                </a:lnTo>
                <a:lnTo>
                  <a:pt x="3291904" y="1835385"/>
                </a:lnTo>
                <a:lnTo>
                  <a:pt x="3290410" y="1827963"/>
                </a:lnTo>
                <a:lnTo>
                  <a:pt x="3291904" y="1820541"/>
                </a:lnTo>
                <a:lnTo>
                  <a:pt x="3295980" y="1814483"/>
                </a:lnTo>
                <a:lnTo>
                  <a:pt x="3302029" y="1810400"/>
                </a:lnTo>
                <a:lnTo>
                  <a:pt x="3309441" y="1808903"/>
                </a:lnTo>
                <a:lnTo>
                  <a:pt x="3316871" y="1810400"/>
                </a:lnTo>
                <a:lnTo>
                  <a:pt x="3322928" y="1814483"/>
                </a:lnTo>
                <a:lnTo>
                  <a:pt x="3327007" y="1820541"/>
                </a:lnTo>
                <a:lnTo>
                  <a:pt x="3328501" y="1827963"/>
                </a:lnTo>
                <a:lnTo>
                  <a:pt x="3327003" y="1835385"/>
                </a:lnTo>
                <a:lnTo>
                  <a:pt x="3322917" y="1841443"/>
                </a:lnTo>
                <a:lnTo>
                  <a:pt x="3316859" y="1845526"/>
                </a:lnTo>
                <a:lnTo>
                  <a:pt x="3309441" y="1847022"/>
                </a:lnTo>
                <a:close/>
              </a:path>
              <a:path w="4340225" h="1848485">
                <a:moveTo>
                  <a:pt x="3573156" y="1844904"/>
                </a:moveTo>
                <a:lnTo>
                  <a:pt x="3554465" y="1844904"/>
                </a:lnTo>
                <a:lnTo>
                  <a:pt x="3546864" y="1837322"/>
                </a:lnTo>
                <a:lnTo>
                  <a:pt x="3546864" y="1818603"/>
                </a:lnTo>
                <a:lnTo>
                  <a:pt x="3554465" y="1811025"/>
                </a:lnTo>
                <a:lnTo>
                  <a:pt x="3573156" y="1811025"/>
                </a:lnTo>
                <a:lnTo>
                  <a:pt x="3580729" y="1818603"/>
                </a:lnTo>
                <a:lnTo>
                  <a:pt x="3580729" y="1837322"/>
                </a:lnTo>
                <a:lnTo>
                  <a:pt x="3573156" y="1844904"/>
                </a:lnTo>
                <a:close/>
              </a:path>
              <a:path w="4340225" h="1848485">
                <a:moveTo>
                  <a:pt x="3825554" y="1841367"/>
                </a:moveTo>
                <a:lnTo>
                  <a:pt x="3810777" y="1841367"/>
                </a:lnTo>
                <a:lnTo>
                  <a:pt x="3804764" y="1835357"/>
                </a:lnTo>
                <a:lnTo>
                  <a:pt x="3804764" y="1820569"/>
                </a:lnTo>
                <a:lnTo>
                  <a:pt x="3810777" y="1814559"/>
                </a:lnTo>
                <a:lnTo>
                  <a:pt x="3825554" y="1814559"/>
                </a:lnTo>
                <a:lnTo>
                  <a:pt x="3831567" y="1820569"/>
                </a:lnTo>
                <a:lnTo>
                  <a:pt x="3831567" y="1835357"/>
                </a:lnTo>
                <a:lnTo>
                  <a:pt x="3825554" y="1841367"/>
                </a:lnTo>
                <a:close/>
              </a:path>
              <a:path w="4340225" h="1848485">
                <a:moveTo>
                  <a:pt x="4077186" y="1836435"/>
                </a:moveTo>
                <a:lnTo>
                  <a:pt x="4067855" y="1836435"/>
                </a:lnTo>
                <a:lnTo>
                  <a:pt x="4064054" y="1832643"/>
                </a:lnTo>
                <a:lnTo>
                  <a:pt x="4064054" y="1823283"/>
                </a:lnTo>
                <a:lnTo>
                  <a:pt x="4067855" y="1819494"/>
                </a:lnTo>
                <a:lnTo>
                  <a:pt x="4077186" y="1819494"/>
                </a:lnTo>
                <a:lnTo>
                  <a:pt x="4080987" y="1823283"/>
                </a:lnTo>
                <a:lnTo>
                  <a:pt x="4080987" y="1832643"/>
                </a:lnTo>
                <a:lnTo>
                  <a:pt x="4077186" y="1836435"/>
                </a:lnTo>
                <a:close/>
              </a:path>
              <a:path w="4340225" h="1848485">
                <a:moveTo>
                  <a:pt x="4328421" y="1830791"/>
                </a:moveTo>
                <a:lnTo>
                  <a:pt x="4325301" y="1830791"/>
                </a:lnTo>
                <a:lnTo>
                  <a:pt x="4324053" y="1829531"/>
                </a:lnTo>
                <a:lnTo>
                  <a:pt x="4324053" y="1826394"/>
                </a:lnTo>
                <a:lnTo>
                  <a:pt x="4325301" y="1825135"/>
                </a:lnTo>
                <a:lnTo>
                  <a:pt x="4328450" y="1825135"/>
                </a:lnTo>
                <a:lnTo>
                  <a:pt x="4329697" y="1826394"/>
                </a:lnTo>
                <a:lnTo>
                  <a:pt x="4329697" y="1829531"/>
                </a:lnTo>
                <a:lnTo>
                  <a:pt x="4328421" y="1830791"/>
                </a:lnTo>
                <a:close/>
              </a:path>
            </a:pathLst>
          </a:custGeom>
          <a:solidFill>
            <a:srgbClr val="FBB4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0487" y="2950348"/>
            <a:ext cx="12019915" cy="45339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70"/>
              </a:spcBef>
            </a:pPr>
            <a:r>
              <a:rPr sz="9850" b="1" spc="130" dirty="0">
                <a:solidFill>
                  <a:srgbClr val="E7E7E7"/>
                </a:solidFill>
                <a:latin typeface="Tahoma"/>
                <a:cs typeface="Tahoma"/>
              </a:rPr>
              <a:t>AUTO</a:t>
            </a:r>
            <a:r>
              <a:rPr sz="9850" b="1" spc="-455" dirty="0">
                <a:solidFill>
                  <a:srgbClr val="E7E7E7"/>
                </a:solidFill>
                <a:latin typeface="Tahoma"/>
                <a:cs typeface="Tahoma"/>
              </a:rPr>
              <a:t> </a:t>
            </a:r>
            <a:r>
              <a:rPr sz="9850" b="1" spc="175" dirty="0">
                <a:solidFill>
                  <a:srgbClr val="E7E7E7"/>
                </a:solidFill>
                <a:latin typeface="Tahoma"/>
                <a:cs typeface="Tahoma"/>
              </a:rPr>
              <a:t>FORGE: </a:t>
            </a:r>
            <a:r>
              <a:rPr sz="9850" b="1" dirty="0">
                <a:solidFill>
                  <a:srgbClr val="E7E7E7"/>
                </a:solidFill>
                <a:latin typeface="Tahoma"/>
                <a:cs typeface="Tahoma"/>
              </a:rPr>
              <a:t>M</a:t>
            </a:r>
            <a:r>
              <a:rPr sz="9850" b="1" spc="5" dirty="0">
                <a:solidFill>
                  <a:srgbClr val="E7E7E7"/>
                </a:solidFill>
                <a:latin typeface="Tahoma"/>
                <a:cs typeface="Tahoma"/>
              </a:rPr>
              <a:t>U</a:t>
            </a:r>
            <a:r>
              <a:rPr sz="9850" b="1" spc="-1090" dirty="0">
                <a:solidFill>
                  <a:srgbClr val="E7E7E7"/>
                </a:solidFill>
                <a:latin typeface="Tahoma"/>
                <a:cs typeface="Tahoma"/>
              </a:rPr>
              <a:t>L</a:t>
            </a:r>
            <a:r>
              <a:rPr sz="9850" b="1" dirty="0">
                <a:solidFill>
                  <a:srgbClr val="E7E7E7"/>
                </a:solidFill>
                <a:latin typeface="Tahoma"/>
                <a:cs typeface="Tahoma"/>
              </a:rPr>
              <a:t>TI</a:t>
            </a:r>
            <a:r>
              <a:rPr sz="9850" b="1" spc="5" dirty="0">
                <a:solidFill>
                  <a:srgbClr val="E7E7E7"/>
                </a:solidFill>
                <a:latin typeface="Tahoma"/>
                <a:cs typeface="Tahoma"/>
              </a:rPr>
              <a:t>-</a:t>
            </a:r>
            <a:r>
              <a:rPr sz="9850" b="1" spc="295" dirty="0">
                <a:solidFill>
                  <a:srgbClr val="E7E7E7"/>
                </a:solidFill>
                <a:latin typeface="Tahoma"/>
                <a:cs typeface="Tahoma"/>
              </a:rPr>
              <a:t>AGENT</a:t>
            </a:r>
            <a:r>
              <a:rPr sz="9850" b="1" spc="-434" dirty="0">
                <a:solidFill>
                  <a:srgbClr val="E7E7E7"/>
                </a:solidFill>
                <a:latin typeface="Tahoma"/>
                <a:cs typeface="Tahoma"/>
              </a:rPr>
              <a:t> </a:t>
            </a:r>
            <a:r>
              <a:rPr sz="9850" b="1" spc="165" dirty="0">
                <a:solidFill>
                  <a:srgbClr val="E7E7E7"/>
                </a:solidFill>
                <a:latin typeface="Tahoma"/>
                <a:cs typeface="Tahoma"/>
              </a:rPr>
              <a:t>LLM </a:t>
            </a:r>
            <a:r>
              <a:rPr sz="9850" b="1" spc="235" dirty="0">
                <a:solidFill>
                  <a:srgbClr val="E7E7E7"/>
                </a:solidFill>
                <a:latin typeface="Tahoma"/>
                <a:cs typeface="Tahoma"/>
              </a:rPr>
              <a:t>SYSTEM</a:t>
            </a:r>
            <a:endParaRPr sz="98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3409" y="8023766"/>
            <a:ext cx="1997991" cy="8261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Presented</a:t>
            </a:r>
            <a:r>
              <a:rPr sz="2400" b="1" spc="-10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65" dirty="0">
                <a:solidFill>
                  <a:srgbClr val="E7E7E7"/>
                </a:solidFill>
                <a:latin typeface="Roboto Bk"/>
                <a:cs typeface="Roboto Bk"/>
              </a:rPr>
              <a:t>by: </a:t>
            </a:r>
            <a:r>
              <a:rPr sz="2400" b="1" spc="-114" dirty="0">
                <a:solidFill>
                  <a:srgbClr val="E7E7E7"/>
                </a:solidFill>
                <a:latin typeface="Roboto Bk"/>
                <a:cs typeface="Roboto Bk"/>
              </a:rPr>
              <a:t>R26-</a:t>
            </a:r>
            <a:r>
              <a:rPr sz="2400" b="1" spc="-110" dirty="0">
                <a:solidFill>
                  <a:srgbClr val="E7E7E7"/>
                </a:solidFill>
                <a:latin typeface="Roboto Bk"/>
                <a:cs typeface="Roboto Bk"/>
              </a:rPr>
              <a:t>SE-</a:t>
            </a:r>
            <a:r>
              <a:rPr sz="2400" b="1" spc="-25" dirty="0">
                <a:solidFill>
                  <a:srgbClr val="E7E7E7"/>
                </a:solidFill>
                <a:latin typeface="Roboto Bk"/>
                <a:cs typeface="Roboto Bk"/>
              </a:rPr>
              <a:t>033</a:t>
            </a:r>
            <a:endParaRPr sz="2400" dirty="0">
              <a:latin typeface="Roboto Bk"/>
              <a:cs typeface="Roboto Bk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486996" y="1522875"/>
            <a:ext cx="1323004" cy="85534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800" spc="30" dirty="0">
                <a:solidFill>
                  <a:srgbClr val="E7E7E7"/>
                </a:solidFill>
              </a:rPr>
              <a:t>AUTO</a:t>
            </a:r>
            <a:endParaRPr sz="2800" dirty="0"/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350" spc="-10" dirty="0">
                <a:solidFill>
                  <a:srgbClr val="E7E7E7"/>
                </a:solidFill>
                <a:latin typeface="Roboto Bk"/>
                <a:cs typeface="Roboto Bk"/>
              </a:rPr>
              <a:t>FORGE</a:t>
            </a:r>
            <a:endParaRPr sz="2350" dirty="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43" y="8230584"/>
            <a:ext cx="133350" cy="1218565"/>
          </a:xfrm>
          <a:custGeom>
            <a:avLst/>
            <a:gdLst/>
            <a:ahLst/>
            <a:cxnLst/>
            <a:rect l="l" t="t" r="r" b="b"/>
            <a:pathLst>
              <a:path w="133350" h="1218565">
                <a:moveTo>
                  <a:pt x="133349" y="0"/>
                </a:moveTo>
                <a:lnTo>
                  <a:pt x="133349" y="1218271"/>
                </a:lnTo>
                <a:lnTo>
                  <a:pt x="0" y="1218271"/>
                </a:lnTo>
                <a:lnTo>
                  <a:pt x="0" y="0"/>
                </a:lnTo>
                <a:lnTo>
                  <a:pt x="133349" y="0"/>
                </a:lnTo>
                <a:close/>
              </a:path>
            </a:pathLst>
          </a:custGeom>
          <a:solidFill>
            <a:srgbClr val="504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023" y="361820"/>
            <a:ext cx="1105535" cy="1056640"/>
          </a:xfrm>
          <a:custGeom>
            <a:avLst/>
            <a:gdLst/>
            <a:ahLst/>
            <a:cxnLst/>
            <a:rect l="l" t="t" r="r" b="b"/>
            <a:pathLst>
              <a:path w="1105535" h="1056640">
                <a:moveTo>
                  <a:pt x="528624" y="1056640"/>
                </a:moveTo>
                <a:lnTo>
                  <a:pt x="475534" y="1054100"/>
                </a:lnTo>
                <a:lnTo>
                  <a:pt x="423422" y="1046480"/>
                </a:lnTo>
                <a:lnTo>
                  <a:pt x="372469" y="1033780"/>
                </a:lnTo>
                <a:lnTo>
                  <a:pt x="322856" y="1014730"/>
                </a:lnTo>
                <a:lnTo>
                  <a:pt x="276870" y="993140"/>
                </a:lnTo>
                <a:lnTo>
                  <a:pt x="233439" y="966470"/>
                </a:lnTo>
                <a:lnTo>
                  <a:pt x="192709" y="935990"/>
                </a:lnTo>
                <a:lnTo>
                  <a:pt x="154828" y="901700"/>
                </a:lnTo>
                <a:lnTo>
                  <a:pt x="120392" y="863600"/>
                </a:lnTo>
                <a:lnTo>
                  <a:pt x="89967" y="822960"/>
                </a:lnTo>
                <a:lnTo>
                  <a:pt x="63652" y="779780"/>
                </a:lnTo>
                <a:lnTo>
                  <a:pt x="41547" y="734060"/>
                </a:lnTo>
                <a:lnTo>
                  <a:pt x="23424" y="684530"/>
                </a:lnTo>
                <a:lnTo>
                  <a:pt x="10434" y="633730"/>
                </a:lnTo>
                <a:lnTo>
                  <a:pt x="2614" y="581660"/>
                </a:lnTo>
                <a:lnTo>
                  <a:pt x="0" y="528320"/>
                </a:lnTo>
                <a:lnTo>
                  <a:pt x="2365" y="480060"/>
                </a:lnTo>
                <a:lnTo>
                  <a:pt x="2490" y="477520"/>
                </a:lnTo>
                <a:lnTo>
                  <a:pt x="10434" y="422910"/>
                </a:lnTo>
                <a:lnTo>
                  <a:pt x="23424" y="372110"/>
                </a:lnTo>
                <a:lnTo>
                  <a:pt x="41547" y="322580"/>
                </a:lnTo>
                <a:lnTo>
                  <a:pt x="63652" y="276860"/>
                </a:lnTo>
                <a:lnTo>
                  <a:pt x="89967" y="232410"/>
                </a:lnTo>
                <a:lnTo>
                  <a:pt x="120392" y="191770"/>
                </a:lnTo>
                <a:lnTo>
                  <a:pt x="154828" y="153670"/>
                </a:lnTo>
                <a:lnTo>
                  <a:pt x="192709" y="119380"/>
                </a:lnTo>
                <a:lnTo>
                  <a:pt x="233439" y="88900"/>
                </a:lnTo>
                <a:lnTo>
                  <a:pt x="276870" y="63500"/>
                </a:lnTo>
                <a:lnTo>
                  <a:pt x="322856" y="40640"/>
                </a:lnTo>
                <a:lnTo>
                  <a:pt x="372469" y="22860"/>
                </a:lnTo>
                <a:lnTo>
                  <a:pt x="423422" y="10160"/>
                </a:lnTo>
                <a:lnTo>
                  <a:pt x="475534" y="2540"/>
                </a:lnTo>
                <a:lnTo>
                  <a:pt x="528624" y="0"/>
                </a:lnTo>
                <a:lnTo>
                  <a:pt x="575202" y="1270"/>
                </a:lnTo>
                <a:lnTo>
                  <a:pt x="621127" y="7620"/>
                </a:lnTo>
                <a:lnTo>
                  <a:pt x="666239" y="17780"/>
                </a:lnTo>
                <a:lnTo>
                  <a:pt x="690316" y="25400"/>
                </a:lnTo>
                <a:lnTo>
                  <a:pt x="528624" y="25400"/>
                </a:lnTo>
                <a:lnTo>
                  <a:pt x="480248" y="26670"/>
                </a:lnTo>
                <a:lnTo>
                  <a:pt x="433158" y="34290"/>
                </a:lnTo>
                <a:lnTo>
                  <a:pt x="387567" y="45720"/>
                </a:lnTo>
                <a:lnTo>
                  <a:pt x="343687" y="59690"/>
                </a:lnTo>
                <a:lnTo>
                  <a:pt x="301730" y="78740"/>
                </a:lnTo>
                <a:lnTo>
                  <a:pt x="261908" y="101600"/>
                </a:lnTo>
                <a:lnTo>
                  <a:pt x="224435" y="127000"/>
                </a:lnTo>
                <a:lnTo>
                  <a:pt x="189522" y="156210"/>
                </a:lnTo>
                <a:lnTo>
                  <a:pt x="157383" y="189230"/>
                </a:lnTo>
                <a:lnTo>
                  <a:pt x="128229" y="223520"/>
                </a:lnTo>
                <a:lnTo>
                  <a:pt x="102273" y="261620"/>
                </a:lnTo>
                <a:lnTo>
                  <a:pt x="79727" y="300990"/>
                </a:lnTo>
                <a:lnTo>
                  <a:pt x="60804" y="342900"/>
                </a:lnTo>
                <a:lnTo>
                  <a:pt x="45717" y="387350"/>
                </a:lnTo>
                <a:lnTo>
                  <a:pt x="34677" y="433070"/>
                </a:lnTo>
                <a:lnTo>
                  <a:pt x="27897" y="480060"/>
                </a:lnTo>
                <a:lnTo>
                  <a:pt x="25711" y="525780"/>
                </a:lnTo>
                <a:lnTo>
                  <a:pt x="25590" y="528320"/>
                </a:lnTo>
                <a:lnTo>
                  <a:pt x="27897" y="576580"/>
                </a:lnTo>
                <a:lnTo>
                  <a:pt x="34676" y="623570"/>
                </a:lnTo>
                <a:lnTo>
                  <a:pt x="45716" y="669290"/>
                </a:lnTo>
                <a:lnTo>
                  <a:pt x="60804" y="712470"/>
                </a:lnTo>
                <a:lnTo>
                  <a:pt x="79726" y="754380"/>
                </a:lnTo>
                <a:lnTo>
                  <a:pt x="102272" y="795020"/>
                </a:lnTo>
                <a:lnTo>
                  <a:pt x="128227" y="831850"/>
                </a:lnTo>
                <a:lnTo>
                  <a:pt x="157381" y="867410"/>
                </a:lnTo>
                <a:lnTo>
                  <a:pt x="189520" y="899160"/>
                </a:lnTo>
                <a:lnTo>
                  <a:pt x="224433" y="928370"/>
                </a:lnTo>
                <a:lnTo>
                  <a:pt x="261906" y="953770"/>
                </a:lnTo>
                <a:lnTo>
                  <a:pt x="301728" y="976630"/>
                </a:lnTo>
                <a:lnTo>
                  <a:pt x="343685" y="995680"/>
                </a:lnTo>
                <a:lnTo>
                  <a:pt x="387565" y="1010920"/>
                </a:lnTo>
                <a:lnTo>
                  <a:pt x="433157" y="1022350"/>
                </a:lnTo>
                <a:lnTo>
                  <a:pt x="480247" y="1028700"/>
                </a:lnTo>
                <a:lnTo>
                  <a:pt x="528624" y="1031240"/>
                </a:lnTo>
                <a:lnTo>
                  <a:pt x="689751" y="1031240"/>
                </a:lnTo>
                <a:lnTo>
                  <a:pt x="662397" y="1040130"/>
                </a:lnTo>
                <a:lnTo>
                  <a:pt x="618506" y="1049020"/>
                </a:lnTo>
                <a:lnTo>
                  <a:pt x="573863" y="1054100"/>
                </a:lnTo>
                <a:lnTo>
                  <a:pt x="528624" y="1056640"/>
                </a:lnTo>
                <a:close/>
              </a:path>
              <a:path w="1105535" h="1056640">
                <a:moveTo>
                  <a:pt x="997073" y="157480"/>
                </a:moveTo>
                <a:lnTo>
                  <a:pt x="989207" y="157480"/>
                </a:lnTo>
                <a:lnTo>
                  <a:pt x="982202" y="153670"/>
                </a:lnTo>
                <a:lnTo>
                  <a:pt x="976373" y="148590"/>
                </a:lnTo>
                <a:lnTo>
                  <a:pt x="972033" y="142240"/>
                </a:lnTo>
                <a:lnTo>
                  <a:pt x="850888" y="142240"/>
                </a:lnTo>
                <a:lnTo>
                  <a:pt x="808725" y="110490"/>
                </a:lnTo>
                <a:lnTo>
                  <a:pt x="766300" y="85090"/>
                </a:lnTo>
                <a:lnTo>
                  <a:pt x="721685" y="63500"/>
                </a:lnTo>
                <a:lnTo>
                  <a:pt x="675244" y="46990"/>
                </a:lnTo>
                <a:lnTo>
                  <a:pt x="627343" y="34290"/>
                </a:lnTo>
                <a:lnTo>
                  <a:pt x="578348" y="27940"/>
                </a:lnTo>
                <a:lnTo>
                  <a:pt x="528624" y="25400"/>
                </a:lnTo>
                <a:lnTo>
                  <a:pt x="690316" y="25400"/>
                </a:lnTo>
                <a:lnTo>
                  <a:pt x="750662" y="48260"/>
                </a:lnTo>
                <a:lnTo>
                  <a:pt x="789326" y="68580"/>
                </a:lnTo>
                <a:lnTo>
                  <a:pt x="826246" y="91440"/>
                </a:lnTo>
                <a:lnTo>
                  <a:pt x="861298" y="116840"/>
                </a:lnTo>
                <a:lnTo>
                  <a:pt x="1021270" y="116840"/>
                </a:lnTo>
                <a:lnTo>
                  <a:pt x="1022993" y="119380"/>
                </a:lnTo>
                <a:lnTo>
                  <a:pt x="1025203" y="129540"/>
                </a:lnTo>
                <a:lnTo>
                  <a:pt x="1022993" y="140970"/>
                </a:lnTo>
                <a:lnTo>
                  <a:pt x="1016964" y="149860"/>
                </a:lnTo>
                <a:lnTo>
                  <a:pt x="1008023" y="156210"/>
                </a:lnTo>
                <a:lnTo>
                  <a:pt x="997073" y="157480"/>
                </a:lnTo>
                <a:close/>
              </a:path>
              <a:path w="1105535" h="1056640">
                <a:moveTo>
                  <a:pt x="1021270" y="116840"/>
                </a:moveTo>
                <a:lnTo>
                  <a:pt x="972033" y="116840"/>
                </a:lnTo>
                <a:lnTo>
                  <a:pt x="976373" y="110490"/>
                </a:lnTo>
                <a:lnTo>
                  <a:pt x="982202" y="106680"/>
                </a:lnTo>
                <a:lnTo>
                  <a:pt x="989207" y="102870"/>
                </a:lnTo>
                <a:lnTo>
                  <a:pt x="997073" y="101600"/>
                </a:lnTo>
                <a:lnTo>
                  <a:pt x="1008023" y="104140"/>
                </a:lnTo>
                <a:lnTo>
                  <a:pt x="1016964" y="110490"/>
                </a:lnTo>
                <a:lnTo>
                  <a:pt x="1021270" y="116840"/>
                </a:lnTo>
                <a:close/>
              </a:path>
              <a:path w="1105535" h="1056640">
                <a:moveTo>
                  <a:pt x="443473" y="231140"/>
                </a:moveTo>
                <a:lnTo>
                  <a:pt x="386885" y="231140"/>
                </a:lnTo>
                <a:lnTo>
                  <a:pt x="395325" y="227330"/>
                </a:lnTo>
                <a:lnTo>
                  <a:pt x="402874" y="223520"/>
                </a:lnTo>
                <a:lnTo>
                  <a:pt x="410508" y="220980"/>
                </a:lnTo>
                <a:lnTo>
                  <a:pt x="419225" y="217170"/>
                </a:lnTo>
                <a:lnTo>
                  <a:pt x="419952" y="217170"/>
                </a:lnTo>
                <a:lnTo>
                  <a:pt x="432800" y="161290"/>
                </a:lnTo>
                <a:lnTo>
                  <a:pt x="455813" y="125730"/>
                </a:lnTo>
                <a:lnTo>
                  <a:pt x="485497" y="111760"/>
                </a:lnTo>
                <a:lnTo>
                  <a:pt x="570522" y="111760"/>
                </a:lnTo>
                <a:lnTo>
                  <a:pt x="608182" y="133350"/>
                </a:lnTo>
                <a:lnTo>
                  <a:pt x="612574" y="138430"/>
                </a:lnTo>
                <a:lnTo>
                  <a:pt x="487983" y="138430"/>
                </a:lnTo>
                <a:lnTo>
                  <a:pt x="479692" y="142240"/>
                </a:lnTo>
                <a:lnTo>
                  <a:pt x="466473" y="152400"/>
                </a:lnTo>
                <a:lnTo>
                  <a:pt x="461772" y="160020"/>
                </a:lnTo>
                <a:lnTo>
                  <a:pt x="447245" y="222250"/>
                </a:lnTo>
                <a:lnTo>
                  <a:pt x="444556" y="229870"/>
                </a:lnTo>
                <a:lnTo>
                  <a:pt x="443473" y="231140"/>
                </a:lnTo>
                <a:close/>
              </a:path>
              <a:path w="1105535" h="1056640">
                <a:moveTo>
                  <a:pt x="1076477" y="259080"/>
                </a:moveTo>
                <a:lnTo>
                  <a:pt x="1068695" y="259080"/>
                </a:lnTo>
                <a:lnTo>
                  <a:pt x="1061728" y="255270"/>
                </a:lnTo>
                <a:lnTo>
                  <a:pt x="1055866" y="251460"/>
                </a:lnTo>
                <a:lnTo>
                  <a:pt x="1051400" y="245110"/>
                </a:lnTo>
                <a:lnTo>
                  <a:pt x="629657" y="245110"/>
                </a:lnTo>
                <a:lnTo>
                  <a:pt x="628098" y="243840"/>
                </a:lnTo>
                <a:lnTo>
                  <a:pt x="621298" y="240030"/>
                </a:lnTo>
                <a:lnTo>
                  <a:pt x="615665" y="234950"/>
                </a:lnTo>
                <a:lnTo>
                  <a:pt x="611416" y="228600"/>
                </a:lnTo>
                <a:lnTo>
                  <a:pt x="608768" y="222250"/>
                </a:lnTo>
                <a:lnTo>
                  <a:pt x="594244" y="160020"/>
                </a:lnTo>
                <a:lnTo>
                  <a:pt x="589544" y="152400"/>
                </a:lnTo>
                <a:lnTo>
                  <a:pt x="576325" y="142240"/>
                </a:lnTo>
                <a:lnTo>
                  <a:pt x="568034" y="138430"/>
                </a:lnTo>
                <a:lnTo>
                  <a:pt x="612574" y="138430"/>
                </a:lnTo>
                <a:lnTo>
                  <a:pt x="635949" y="215900"/>
                </a:lnTo>
                <a:lnTo>
                  <a:pt x="636208" y="217170"/>
                </a:lnTo>
                <a:lnTo>
                  <a:pt x="1101143" y="217170"/>
                </a:lnTo>
                <a:lnTo>
                  <a:pt x="1102899" y="219710"/>
                </a:lnTo>
                <a:lnTo>
                  <a:pt x="1105153" y="231140"/>
                </a:lnTo>
                <a:lnTo>
                  <a:pt x="1102899" y="242570"/>
                </a:lnTo>
                <a:lnTo>
                  <a:pt x="1096754" y="251460"/>
                </a:lnTo>
                <a:lnTo>
                  <a:pt x="1087639" y="257810"/>
                </a:lnTo>
                <a:lnTo>
                  <a:pt x="1076477" y="259080"/>
                </a:lnTo>
                <a:close/>
              </a:path>
              <a:path w="1105535" h="1056640">
                <a:moveTo>
                  <a:pt x="295816" y="861060"/>
                </a:moveTo>
                <a:lnTo>
                  <a:pt x="287494" y="861060"/>
                </a:lnTo>
                <a:lnTo>
                  <a:pt x="279335" y="859790"/>
                </a:lnTo>
                <a:lnTo>
                  <a:pt x="211403" y="800100"/>
                </a:lnTo>
                <a:lnTo>
                  <a:pt x="196985" y="763270"/>
                </a:lnTo>
                <a:lnTo>
                  <a:pt x="196950" y="762000"/>
                </a:lnTo>
                <a:lnTo>
                  <a:pt x="198088" y="754380"/>
                </a:lnTo>
                <a:lnTo>
                  <a:pt x="200570" y="746760"/>
                </a:lnTo>
                <a:lnTo>
                  <a:pt x="204352" y="739140"/>
                </a:lnTo>
                <a:lnTo>
                  <a:pt x="238913" y="683260"/>
                </a:lnTo>
                <a:lnTo>
                  <a:pt x="239268" y="676910"/>
                </a:lnTo>
                <a:lnTo>
                  <a:pt x="239339" y="675640"/>
                </a:lnTo>
                <a:lnTo>
                  <a:pt x="236110" y="668020"/>
                </a:lnTo>
                <a:lnTo>
                  <a:pt x="232734" y="661670"/>
                </a:lnTo>
                <a:lnTo>
                  <a:pt x="229534" y="654050"/>
                </a:lnTo>
                <a:lnTo>
                  <a:pt x="226519" y="646430"/>
                </a:lnTo>
                <a:lnTo>
                  <a:pt x="223701" y="638810"/>
                </a:lnTo>
                <a:lnTo>
                  <a:pt x="221184" y="631190"/>
                </a:lnTo>
                <a:lnTo>
                  <a:pt x="215345" y="626110"/>
                </a:lnTo>
                <a:lnTo>
                  <a:pt x="151612" y="610870"/>
                </a:lnTo>
                <a:lnTo>
                  <a:pt x="119420" y="586740"/>
                </a:lnTo>
                <a:lnTo>
                  <a:pt x="113476" y="565150"/>
                </a:lnTo>
                <a:lnTo>
                  <a:pt x="113376" y="563880"/>
                </a:lnTo>
                <a:lnTo>
                  <a:pt x="113275" y="494030"/>
                </a:lnTo>
                <a:lnTo>
                  <a:pt x="127428" y="453390"/>
                </a:lnTo>
                <a:lnTo>
                  <a:pt x="163757" y="430530"/>
                </a:lnTo>
                <a:lnTo>
                  <a:pt x="218820" y="417830"/>
                </a:lnTo>
                <a:lnTo>
                  <a:pt x="219620" y="416560"/>
                </a:lnTo>
                <a:lnTo>
                  <a:pt x="219981" y="416560"/>
                </a:lnTo>
                <a:lnTo>
                  <a:pt x="222836" y="408940"/>
                </a:lnTo>
                <a:lnTo>
                  <a:pt x="225890" y="401320"/>
                </a:lnTo>
                <a:lnTo>
                  <a:pt x="229132" y="393700"/>
                </a:lnTo>
                <a:lnTo>
                  <a:pt x="233028" y="384810"/>
                </a:lnTo>
                <a:lnTo>
                  <a:pt x="232982" y="383540"/>
                </a:lnTo>
                <a:lnTo>
                  <a:pt x="203121" y="335280"/>
                </a:lnTo>
                <a:lnTo>
                  <a:pt x="198144" y="326390"/>
                </a:lnTo>
                <a:lnTo>
                  <a:pt x="194877" y="314960"/>
                </a:lnTo>
                <a:lnTo>
                  <a:pt x="193379" y="304800"/>
                </a:lnTo>
                <a:lnTo>
                  <a:pt x="193706" y="293370"/>
                </a:lnTo>
                <a:lnTo>
                  <a:pt x="212412" y="255270"/>
                </a:lnTo>
                <a:lnTo>
                  <a:pt x="257087" y="210820"/>
                </a:lnTo>
                <a:lnTo>
                  <a:pt x="295803" y="191770"/>
                </a:lnTo>
                <a:lnTo>
                  <a:pt x="306760" y="191770"/>
                </a:lnTo>
                <a:lnTo>
                  <a:pt x="317578" y="193040"/>
                </a:lnTo>
                <a:lnTo>
                  <a:pt x="327998" y="195580"/>
                </a:lnTo>
                <a:lnTo>
                  <a:pt x="337763" y="200660"/>
                </a:lnTo>
                <a:lnTo>
                  <a:pt x="365783" y="218440"/>
                </a:lnTo>
                <a:lnTo>
                  <a:pt x="307365" y="218440"/>
                </a:lnTo>
                <a:lnTo>
                  <a:pt x="290598" y="219710"/>
                </a:lnTo>
                <a:lnTo>
                  <a:pt x="282696" y="223520"/>
                </a:lnTo>
                <a:lnTo>
                  <a:pt x="226088" y="280670"/>
                </a:lnTo>
                <a:lnTo>
                  <a:pt x="222271" y="288290"/>
                </a:lnTo>
                <a:lnTo>
                  <a:pt x="220337" y="304800"/>
                </a:lnTo>
                <a:lnTo>
                  <a:pt x="222262" y="313690"/>
                </a:lnTo>
                <a:lnTo>
                  <a:pt x="256018" y="368300"/>
                </a:lnTo>
                <a:lnTo>
                  <a:pt x="259260" y="374650"/>
                </a:lnTo>
                <a:lnTo>
                  <a:pt x="260623" y="382270"/>
                </a:lnTo>
                <a:lnTo>
                  <a:pt x="260090" y="389890"/>
                </a:lnTo>
                <a:lnTo>
                  <a:pt x="257642" y="397510"/>
                </a:lnTo>
                <a:lnTo>
                  <a:pt x="254517" y="403860"/>
                </a:lnTo>
                <a:lnTo>
                  <a:pt x="251552" y="411480"/>
                </a:lnTo>
                <a:lnTo>
                  <a:pt x="248760" y="417830"/>
                </a:lnTo>
                <a:lnTo>
                  <a:pt x="246149" y="425450"/>
                </a:lnTo>
                <a:lnTo>
                  <a:pt x="242653" y="431800"/>
                </a:lnTo>
                <a:lnTo>
                  <a:pt x="237646" y="438150"/>
                </a:lnTo>
                <a:lnTo>
                  <a:pt x="231379" y="441960"/>
                </a:lnTo>
                <a:lnTo>
                  <a:pt x="224103" y="444500"/>
                </a:lnTo>
                <a:lnTo>
                  <a:pt x="161851" y="459740"/>
                </a:lnTo>
                <a:lnTo>
                  <a:pt x="154439" y="464820"/>
                </a:lnTo>
                <a:lnTo>
                  <a:pt x="143946" y="477520"/>
                </a:lnTo>
                <a:lnTo>
                  <a:pt x="141058" y="486410"/>
                </a:lnTo>
                <a:lnTo>
                  <a:pt x="141058" y="562610"/>
                </a:lnTo>
                <a:lnTo>
                  <a:pt x="214396" y="598170"/>
                </a:lnTo>
                <a:lnTo>
                  <a:pt x="226101" y="601980"/>
                </a:lnTo>
                <a:lnTo>
                  <a:pt x="236184" y="608330"/>
                </a:lnTo>
                <a:lnTo>
                  <a:pt x="244241" y="618490"/>
                </a:lnTo>
                <a:lnTo>
                  <a:pt x="249869" y="628650"/>
                </a:lnTo>
                <a:lnTo>
                  <a:pt x="252443" y="636270"/>
                </a:lnTo>
                <a:lnTo>
                  <a:pt x="255197" y="642620"/>
                </a:lnTo>
                <a:lnTo>
                  <a:pt x="258121" y="650240"/>
                </a:lnTo>
                <a:lnTo>
                  <a:pt x="261205" y="656590"/>
                </a:lnTo>
                <a:lnTo>
                  <a:pt x="265134" y="668020"/>
                </a:lnTo>
                <a:lnTo>
                  <a:pt x="265985" y="680720"/>
                </a:lnTo>
                <a:lnTo>
                  <a:pt x="263786" y="693420"/>
                </a:lnTo>
                <a:lnTo>
                  <a:pt x="258568" y="703580"/>
                </a:lnTo>
                <a:lnTo>
                  <a:pt x="227943" y="753110"/>
                </a:lnTo>
                <a:lnTo>
                  <a:pt x="225144" y="760730"/>
                </a:lnTo>
                <a:lnTo>
                  <a:pt x="277736" y="826770"/>
                </a:lnTo>
                <a:lnTo>
                  <a:pt x="290673" y="833120"/>
                </a:lnTo>
                <a:lnTo>
                  <a:pt x="352307" y="833120"/>
                </a:lnTo>
                <a:lnTo>
                  <a:pt x="319362" y="853440"/>
                </a:lnTo>
                <a:lnTo>
                  <a:pt x="311946" y="857250"/>
                </a:lnTo>
                <a:lnTo>
                  <a:pt x="304032" y="859790"/>
                </a:lnTo>
                <a:lnTo>
                  <a:pt x="295816" y="861060"/>
                </a:lnTo>
                <a:close/>
              </a:path>
              <a:path w="1105535" h="1056640">
                <a:moveTo>
                  <a:pt x="1101143" y="217170"/>
                </a:moveTo>
                <a:lnTo>
                  <a:pt x="1051400" y="217170"/>
                </a:lnTo>
                <a:lnTo>
                  <a:pt x="1055866" y="210820"/>
                </a:lnTo>
                <a:lnTo>
                  <a:pt x="1061728" y="205740"/>
                </a:lnTo>
                <a:lnTo>
                  <a:pt x="1068695" y="203200"/>
                </a:lnTo>
                <a:lnTo>
                  <a:pt x="1076477" y="201930"/>
                </a:lnTo>
                <a:lnTo>
                  <a:pt x="1087639" y="204470"/>
                </a:lnTo>
                <a:lnTo>
                  <a:pt x="1096754" y="210820"/>
                </a:lnTo>
                <a:lnTo>
                  <a:pt x="1101143" y="217170"/>
                </a:lnTo>
                <a:close/>
              </a:path>
              <a:path w="1105535" h="1056640">
                <a:moveTo>
                  <a:pt x="384792" y="259080"/>
                </a:moveTo>
                <a:lnTo>
                  <a:pt x="377288" y="256540"/>
                </a:lnTo>
                <a:lnTo>
                  <a:pt x="370238" y="254000"/>
                </a:lnTo>
                <a:lnTo>
                  <a:pt x="315929" y="219710"/>
                </a:lnTo>
                <a:lnTo>
                  <a:pt x="307365" y="218440"/>
                </a:lnTo>
                <a:lnTo>
                  <a:pt x="365783" y="218440"/>
                </a:lnTo>
                <a:lnTo>
                  <a:pt x="385797" y="231140"/>
                </a:lnTo>
                <a:lnTo>
                  <a:pt x="443473" y="231140"/>
                </a:lnTo>
                <a:lnTo>
                  <a:pt x="440224" y="234950"/>
                </a:lnTo>
                <a:lnTo>
                  <a:pt x="434471" y="240030"/>
                </a:lnTo>
                <a:lnTo>
                  <a:pt x="427526" y="243840"/>
                </a:lnTo>
                <a:lnTo>
                  <a:pt x="413515" y="248920"/>
                </a:lnTo>
                <a:lnTo>
                  <a:pt x="406611" y="252730"/>
                </a:lnTo>
                <a:lnTo>
                  <a:pt x="399807" y="255270"/>
                </a:lnTo>
                <a:lnTo>
                  <a:pt x="392411" y="257810"/>
                </a:lnTo>
                <a:lnTo>
                  <a:pt x="384792" y="259080"/>
                </a:lnTo>
                <a:close/>
              </a:path>
              <a:path w="1105535" h="1056640">
                <a:moveTo>
                  <a:pt x="528008" y="763270"/>
                </a:moveTo>
                <a:lnTo>
                  <a:pt x="482755" y="759460"/>
                </a:lnTo>
                <a:lnTo>
                  <a:pt x="439486" y="745490"/>
                </a:lnTo>
                <a:lnTo>
                  <a:pt x="401017" y="725170"/>
                </a:lnTo>
                <a:lnTo>
                  <a:pt x="367203" y="697230"/>
                </a:lnTo>
                <a:lnTo>
                  <a:pt x="339302" y="662940"/>
                </a:lnTo>
                <a:lnTo>
                  <a:pt x="318474" y="624840"/>
                </a:lnTo>
                <a:lnTo>
                  <a:pt x="305087" y="581660"/>
                </a:lnTo>
                <a:lnTo>
                  <a:pt x="300597" y="535940"/>
                </a:lnTo>
                <a:lnTo>
                  <a:pt x="301534" y="516890"/>
                </a:lnTo>
                <a:lnTo>
                  <a:pt x="301597" y="515620"/>
                </a:lnTo>
                <a:lnTo>
                  <a:pt x="310676" y="468630"/>
                </a:lnTo>
                <a:lnTo>
                  <a:pt x="327983" y="427990"/>
                </a:lnTo>
                <a:lnTo>
                  <a:pt x="352390" y="392430"/>
                </a:lnTo>
                <a:lnTo>
                  <a:pt x="383497" y="360680"/>
                </a:lnTo>
                <a:lnTo>
                  <a:pt x="419701" y="336550"/>
                </a:lnTo>
                <a:lnTo>
                  <a:pt x="460833" y="318770"/>
                </a:lnTo>
                <a:lnTo>
                  <a:pt x="505172" y="309880"/>
                </a:lnTo>
                <a:lnTo>
                  <a:pt x="528008" y="308610"/>
                </a:lnTo>
                <a:lnTo>
                  <a:pt x="551195" y="309880"/>
                </a:lnTo>
                <a:lnTo>
                  <a:pt x="573940" y="313690"/>
                </a:lnTo>
                <a:lnTo>
                  <a:pt x="596168" y="318770"/>
                </a:lnTo>
                <a:lnTo>
                  <a:pt x="617803" y="327660"/>
                </a:lnTo>
                <a:lnTo>
                  <a:pt x="636240" y="336550"/>
                </a:lnTo>
                <a:lnTo>
                  <a:pt x="528008" y="336550"/>
                </a:lnTo>
                <a:lnTo>
                  <a:pt x="482290" y="341630"/>
                </a:lnTo>
                <a:lnTo>
                  <a:pt x="440292" y="356870"/>
                </a:lnTo>
                <a:lnTo>
                  <a:pt x="403222" y="381000"/>
                </a:lnTo>
                <a:lnTo>
                  <a:pt x="372288" y="411480"/>
                </a:lnTo>
                <a:lnTo>
                  <a:pt x="348697" y="448310"/>
                </a:lnTo>
                <a:lnTo>
                  <a:pt x="333657" y="490220"/>
                </a:lnTo>
                <a:lnTo>
                  <a:pt x="328375" y="535940"/>
                </a:lnTo>
                <a:lnTo>
                  <a:pt x="333657" y="581660"/>
                </a:lnTo>
                <a:lnTo>
                  <a:pt x="348697" y="623570"/>
                </a:lnTo>
                <a:lnTo>
                  <a:pt x="372288" y="661670"/>
                </a:lnTo>
                <a:lnTo>
                  <a:pt x="403222" y="692150"/>
                </a:lnTo>
                <a:lnTo>
                  <a:pt x="440292" y="715010"/>
                </a:lnTo>
                <a:lnTo>
                  <a:pt x="482290" y="730250"/>
                </a:lnTo>
                <a:lnTo>
                  <a:pt x="528008" y="735330"/>
                </a:lnTo>
                <a:lnTo>
                  <a:pt x="638392" y="735330"/>
                </a:lnTo>
                <a:lnTo>
                  <a:pt x="636316" y="736600"/>
                </a:lnTo>
                <a:lnTo>
                  <a:pt x="616536" y="745490"/>
                </a:lnTo>
                <a:lnTo>
                  <a:pt x="595187" y="753110"/>
                </a:lnTo>
                <a:lnTo>
                  <a:pt x="573264" y="759460"/>
                </a:lnTo>
                <a:lnTo>
                  <a:pt x="550845" y="762000"/>
                </a:lnTo>
                <a:lnTo>
                  <a:pt x="528008" y="763270"/>
                </a:lnTo>
                <a:close/>
              </a:path>
              <a:path w="1105535" h="1056640">
                <a:moveTo>
                  <a:pt x="930458" y="415290"/>
                </a:moveTo>
                <a:lnTo>
                  <a:pt x="922670" y="414020"/>
                </a:lnTo>
                <a:lnTo>
                  <a:pt x="915699" y="410210"/>
                </a:lnTo>
                <a:lnTo>
                  <a:pt x="909836" y="406400"/>
                </a:lnTo>
                <a:lnTo>
                  <a:pt x="905372" y="400050"/>
                </a:lnTo>
                <a:lnTo>
                  <a:pt x="674999" y="400050"/>
                </a:lnTo>
                <a:lnTo>
                  <a:pt x="670913" y="397510"/>
                </a:lnTo>
                <a:lnTo>
                  <a:pt x="668392" y="394970"/>
                </a:lnTo>
                <a:lnTo>
                  <a:pt x="638047" y="369570"/>
                </a:lnTo>
                <a:lnTo>
                  <a:pt x="603988" y="351790"/>
                </a:lnTo>
                <a:lnTo>
                  <a:pt x="567035" y="340360"/>
                </a:lnTo>
                <a:lnTo>
                  <a:pt x="528008" y="336550"/>
                </a:lnTo>
                <a:lnTo>
                  <a:pt x="636240" y="336550"/>
                </a:lnTo>
                <a:lnTo>
                  <a:pt x="653707" y="346710"/>
                </a:lnTo>
                <a:lnTo>
                  <a:pt x="670157" y="359410"/>
                </a:lnTo>
                <a:lnTo>
                  <a:pt x="685543" y="372110"/>
                </a:lnTo>
                <a:lnTo>
                  <a:pt x="955125" y="372110"/>
                </a:lnTo>
                <a:lnTo>
                  <a:pt x="956880" y="374650"/>
                </a:lnTo>
                <a:lnTo>
                  <a:pt x="959134" y="386080"/>
                </a:lnTo>
                <a:lnTo>
                  <a:pt x="956880" y="397510"/>
                </a:lnTo>
                <a:lnTo>
                  <a:pt x="950735" y="406400"/>
                </a:lnTo>
                <a:lnTo>
                  <a:pt x="941620" y="412750"/>
                </a:lnTo>
                <a:lnTo>
                  <a:pt x="930458" y="415290"/>
                </a:lnTo>
                <a:close/>
              </a:path>
              <a:path w="1105535" h="1056640">
                <a:moveTo>
                  <a:pt x="955125" y="372110"/>
                </a:moveTo>
                <a:lnTo>
                  <a:pt x="905372" y="372110"/>
                </a:lnTo>
                <a:lnTo>
                  <a:pt x="909836" y="365760"/>
                </a:lnTo>
                <a:lnTo>
                  <a:pt x="915699" y="361950"/>
                </a:lnTo>
                <a:lnTo>
                  <a:pt x="922670" y="358140"/>
                </a:lnTo>
                <a:lnTo>
                  <a:pt x="930458" y="358140"/>
                </a:lnTo>
                <a:lnTo>
                  <a:pt x="941620" y="359410"/>
                </a:lnTo>
                <a:lnTo>
                  <a:pt x="950735" y="365760"/>
                </a:lnTo>
                <a:lnTo>
                  <a:pt x="955125" y="372110"/>
                </a:lnTo>
                <a:close/>
              </a:path>
              <a:path w="1105535" h="1056640">
                <a:moveTo>
                  <a:pt x="638392" y="735330"/>
                </a:moveTo>
                <a:lnTo>
                  <a:pt x="528008" y="735330"/>
                </a:lnTo>
                <a:lnTo>
                  <a:pt x="573728" y="730250"/>
                </a:lnTo>
                <a:lnTo>
                  <a:pt x="615726" y="715010"/>
                </a:lnTo>
                <a:lnTo>
                  <a:pt x="652795" y="692150"/>
                </a:lnTo>
                <a:lnTo>
                  <a:pt x="683728" y="661670"/>
                </a:lnTo>
                <a:lnTo>
                  <a:pt x="707317" y="623570"/>
                </a:lnTo>
                <a:lnTo>
                  <a:pt x="722356" y="581660"/>
                </a:lnTo>
                <a:lnTo>
                  <a:pt x="727637" y="535940"/>
                </a:lnTo>
                <a:lnTo>
                  <a:pt x="727637" y="528320"/>
                </a:lnTo>
                <a:lnTo>
                  <a:pt x="733864" y="521970"/>
                </a:lnTo>
                <a:lnTo>
                  <a:pt x="990697" y="521970"/>
                </a:lnTo>
                <a:lnTo>
                  <a:pt x="995163" y="516890"/>
                </a:lnTo>
                <a:lnTo>
                  <a:pt x="1001025" y="511810"/>
                </a:lnTo>
                <a:lnTo>
                  <a:pt x="1007992" y="509270"/>
                </a:lnTo>
                <a:lnTo>
                  <a:pt x="1015774" y="508000"/>
                </a:lnTo>
                <a:lnTo>
                  <a:pt x="1026936" y="510540"/>
                </a:lnTo>
                <a:lnTo>
                  <a:pt x="1036051" y="515620"/>
                </a:lnTo>
                <a:lnTo>
                  <a:pt x="1042197" y="525780"/>
                </a:lnTo>
                <a:lnTo>
                  <a:pt x="1044450" y="535940"/>
                </a:lnTo>
                <a:lnTo>
                  <a:pt x="1042197" y="547370"/>
                </a:lnTo>
                <a:lnTo>
                  <a:pt x="1040441" y="549910"/>
                </a:lnTo>
                <a:lnTo>
                  <a:pt x="755008" y="549910"/>
                </a:lnTo>
                <a:lnTo>
                  <a:pt x="753045" y="568960"/>
                </a:lnTo>
                <a:lnTo>
                  <a:pt x="744304" y="607060"/>
                </a:lnTo>
                <a:lnTo>
                  <a:pt x="728039" y="645160"/>
                </a:lnTo>
                <a:lnTo>
                  <a:pt x="703623" y="680720"/>
                </a:lnTo>
                <a:lnTo>
                  <a:pt x="672519" y="712470"/>
                </a:lnTo>
                <a:lnTo>
                  <a:pt x="654999" y="725170"/>
                </a:lnTo>
                <a:lnTo>
                  <a:pt x="638392" y="735330"/>
                </a:lnTo>
                <a:close/>
              </a:path>
              <a:path w="1105535" h="1056640">
                <a:moveTo>
                  <a:pt x="1015774" y="565150"/>
                </a:moveTo>
                <a:lnTo>
                  <a:pt x="1007992" y="563880"/>
                </a:lnTo>
                <a:lnTo>
                  <a:pt x="1001025" y="561340"/>
                </a:lnTo>
                <a:lnTo>
                  <a:pt x="995163" y="556260"/>
                </a:lnTo>
                <a:lnTo>
                  <a:pt x="990697" y="549910"/>
                </a:lnTo>
                <a:lnTo>
                  <a:pt x="1040441" y="549910"/>
                </a:lnTo>
                <a:lnTo>
                  <a:pt x="1036051" y="556260"/>
                </a:lnTo>
                <a:lnTo>
                  <a:pt x="1026936" y="562610"/>
                </a:lnTo>
                <a:lnTo>
                  <a:pt x="1015774" y="565150"/>
                </a:lnTo>
                <a:close/>
              </a:path>
              <a:path w="1105535" h="1056640">
                <a:moveTo>
                  <a:pt x="811808" y="833120"/>
                </a:moveTo>
                <a:lnTo>
                  <a:pt x="765344" y="833120"/>
                </a:lnTo>
                <a:lnTo>
                  <a:pt x="772243" y="831850"/>
                </a:lnTo>
                <a:lnTo>
                  <a:pt x="778281" y="826770"/>
                </a:lnTo>
                <a:lnTo>
                  <a:pt x="824973" y="779780"/>
                </a:lnTo>
                <a:lnTo>
                  <a:pt x="829258" y="774700"/>
                </a:lnTo>
                <a:lnTo>
                  <a:pt x="831247" y="767080"/>
                </a:lnTo>
                <a:lnTo>
                  <a:pt x="831024" y="763270"/>
                </a:lnTo>
                <a:lnTo>
                  <a:pt x="830950" y="762000"/>
                </a:lnTo>
                <a:lnTo>
                  <a:pt x="830875" y="760730"/>
                </a:lnTo>
                <a:lnTo>
                  <a:pt x="828078" y="753110"/>
                </a:lnTo>
                <a:lnTo>
                  <a:pt x="799318" y="707390"/>
                </a:lnTo>
                <a:lnTo>
                  <a:pt x="796607" y="704850"/>
                </a:lnTo>
                <a:lnTo>
                  <a:pt x="794914" y="701040"/>
                </a:lnTo>
                <a:lnTo>
                  <a:pt x="794914" y="689610"/>
                </a:lnTo>
                <a:lnTo>
                  <a:pt x="801132" y="683260"/>
                </a:lnTo>
                <a:lnTo>
                  <a:pt x="1034559" y="683260"/>
                </a:lnTo>
                <a:lnTo>
                  <a:pt x="1039024" y="676910"/>
                </a:lnTo>
                <a:lnTo>
                  <a:pt x="1044889" y="671830"/>
                </a:lnTo>
                <a:lnTo>
                  <a:pt x="1051861" y="669290"/>
                </a:lnTo>
                <a:lnTo>
                  <a:pt x="1059645" y="668020"/>
                </a:lnTo>
                <a:lnTo>
                  <a:pt x="1070807" y="670560"/>
                </a:lnTo>
                <a:lnTo>
                  <a:pt x="1079922" y="676910"/>
                </a:lnTo>
                <a:lnTo>
                  <a:pt x="1086067" y="685800"/>
                </a:lnTo>
                <a:lnTo>
                  <a:pt x="1088321" y="697230"/>
                </a:lnTo>
                <a:lnTo>
                  <a:pt x="1086067" y="708660"/>
                </a:lnTo>
                <a:lnTo>
                  <a:pt x="1084311" y="711200"/>
                </a:lnTo>
                <a:lnTo>
                  <a:pt x="834366" y="711200"/>
                </a:lnTo>
                <a:lnTo>
                  <a:pt x="851670" y="739140"/>
                </a:lnTo>
                <a:lnTo>
                  <a:pt x="855448" y="746760"/>
                </a:lnTo>
                <a:lnTo>
                  <a:pt x="857928" y="754380"/>
                </a:lnTo>
                <a:lnTo>
                  <a:pt x="859067" y="762000"/>
                </a:lnTo>
                <a:lnTo>
                  <a:pt x="859032" y="763270"/>
                </a:lnTo>
                <a:lnTo>
                  <a:pt x="858927" y="767080"/>
                </a:lnTo>
                <a:lnTo>
                  <a:pt x="844609" y="800100"/>
                </a:lnTo>
                <a:lnTo>
                  <a:pt x="811808" y="833120"/>
                </a:lnTo>
                <a:close/>
              </a:path>
              <a:path w="1105535" h="1056640">
                <a:moveTo>
                  <a:pt x="1059645" y="725170"/>
                </a:moveTo>
                <a:lnTo>
                  <a:pt x="1051861" y="725170"/>
                </a:lnTo>
                <a:lnTo>
                  <a:pt x="1044889" y="721360"/>
                </a:lnTo>
                <a:lnTo>
                  <a:pt x="1039024" y="717550"/>
                </a:lnTo>
                <a:lnTo>
                  <a:pt x="1034559" y="711200"/>
                </a:lnTo>
                <a:lnTo>
                  <a:pt x="1084311" y="711200"/>
                </a:lnTo>
                <a:lnTo>
                  <a:pt x="1079922" y="717550"/>
                </a:lnTo>
                <a:lnTo>
                  <a:pt x="1070807" y="723900"/>
                </a:lnTo>
                <a:lnTo>
                  <a:pt x="1059645" y="725170"/>
                </a:lnTo>
                <a:close/>
              </a:path>
              <a:path w="1105535" h="1056640">
                <a:moveTo>
                  <a:pt x="352307" y="833120"/>
                </a:moveTo>
                <a:lnTo>
                  <a:pt x="297844" y="833120"/>
                </a:lnTo>
                <a:lnTo>
                  <a:pt x="304696" y="830580"/>
                </a:lnTo>
                <a:lnTo>
                  <a:pt x="353952" y="800100"/>
                </a:lnTo>
                <a:lnTo>
                  <a:pt x="365300" y="793750"/>
                </a:lnTo>
                <a:lnTo>
                  <a:pt x="377370" y="792480"/>
                </a:lnTo>
                <a:lnTo>
                  <a:pt x="389623" y="792480"/>
                </a:lnTo>
                <a:lnTo>
                  <a:pt x="401514" y="796290"/>
                </a:lnTo>
                <a:lnTo>
                  <a:pt x="408225" y="800100"/>
                </a:lnTo>
                <a:lnTo>
                  <a:pt x="428863" y="807720"/>
                </a:lnTo>
                <a:lnTo>
                  <a:pt x="440024" y="814070"/>
                </a:lnTo>
                <a:lnTo>
                  <a:pt x="446186" y="819150"/>
                </a:lnTo>
                <a:lnTo>
                  <a:pt x="374957" y="819150"/>
                </a:lnTo>
                <a:lnTo>
                  <a:pt x="352307" y="833120"/>
                </a:lnTo>
                <a:close/>
              </a:path>
              <a:path w="1105535" h="1056640">
                <a:moveTo>
                  <a:pt x="605484" y="916940"/>
                </a:moveTo>
                <a:lnTo>
                  <a:pt x="561020" y="916940"/>
                </a:lnTo>
                <a:lnTo>
                  <a:pt x="568318" y="915670"/>
                </a:lnTo>
                <a:lnTo>
                  <a:pt x="574604" y="911860"/>
                </a:lnTo>
                <a:lnTo>
                  <a:pt x="579414" y="906780"/>
                </a:lnTo>
                <a:lnTo>
                  <a:pt x="582280" y="900430"/>
                </a:lnTo>
                <a:lnTo>
                  <a:pt x="595452" y="843280"/>
                </a:lnTo>
                <a:lnTo>
                  <a:pt x="599780" y="831850"/>
                </a:lnTo>
                <a:lnTo>
                  <a:pt x="606749" y="821690"/>
                </a:lnTo>
                <a:lnTo>
                  <a:pt x="615996" y="814070"/>
                </a:lnTo>
                <a:lnTo>
                  <a:pt x="627159" y="807720"/>
                </a:lnTo>
                <a:lnTo>
                  <a:pt x="647797" y="800100"/>
                </a:lnTo>
                <a:lnTo>
                  <a:pt x="654507" y="796290"/>
                </a:lnTo>
                <a:lnTo>
                  <a:pt x="666399" y="792480"/>
                </a:lnTo>
                <a:lnTo>
                  <a:pt x="678650" y="792480"/>
                </a:lnTo>
                <a:lnTo>
                  <a:pt x="690720" y="793750"/>
                </a:lnTo>
                <a:lnTo>
                  <a:pt x="702065" y="800100"/>
                </a:lnTo>
                <a:lnTo>
                  <a:pt x="732853" y="819150"/>
                </a:lnTo>
                <a:lnTo>
                  <a:pt x="673222" y="819150"/>
                </a:lnTo>
                <a:lnTo>
                  <a:pt x="666426" y="821690"/>
                </a:lnTo>
                <a:lnTo>
                  <a:pt x="659079" y="825500"/>
                </a:lnTo>
                <a:lnTo>
                  <a:pt x="651625" y="828040"/>
                </a:lnTo>
                <a:lnTo>
                  <a:pt x="644089" y="831850"/>
                </a:lnTo>
                <a:lnTo>
                  <a:pt x="636495" y="834390"/>
                </a:lnTo>
                <a:lnTo>
                  <a:pt x="629435" y="836930"/>
                </a:lnTo>
                <a:lnTo>
                  <a:pt x="624211" y="843280"/>
                </a:lnTo>
                <a:lnTo>
                  <a:pt x="609337" y="906780"/>
                </a:lnTo>
                <a:lnTo>
                  <a:pt x="606764" y="914400"/>
                </a:lnTo>
                <a:lnTo>
                  <a:pt x="605484" y="916940"/>
                </a:lnTo>
                <a:close/>
              </a:path>
              <a:path w="1105535" h="1056640">
                <a:moveTo>
                  <a:pt x="561020" y="944880"/>
                </a:moveTo>
                <a:lnTo>
                  <a:pt x="494997" y="944880"/>
                </a:lnTo>
                <a:lnTo>
                  <a:pt x="478673" y="942340"/>
                </a:lnTo>
                <a:lnTo>
                  <a:pt x="449255" y="914400"/>
                </a:lnTo>
                <a:lnTo>
                  <a:pt x="431815" y="843280"/>
                </a:lnTo>
                <a:lnTo>
                  <a:pt x="426591" y="836930"/>
                </a:lnTo>
                <a:lnTo>
                  <a:pt x="419531" y="834390"/>
                </a:lnTo>
                <a:lnTo>
                  <a:pt x="411934" y="831850"/>
                </a:lnTo>
                <a:lnTo>
                  <a:pt x="404394" y="828040"/>
                </a:lnTo>
                <a:lnTo>
                  <a:pt x="396938" y="825500"/>
                </a:lnTo>
                <a:lnTo>
                  <a:pt x="389591" y="821690"/>
                </a:lnTo>
                <a:lnTo>
                  <a:pt x="382799" y="819150"/>
                </a:lnTo>
                <a:lnTo>
                  <a:pt x="446186" y="819150"/>
                </a:lnTo>
                <a:lnTo>
                  <a:pt x="449268" y="821690"/>
                </a:lnTo>
                <a:lnTo>
                  <a:pt x="456233" y="831850"/>
                </a:lnTo>
                <a:lnTo>
                  <a:pt x="460560" y="843280"/>
                </a:lnTo>
                <a:lnTo>
                  <a:pt x="473737" y="900430"/>
                </a:lnTo>
                <a:lnTo>
                  <a:pt x="476603" y="906780"/>
                </a:lnTo>
                <a:lnTo>
                  <a:pt x="481412" y="911860"/>
                </a:lnTo>
                <a:lnTo>
                  <a:pt x="487699" y="915670"/>
                </a:lnTo>
                <a:lnTo>
                  <a:pt x="494997" y="916940"/>
                </a:lnTo>
                <a:lnTo>
                  <a:pt x="605484" y="916940"/>
                </a:lnTo>
                <a:lnTo>
                  <a:pt x="602923" y="922020"/>
                </a:lnTo>
                <a:lnTo>
                  <a:pt x="597921" y="928370"/>
                </a:lnTo>
                <a:lnTo>
                  <a:pt x="591866" y="933450"/>
                </a:lnTo>
                <a:lnTo>
                  <a:pt x="584925" y="938530"/>
                </a:lnTo>
                <a:lnTo>
                  <a:pt x="577343" y="942340"/>
                </a:lnTo>
                <a:lnTo>
                  <a:pt x="561020" y="944880"/>
                </a:lnTo>
                <a:close/>
              </a:path>
              <a:path w="1105535" h="1056640">
                <a:moveTo>
                  <a:pt x="768523" y="861060"/>
                </a:moveTo>
                <a:lnTo>
                  <a:pt x="760203" y="861060"/>
                </a:lnTo>
                <a:lnTo>
                  <a:pt x="751988" y="859790"/>
                </a:lnTo>
                <a:lnTo>
                  <a:pt x="744076" y="857250"/>
                </a:lnTo>
                <a:lnTo>
                  <a:pt x="736664" y="853440"/>
                </a:lnTo>
                <a:lnTo>
                  <a:pt x="681064" y="819150"/>
                </a:lnTo>
                <a:lnTo>
                  <a:pt x="732853" y="819150"/>
                </a:lnTo>
                <a:lnTo>
                  <a:pt x="751326" y="830580"/>
                </a:lnTo>
                <a:lnTo>
                  <a:pt x="758175" y="833120"/>
                </a:lnTo>
                <a:lnTo>
                  <a:pt x="811808" y="833120"/>
                </a:lnTo>
                <a:lnTo>
                  <a:pt x="797930" y="847090"/>
                </a:lnTo>
                <a:lnTo>
                  <a:pt x="791565" y="852170"/>
                </a:lnTo>
                <a:lnTo>
                  <a:pt x="784422" y="855980"/>
                </a:lnTo>
                <a:lnTo>
                  <a:pt x="776681" y="859790"/>
                </a:lnTo>
                <a:lnTo>
                  <a:pt x="768523" y="861060"/>
                </a:lnTo>
                <a:close/>
              </a:path>
              <a:path w="1105535" h="1056640">
                <a:moveTo>
                  <a:pt x="689751" y="1031240"/>
                </a:moveTo>
                <a:lnTo>
                  <a:pt x="528624" y="1031240"/>
                </a:lnTo>
                <a:lnTo>
                  <a:pt x="577315" y="1028700"/>
                </a:lnTo>
                <a:lnTo>
                  <a:pt x="624985" y="1022350"/>
                </a:lnTo>
                <a:lnTo>
                  <a:pt x="671429" y="1010920"/>
                </a:lnTo>
                <a:lnTo>
                  <a:pt x="716444" y="994410"/>
                </a:lnTo>
                <a:lnTo>
                  <a:pt x="759824" y="975360"/>
                </a:lnTo>
                <a:lnTo>
                  <a:pt x="801367" y="951230"/>
                </a:lnTo>
                <a:lnTo>
                  <a:pt x="840866" y="922020"/>
                </a:lnTo>
                <a:lnTo>
                  <a:pt x="843129" y="920750"/>
                </a:lnTo>
                <a:lnTo>
                  <a:pt x="845937" y="919480"/>
                </a:lnTo>
                <a:lnTo>
                  <a:pt x="950107" y="919480"/>
                </a:lnTo>
                <a:lnTo>
                  <a:pt x="954495" y="914400"/>
                </a:lnTo>
                <a:lnTo>
                  <a:pt x="960221" y="909320"/>
                </a:lnTo>
                <a:lnTo>
                  <a:pt x="967007" y="906780"/>
                </a:lnTo>
                <a:lnTo>
                  <a:pt x="974578" y="905510"/>
                </a:lnTo>
                <a:lnTo>
                  <a:pt x="985522" y="908050"/>
                </a:lnTo>
                <a:lnTo>
                  <a:pt x="994461" y="913130"/>
                </a:lnTo>
                <a:lnTo>
                  <a:pt x="1000489" y="922020"/>
                </a:lnTo>
                <a:lnTo>
                  <a:pt x="1002699" y="933450"/>
                </a:lnTo>
                <a:lnTo>
                  <a:pt x="1000489" y="944880"/>
                </a:lnTo>
                <a:lnTo>
                  <a:pt x="853247" y="944880"/>
                </a:lnTo>
                <a:lnTo>
                  <a:pt x="818745" y="970280"/>
                </a:lnTo>
                <a:lnTo>
                  <a:pt x="782516" y="991870"/>
                </a:lnTo>
                <a:lnTo>
                  <a:pt x="744686" y="1010920"/>
                </a:lnTo>
                <a:lnTo>
                  <a:pt x="705382" y="1026160"/>
                </a:lnTo>
                <a:lnTo>
                  <a:pt x="689751" y="1031240"/>
                </a:lnTo>
                <a:close/>
              </a:path>
              <a:path w="1105535" h="1056640">
                <a:moveTo>
                  <a:pt x="974578" y="961390"/>
                </a:moveTo>
                <a:lnTo>
                  <a:pt x="966423" y="960120"/>
                </a:lnTo>
                <a:lnTo>
                  <a:pt x="959209" y="957580"/>
                </a:lnTo>
                <a:lnTo>
                  <a:pt x="953286" y="952500"/>
                </a:lnTo>
                <a:lnTo>
                  <a:pt x="949006" y="944880"/>
                </a:lnTo>
                <a:lnTo>
                  <a:pt x="1000489" y="944880"/>
                </a:lnTo>
                <a:lnTo>
                  <a:pt x="994461" y="953770"/>
                </a:lnTo>
                <a:lnTo>
                  <a:pt x="985522" y="958850"/>
                </a:lnTo>
                <a:lnTo>
                  <a:pt x="974578" y="961390"/>
                </a:lnTo>
                <a:close/>
              </a:path>
            </a:pathLst>
          </a:custGeom>
          <a:solidFill>
            <a:srgbClr val="504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1787" y="1028700"/>
            <a:ext cx="13999463" cy="57435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757855" y="262321"/>
            <a:ext cx="1303932" cy="103568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800" spc="30" dirty="0">
                <a:solidFill>
                  <a:srgbClr val="E7E7E7"/>
                </a:solidFill>
              </a:rPr>
              <a:t>AUTO</a:t>
            </a:r>
            <a:endParaRPr sz="2800" dirty="0"/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350" spc="-10" dirty="0">
                <a:solidFill>
                  <a:srgbClr val="E7E7E7"/>
                </a:solidFill>
                <a:latin typeface="Roboto Bk"/>
                <a:cs typeface="Roboto Bk"/>
              </a:rPr>
              <a:t>FORGE</a:t>
            </a:r>
            <a:endParaRPr sz="2350" dirty="0">
              <a:latin typeface="Roboto Bk"/>
              <a:cs typeface="Roboto Bk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2413" y="7889496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2413" y="8432457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2413" y="8979192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2413" y="9525928"/>
            <a:ext cx="133349" cy="1333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32878" y="6677477"/>
            <a:ext cx="16657955" cy="3138170"/>
          </a:xfrm>
          <a:prstGeom prst="rect">
            <a:avLst/>
          </a:prstGeom>
        </p:spPr>
        <p:txBody>
          <a:bodyPr vert="horz" wrap="square" lIns="0" tIns="232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How</a:t>
            </a:r>
            <a:r>
              <a:rPr sz="3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we</a:t>
            </a:r>
            <a:r>
              <a:rPr sz="3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addressed</a:t>
            </a:r>
            <a:r>
              <a:rPr sz="3400" b="1" spc="-25" dirty="0">
                <a:solidFill>
                  <a:srgbClr val="FFFFFF"/>
                </a:solidFill>
                <a:latin typeface="Roboto"/>
                <a:cs typeface="Roboto"/>
              </a:rPr>
              <a:t> it</a:t>
            </a:r>
            <a:endParaRPr sz="3400">
              <a:latin typeface="Roboto"/>
              <a:cs typeface="Roboto"/>
            </a:endParaRPr>
          </a:p>
          <a:p>
            <a:pPr marL="1653539" marR="6962140">
              <a:lnSpc>
                <a:spcPct val="104800"/>
              </a:lnSpc>
              <a:spcBef>
                <a:spcPts val="1535"/>
              </a:spcBef>
            </a:pP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Built</a:t>
            </a:r>
            <a:r>
              <a:rPr sz="3400" b="1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one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connected</a:t>
            </a:r>
            <a:r>
              <a:rPr sz="3400" b="1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pipeline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(LangGraph)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Added</a:t>
            </a:r>
            <a:r>
              <a:rPr sz="340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MongoDB</a:t>
            </a:r>
            <a:r>
              <a:rPr sz="340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checkpointingt</a:t>
            </a:r>
            <a:endParaRPr sz="3400">
              <a:latin typeface="Roboto"/>
              <a:cs typeface="Roboto"/>
            </a:endParaRPr>
          </a:p>
          <a:p>
            <a:pPr marL="1653539" marR="5080">
              <a:lnSpc>
                <a:spcPct val="105500"/>
              </a:lnSpc>
            </a:pP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Proved</a:t>
            </a:r>
            <a:r>
              <a:rPr sz="3400" b="1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integration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by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tracing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one</a:t>
            </a:r>
            <a:r>
              <a:rPr sz="3400" b="1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real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feature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through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all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r>
              <a:rPr sz="3400" b="1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stages</a:t>
            </a:r>
            <a:r>
              <a:rPr sz="3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55" dirty="0">
                <a:solidFill>
                  <a:srgbClr val="FFFFFF"/>
                </a:solidFill>
                <a:latin typeface="Roboto"/>
                <a:cs typeface="Roboto"/>
              </a:rPr>
              <a:t>end-</a:t>
            </a:r>
            <a:r>
              <a:rPr sz="3400" b="1" spc="-105" dirty="0">
                <a:solidFill>
                  <a:srgbClr val="FFFFFF"/>
                </a:solidFill>
                <a:latin typeface="Roboto"/>
                <a:cs typeface="Roboto"/>
              </a:rPr>
              <a:t>to-</a:t>
            </a:r>
            <a:r>
              <a:rPr sz="3400" b="1" spc="-25" dirty="0">
                <a:solidFill>
                  <a:srgbClr val="FFFFFF"/>
                </a:solidFill>
                <a:latin typeface="Roboto"/>
                <a:cs typeface="Roboto"/>
              </a:rPr>
              <a:t>end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Added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60" dirty="0">
                <a:solidFill>
                  <a:srgbClr val="FFFFFF"/>
                </a:solidFill>
                <a:latin typeface="Roboto"/>
                <a:cs typeface="Roboto"/>
              </a:rPr>
              <a:t>human-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approval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gates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between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every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stage</a:t>
            </a:r>
            <a:endParaRPr sz="3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1900" y="1311317"/>
            <a:ext cx="7676100" cy="81413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0162" y="253736"/>
            <a:ext cx="1105535" cy="1056640"/>
          </a:xfrm>
          <a:custGeom>
            <a:avLst/>
            <a:gdLst/>
            <a:ahLst/>
            <a:cxnLst/>
            <a:rect l="l" t="t" r="r" b="b"/>
            <a:pathLst>
              <a:path w="1105535" h="1056640">
                <a:moveTo>
                  <a:pt x="528624" y="1056640"/>
                </a:moveTo>
                <a:lnTo>
                  <a:pt x="475534" y="1054100"/>
                </a:lnTo>
                <a:lnTo>
                  <a:pt x="423422" y="1046480"/>
                </a:lnTo>
                <a:lnTo>
                  <a:pt x="372469" y="1033780"/>
                </a:lnTo>
                <a:lnTo>
                  <a:pt x="322856" y="1014730"/>
                </a:lnTo>
                <a:lnTo>
                  <a:pt x="276870" y="993140"/>
                </a:lnTo>
                <a:lnTo>
                  <a:pt x="233439" y="966470"/>
                </a:lnTo>
                <a:lnTo>
                  <a:pt x="192709" y="935990"/>
                </a:lnTo>
                <a:lnTo>
                  <a:pt x="154828" y="901700"/>
                </a:lnTo>
                <a:lnTo>
                  <a:pt x="120392" y="863600"/>
                </a:lnTo>
                <a:lnTo>
                  <a:pt x="89967" y="822960"/>
                </a:lnTo>
                <a:lnTo>
                  <a:pt x="63652" y="779780"/>
                </a:lnTo>
                <a:lnTo>
                  <a:pt x="41547" y="734060"/>
                </a:lnTo>
                <a:lnTo>
                  <a:pt x="23424" y="684530"/>
                </a:lnTo>
                <a:lnTo>
                  <a:pt x="10434" y="633730"/>
                </a:lnTo>
                <a:lnTo>
                  <a:pt x="2614" y="581660"/>
                </a:lnTo>
                <a:lnTo>
                  <a:pt x="0" y="528320"/>
                </a:lnTo>
                <a:lnTo>
                  <a:pt x="2365" y="480060"/>
                </a:lnTo>
                <a:lnTo>
                  <a:pt x="2490" y="477520"/>
                </a:lnTo>
                <a:lnTo>
                  <a:pt x="10434" y="422910"/>
                </a:lnTo>
                <a:lnTo>
                  <a:pt x="23424" y="372110"/>
                </a:lnTo>
                <a:lnTo>
                  <a:pt x="41547" y="322580"/>
                </a:lnTo>
                <a:lnTo>
                  <a:pt x="63652" y="276860"/>
                </a:lnTo>
                <a:lnTo>
                  <a:pt x="89967" y="232410"/>
                </a:lnTo>
                <a:lnTo>
                  <a:pt x="120392" y="191770"/>
                </a:lnTo>
                <a:lnTo>
                  <a:pt x="154828" y="153670"/>
                </a:lnTo>
                <a:lnTo>
                  <a:pt x="192709" y="119380"/>
                </a:lnTo>
                <a:lnTo>
                  <a:pt x="233439" y="88900"/>
                </a:lnTo>
                <a:lnTo>
                  <a:pt x="276870" y="63500"/>
                </a:lnTo>
                <a:lnTo>
                  <a:pt x="322856" y="40640"/>
                </a:lnTo>
                <a:lnTo>
                  <a:pt x="372469" y="22860"/>
                </a:lnTo>
                <a:lnTo>
                  <a:pt x="423422" y="10160"/>
                </a:lnTo>
                <a:lnTo>
                  <a:pt x="475534" y="2540"/>
                </a:lnTo>
                <a:lnTo>
                  <a:pt x="528624" y="0"/>
                </a:lnTo>
                <a:lnTo>
                  <a:pt x="575202" y="1270"/>
                </a:lnTo>
                <a:lnTo>
                  <a:pt x="621127" y="7620"/>
                </a:lnTo>
                <a:lnTo>
                  <a:pt x="666239" y="17780"/>
                </a:lnTo>
                <a:lnTo>
                  <a:pt x="690316" y="25400"/>
                </a:lnTo>
                <a:lnTo>
                  <a:pt x="528624" y="25400"/>
                </a:lnTo>
                <a:lnTo>
                  <a:pt x="480248" y="26670"/>
                </a:lnTo>
                <a:lnTo>
                  <a:pt x="433158" y="34290"/>
                </a:lnTo>
                <a:lnTo>
                  <a:pt x="387567" y="45720"/>
                </a:lnTo>
                <a:lnTo>
                  <a:pt x="343687" y="59690"/>
                </a:lnTo>
                <a:lnTo>
                  <a:pt x="301730" y="78740"/>
                </a:lnTo>
                <a:lnTo>
                  <a:pt x="261908" y="101600"/>
                </a:lnTo>
                <a:lnTo>
                  <a:pt x="224435" y="127000"/>
                </a:lnTo>
                <a:lnTo>
                  <a:pt x="189522" y="156210"/>
                </a:lnTo>
                <a:lnTo>
                  <a:pt x="157383" y="189230"/>
                </a:lnTo>
                <a:lnTo>
                  <a:pt x="128229" y="223520"/>
                </a:lnTo>
                <a:lnTo>
                  <a:pt x="102273" y="261620"/>
                </a:lnTo>
                <a:lnTo>
                  <a:pt x="79727" y="300990"/>
                </a:lnTo>
                <a:lnTo>
                  <a:pt x="60804" y="342900"/>
                </a:lnTo>
                <a:lnTo>
                  <a:pt x="45717" y="387350"/>
                </a:lnTo>
                <a:lnTo>
                  <a:pt x="34677" y="433070"/>
                </a:lnTo>
                <a:lnTo>
                  <a:pt x="27897" y="480060"/>
                </a:lnTo>
                <a:lnTo>
                  <a:pt x="25711" y="525780"/>
                </a:lnTo>
                <a:lnTo>
                  <a:pt x="25590" y="528320"/>
                </a:lnTo>
                <a:lnTo>
                  <a:pt x="27897" y="576580"/>
                </a:lnTo>
                <a:lnTo>
                  <a:pt x="34676" y="623570"/>
                </a:lnTo>
                <a:lnTo>
                  <a:pt x="45716" y="669290"/>
                </a:lnTo>
                <a:lnTo>
                  <a:pt x="60804" y="712470"/>
                </a:lnTo>
                <a:lnTo>
                  <a:pt x="79726" y="754380"/>
                </a:lnTo>
                <a:lnTo>
                  <a:pt x="102272" y="795020"/>
                </a:lnTo>
                <a:lnTo>
                  <a:pt x="128227" y="831850"/>
                </a:lnTo>
                <a:lnTo>
                  <a:pt x="157381" y="867410"/>
                </a:lnTo>
                <a:lnTo>
                  <a:pt x="189520" y="899160"/>
                </a:lnTo>
                <a:lnTo>
                  <a:pt x="224433" y="928370"/>
                </a:lnTo>
                <a:lnTo>
                  <a:pt x="261906" y="953770"/>
                </a:lnTo>
                <a:lnTo>
                  <a:pt x="301728" y="976630"/>
                </a:lnTo>
                <a:lnTo>
                  <a:pt x="343685" y="995680"/>
                </a:lnTo>
                <a:lnTo>
                  <a:pt x="387565" y="1010920"/>
                </a:lnTo>
                <a:lnTo>
                  <a:pt x="433157" y="1022350"/>
                </a:lnTo>
                <a:lnTo>
                  <a:pt x="480247" y="1028700"/>
                </a:lnTo>
                <a:lnTo>
                  <a:pt x="528624" y="1031240"/>
                </a:lnTo>
                <a:lnTo>
                  <a:pt x="689751" y="1031240"/>
                </a:lnTo>
                <a:lnTo>
                  <a:pt x="662397" y="1040130"/>
                </a:lnTo>
                <a:lnTo>
                  <a:pt x="618506" y="1049020"/>
                </a:lnTo>
                <a:lnTo>
                  <a:pt x="573863" y="1054100"/>
                </a:lnTo>
                <a:lnTo>
                  <a:pt x="528624" y="1056640"/>
                </a:lnTo>
                <a:close/>
              </a:path>
              <a:path w="1105535" h="1056640">
                <a:moveTo>
                  <a:pt x="997073" y="157480"/>
                </a:moveTo>
                <a:lnTo>
                  <a:pt x="989207" y="157480"/>
                </a:lnTo>
                <a:lnTo>
                  <a:pt x="982202" y="153670"/>
                </a:lnTo>
                <a:lnTo>
                  <a:pt x="976373" y="148590"/>
                </a:lnTo>
                <a:lnTo>
                  <a:pt x="972033" y="142240"/>
                </a:lnTo>
                <a:lnTo>
                  <a:pt x="850888" y="142240"/>
                </a:lnTo>
                <a:lnTo>
                  <a:pt x="808725" y="110490"/>
                </a:lnTo>
                <a:lnTo>
                  <a:pt x="766300" y="85090"/>
                </a:lnTo>
                <a:lnTo>
                  <a:pt x="721685" y="63500"/>
                </a:lnTo>
                <a:lnTo>
                  <a:pt x="675244" y="46990"/>
                </a:lnTo>
                <a:lnTo>
                  <a:pt x="627343" y="34290"/>
                </a:lnTo>
                <a:lnTo>
                  <a:pt x="578348" y="27940"/>
                </a:lnTo>
                <a:lnTo>
                  <a:pt x="528624" y="25400"/>
                </a:lnTo>
                <a:lnTo>
                  <a:pt x="690316" y="25400"/>
                </a:lnTo>
                <a:lnTo>
                  <a:pt x="750662" y="48260"/>
                </a:lnTo>
                <a:lnTo>
                  <a:pt x="789326" y="68580"/>
                </a:lnTo>
                <a:lnTo>
                  <a:pt x="826246" y="91440"/>
                </a:lnTo>
                <a:lnTo>
                  <a:pt x="861298" y="116840"/>
                </a:lnTo>
                <a:lnTo>
                  <a:pt x="1021270" y="116840"/>
                </a:lnTo>
                <a:lnTo>
                  <a:pt x="1022993" y="119380"/>
                </a:lnTo>
                <a:lnTo>
                  <a:pt x="1025203" y="129540"/>
                </a:lnTo>
                <a:lnTo>
                  <a:pt x="1022993" y="140970"/>
                </a:lnTo>
                <a:lnTo>
                  <a:pt x="1016964" y="149860"/>
                </a:lnTo>
                <a:lnTo>
                  <a:pt x="1008023" y="156210"/>
                </a:lnTo>
                <a:lnTo>
                  <a:pt x="997073" y="157480"/>
                </a:lnTo>
                <a:close/>
              </a:path>
              <a:path w="1105535" h="1056640">
                <a:moveTo>
                  <a:pt x="1021270" y="116840"/>
                </a:moveTo>
                <a:lnTo>
                  <a:pt x="972033" y="116840"/>
                </a:lnTo>
                <a:lnTo>
                  <a:pt x="976373" y="110490"/>
                </a:lnTo>
                <a:lnTo>
                  <a:pt x="982202" y="106680"/>
                </a:lnTo>
                <a:lnTo>
                  <a:pt x="989207" y="102870"/>
                </a:lnTo>
                <a:lnTo>
                  <a:pt x="997073" y="101600"/>
                </a:lnTo>
                <a:lnTo>
                  <a:pt x="1008023" y="104140"/>
                </a:lnTo>
                <a:lnTo>
                  <a:pt x="1016964" y="110490"/>
                </a:lnTo>
                <a:lnTo>
                  <a:pt x="1021270" y="116840"/>
                </a:lnTo>
                <a:close/>
              </a:path>
              <a:path w="1105535" h="1056640">
                <a:moveTo>
                  <a:pt x="443473" y="231140"/>
                </a:moveTo>
                <a:lnTo>
                  <a:pt x="386885" y="231140"/>
                </a:lnTo>
                <a:lnTo>
                  <a:pt x="395325" y="227330"/>
                </a:lnTo>
                <a:lnTo>
                  <a:pt x="402874" y="223520"/>
                </a:lnTo>
                <a:lnTo>
                  <a:pt x="410508" y="220980"/>
                </a:lnTo>
                <a:lnTo>
                  <a:pt x="419225" y="217170"/>
                </a:lnTo>
                <a:lnTo>
                  <a:pt x="419952" y="217170"/>
                </a:lnTo>
                <a:lnTo>
                  <a:pt x="432800" y="161290"/>
                </a:lnTo>
                <a:lnTo>
                  <a:pt x="455813" y="125730"/>
                </a:lnTo>
                <a:lnTo>
                  <a:pt x="485497" y="111760"/>
                </a:lnTo>
                <a:lnTo>
                  <a:pt x="570522" y="111760"/>
                </a:lnTo>
                <a:lnTo>
                  <a:pt x="608182" y="133350"/>
                </a:lnTo>
                <a:lnTo>
                  <a:pt x="612574" y="138430"/>
                </a:lnTo>
                <a:lnTo>
                  <a:pt x="487983" y="138430"/>
                </a:lnTo>
                <a:lnTo>
                  <a:pt x="479692" y="142240"/>
                </a:lnTo>
                <a:lnTo>
                  <a:pt x="466473" y="152400"/>
                </a:lnTo>
                <a:lnTo>
                  <a:pt x="461772" y="160020"/>
                </a:lnTo>
                <a:lnTo>
                  <a:pt x="447245" y="222250"/>
                </a:lnTo>
                <a:lnTo>
                  <a:pt x="444556" y="229870"/>
                </a:lnTo>
                <a:lnTo>
                  <a:pt x="443473" y="231140"/>
                </a:lnTo>
                <a:close/>
              </a:path>
              <a:path w="1105535" h="1056640">
                <a:moveTo>
                  <a:pt x="1076477" y="259080"/>
                </a:moveTo>
                <a:lnTo>
                  <a:pt x="1068695" y="259080"/>
                </a:lnTo>
                <a:lnTo>
                  <a:pt x="1061728" y="255270"/>
                </a:lnTo>
                <a:lnTo>
                  <a:pt x="1055866" y="251460"/>
                </a:lnTo>
                <a:lnTo>
                  <a:pt x="1051400" y="245110"/>
                </a:lnTo>
                <a:lnTo>
                  <a:pt x="629657" y="245110"/>
                </a:lnTo>
                <a:lnTo>
                  <a:pt x="628098" y="243840"/>
                </a:lnTo>
                <a:lnTo>
                  <a:pt x="621298" y="240030"/>
                </a:lnTo>
                <a:lnTo>
                  <a:pt x="615665" y="234950"/>
                </a:lnTo>
                <a:lnTo>
                  <a:pt x="611416" y="228600"/>
                </a:lnTo>
                <a:lnTo>
                  <a:pt x="608768" y="222250"/>
                </a:lnTo>
                <a:lnTo>
                  <a:pt x="594244" y="160020"/>
                </a:lnTo>
                <a:lnTo>
                  <a:pt x="589544" y="152400"/>
                </a:lnTo>
                <a:lnTo>
                  <a:pt x="576325" y="142240"/>
                </a:lnTo>
                <a:lnTo>
                  <a:pt x="568034" y="138430"/>
                </a:lnTo>
                <a:lnTo>
                  <a:pt x="612574" y="138430"/>
                </a:lnTo>
                <a:lnTo>
                  <a:pt x="635949" y="215900"/>
                </a:lnTo>
                <a:lnTo>
                  <a:pt x="636208" y="217170"/>
                </a:lnTo>
                <a:lnTo>
                  <a:pt x="1101143" y="217170"/>
                </a:lnTo>
                <a:lnTo>
                  <a:pt x="1102899" y="219710"/>
                </a:lnTo>
                <a:lnTo>
                  <a:pt x="1105153" y="231140"/>
                </a:lnTo>
                <a:lnTo>
                  <a:pt x="1102899" y="242570"/>
                </a:lnTo>
                <a:lnTo>
                  <a:pt x="1096754" y="251460"/>
                </a:lnTo>
                <a:lnTo>
                  <a:pt x="1087639" y="257810"/>
                </a:lnTo>
                <a:lnTo>
                  <a:pt x="1076477" y="259080"/>
                </a:lnTo>
                <a:close/>
              </a:path>
              <a:path w="1105535" h="1056640">
                <a:moveTo>
                  <a:pt x="295816" y="861060"/>
                </a:moveTo>
                <a:lnTo>
                  <a:pt x="287494" y="861060"/>
                </a:lnTo>
                <a:lnTo>
                  <a:pt x="279335" y="859790"/>
                </a:lnTo>
                <a:lnTo>
                  <a:pt x="211403" y="800100"/>
                </a:lnTo>
                <a:lnTo>
                  <a:pt x="196985" y="763270"/>
                </a:lnTo>
                <a:lnTo>
                  <a:pt x="196950" y="762000"/>
                </a:lnTo>
                <a:lnTo>
                  <a:pt x="198088" y="754380"/>
                </a:lnTo>
                <a:lnTo>
                  <a:pt x="200570" y="746760"/>
                </a:lnTo>
                <a:lnTo>
                  <a:pt x="204352" y="739140"/>
                </a:lnTo>
                <a:lnTo>
                  <a:pt x="238913" y="683260"/>
                </a:lnTo>
                <a:lnTo>
                  <a:pt x="239268" y="676910"/>
                </a:lnTo>
                <a:lnTo>
                  <a:pt x="239339" y="675640"/>
                </a:lnTo>
                <a:lnTo>
                  <a:pt x="236110" y="668020"/>
                </a:lnTo>
                <a:lnTo>
                  <a:pt x="232734" y="661670"/>
                </a:lnTo>
                <a:lnTo>
                  <a:pt x="229534" y="654050"/>
                </a:lnTo>
                <a:lnTo>
                  <a:pt x="226519" y="646430"/>
                </a:lnTo>
                <a:lnTo>
                  <a:pt x="223701" y="638810"/>
                </a:lnTo>
                <a:lnTo>
                  <a:pt x="221184" y="631190"/>
                </a:lnTo>
                <a:lnTo>
                  <a:pt x="215345" y="626110"/>
                </a:lnTo>
                <a:lnTo>
                  <a:pt x="151612" y="610870"/>
                </a:lnTo>
                <a:lnTo>
                  <a:pt x="119420" y="586740"/>
                </a:lnTo>
                <a:lnTo>
                  <a:pt x="113476" y="565150"/>
                </a:lnTo>
                <a:lnTo>
                  <a:pt x="113376" y="563880"/>
                </a:lnTo>
                <a:lnTo>
                  <a:pt x="113275" y="494030"/>
                </a:lnTo>
                <a:lnTo>
                  <a:pt x="127428" y="453390"/>
                </a:lnTo>
                <a:lnTo>
                  <a:pt x="163757" y="430530"/>
                </a:lnTo>
                <a:lnTo>
                  <a:pt x="218820" y="417830"/>
                </a:lnTo>
                <a:lnTo>
                  <a:pt x="219620" y="416560"/>
                </a:lnTo>
                <a:lnTo>
                  <a:pt x="219981" y="416560"/>
                </a:lnTo>
                <a:lnTo>
                  <a:pt x="222836" y="408940"/>
                </a:lnTo>
                <a:lnTo>
                  <a:pt x="225890" y="401320"/>
                </a:lnTo>
                <a:lnTo>
                  <a:pt x="229132" y="393700"/>
                </a:lnTo>
                <a:lnTo>
                  <a:pt x="233028" y="384810"/>
                </a:lnTo>
                <a:lnTo>
                  <a:pt x="232982" y="383540"/>
                </a:lnTo>
                <a:lnTo>
                  <a:pt x="203121" y="335280"/>
                </a:lnTo>
                <a:lnTo>
                  <a:pt x="198144" y="326390"/>
                </a:lnTo>
                <a:lnTo>
                  <a:pt x="194877" y="314960"/>
                </a:lnTo>
                <a:lnTo>
                  <a:pt x="193379" y="304800"/>
                </a:lnTo>
                <a:lnTo>
                  <a:pt x="193706" y="293370"/>
                </a:lnTo>
                <a:lnTo>
                  <a:pt x="212412" y="255270"/>
                </a:lnTo>
                <a:lnTo>
                  <a:pt x="257087" y="210820"/>
                </a:lnTo>
                <a:lnTo>
                  <a:pt x="295803" y="191770"/>
                </a:lnTo>
                <a:lnTo>
                  <a:pt x="306760" y="191770"/>
                </a:lnTo>
                <a:lnTo>
                  <a:pt x="317578" y="193040"/>
                </a:lnTo>
                <a:lnTo>
                  <a:pt x="327998" y="195580"/>
                </a:lnTo>
                <a:lnTo>
                  <a:pt x="337763" y="200660"/>
                </a:lnTo>
                <a:lnTo>
                  <a:pt x="365783" y="218440"/>
                </a:lnTo>
                <a:lnTo>
                  <a:pt x="307365" y="218440"/>
                </a:lnTo>
                <a:lnTo>
                  <a:pt x="290598" y="219710"/>
                </a:lnTo>
                <a:lnTo>
                  <a:pt x="282696" y="223520"/>
                </a:lnTo>
                <a:lnTo>
                  <a:pt x="226088" y="280670"/>
                </a:lnTo>
                <a:lnTo>
                  <a:pt x="222271" y="288290"/>
                </a:lnTo>
                <a:lnTo>
                  <a:pt x="220337" y="304800"/>
                </a:lnTo>
                <a:lnTo>
                  <a:pt x="222262" y="313690"/>
                </a:lnTo>
                <a:lnTo>
                  <a:pt x="256018" y="368300"/>
                </a:lnTo>
                <a:lnTo>
                  <a:pt x="259260" y="374650"/>
                </a:lnTo>
                <a:lnTo>
                  <a:pt x="260623" y="382270"/>
                </a:lnTo>
                <a:lnTo>
                  <a:pt x="260090" y="389890"/>
                </a:lnTo>
                <a:lnTo>
                  <a:pt x="257642" y="397510"/>
                </a:lnTo>
                <a:lnTo>
                  <a:pt x="254517" y="403860"/>
                </a:lnTo>
                <a:lnTo>
                  <a:pt x="251552" y="411480"/>
                </a:lnTo>
                <a:lnTo>
                  <a:pt x="248760" y="417830"/>
                </a:lnTo>
                <a:lnTo>
                  <a:pt x="246149" y="425450"/>
                </a:lnTo>
                <a:lnTo>
                  <a:pt x="242653" y="431800"/>
                </a:lnTo>
                <a:lnTo>
                  <a:pt x="237646" y="438150"/>
                </a:lnTo>
                <a:lnTo>
                  <a:pt x="231379" y="441960"/>
                </a:lnTo>
                <a:lnTo>
                  <a:pt x="224103" y="444500"/>
                </a:lnTo>
                <a:lnTo>
                  <a:pt x="161851" y="459740"/>
                </a:lnTo>
                <a:lnTo>
                  <a:pt x="154439" y="464820"/>
                </a:lnTo>
                <a:lnTo>
                  <a:pt x="143946" y="477520"/>
                </a:lnTo>
                <a:lnTo>
                  <a:pt x="141058" y="486410"/>
                </a:lnTo>
                <a:lnTo>
                  <a:pt x="141058" y="562610"/>
                </a:lnTo>
                <a:lnTo>
                  <a:pt x="214396" y="598170"/>
                </a:lnTo>
                <a:lnTo>
                  <a:pt x="226101" y="601980"/>
                </a:lnTo>
                <a:lnTo>
                  <a:pt x="236184" y="608330"/>
                </a:lnTo>
                <a:lnTo>
                  <a:pt x="244241" y="618490"/>
                </a:lnTo>
                <a:lnTo>
                  <a:pt x="249869" y="628650"/>
                </a:lnTo>
                <a:lnTo>
                  <a:pt x="252443" y="636270"/>
                </a:lnTo>
                <a:lnTo>
                  <a:pt x="255197" y="642620"/>
                </a:lnTo>
                <a:lnTo>
                  <a:pt x="258121" y="650240"/>
                </a:lnTo>
                <a:lnTo>
                  <a:pt x="261205" y="656590"/>
                </a:lnTo>
                <a:lnTo>
                  <a:pt x="265134" y="668020"/>
                </a:lnTo>
                <a:lnTo>
                  <a:pt x="265985" y="680720"/>
                </a:lnTo>
                <a:lnTo>
                  <a:pt x="263786" y="693420"/>
                </a:lnTo>
                <a:lnTo>
                  <a:pt x="258568" y="703580"/>
                </a:lnTo>
                <a:lnTo>
                  <a:pt x="227943" y="753110"/>
                </a:lnTo>
                <a:lnTo>
                  <a:pt x="225144" y="760730"/>
                </a:lnTo>
                <a:lnTo>
                  <a:pt x="277736" y="826770"/>
                </a:lnTo>
                <a:lnTo>
                  <a:pt x="290673" y="833120"/>
                </a:lnTo>
                <a:lnTo>
                  <a:pt x="352307" y="833120"/>
                </a:lnTo>
                <a:lnTo>
                  <a:pt x="319362" y="853440"/>
                </a:lnTo>
                <a:lnTo>
                  <a:pt x="311946" y="857250"/>
                </a:lnTo>
                <a:lnTo>
                  <a:pt x="304032" y="859790"/>
                </a:lnTo>
                <a:lnTo>
                  <a:pt x="295816" y="861060"/>
                </a:lnTo>
                <a:close/>
              </a:path>
              <a:path w="1105535" h="1056640">
                <a:moveTo>
                  <a:pt x="1101143" y="217170"/>
                </a:moveTo>
                <a:lnTo>
                  <a:pt x="1051400" y="217170"/>
                </a:lnTo>
                <a:lnTo>
                  <a:pt x="1055866" y="210820"/>
                </a:lnTo>
                <a:lnTo>
                  <a:pt x="1061728" y="205740"/>
                </a:lnTo>
                <a:lnTo>
                  <a:pt x="1068695" y="203200"/>
                </a:lnTo>
                <a:lnTo>
                  <a:pt x="1076477" y="201930"/>
                </a:lnTo>
                <a:lnTo>
                  <a:pt x="1087639" y="204470"/>
                </a:lnTo>
                <a:lnTo>
                  <a:pt x="1096754" y="210820"/>
                </a:lnTo>
                <a:lnTo>
                  <a:pt x="1101143" y="217170"/>
                </a:lnTo>
                <a:close/>
              </a:path>
              <a:path w="1105535" h="1056640">
                <a:moveTo>
                  <a:pt x="384792" y="259080"/>
                </a:moveTo>
                <a:lnTo>
                  <a:pt x="377288" y="256540"/>
                </a:lnTo>
                <a:lnTo>
                  <a:pt x="370238" y="254000"/>
                </a:lnTo>
                <a:lnTo>
                  <a:pt x="315929" y="219710"/>
                </a:lnTo>
                <a:lnTo>
                  <a:pt x="307365" y="218440"/>
                </a:lnTo>
                <a:lnTo>
                  <a:pt x="365783" y="218440"/>
                </a:lnTo>
                <a:lnTo>
                  <a:pt x="385797" y="231140"/>
                </a:lnTo>
                <a:lnTo>
                  <a:pt x="443473" y="231140"/>
                </a:lnTo>
                <a:lnTo>
                  <a:pt x="440224" y="234950"/>
                </a:lnTo>
                <a:lnTo>
                  <a:pt x="434471" y="240030"/>
                </a:lnTo>
                <a:lnTo>
                  <a:pt x="427526" y="243840"/>
                </a:lnTo>
                <a:lnTo>
                  <a:pt x="413515" y="248920"/>
                </a:lnTo>
                <a:lnTo>
                  <a:pt x="406611" y="252730"/>
                </a:lnTo>
                <a:lnTo>
                  <a:pt x="399807" y="255270"/>
                </a:lnTo>
                <a:lnTo>
                  <a:pt x="392411" y="257810"/>
                </a:lnTo>
                <a:lnTo>
                  <a:pt x="384792" y="259080"/>
                </a:lnTo>
                <a:close/>
              </a:path>
              <a:path w="1105535" h="1056640">
                <a:moveTo>
                  <a:pt x="528008" y="763270"/>
                </a:moveTo>
                <a:lnTo>
                  <a:pt x="482755" y="759460"/>
                </a:lnTo>
                <a:lnTo>
                  <a:pt x="439486" y="745490"/>
                </a:lnTo>
                <a:lnTo>
                  <a:pt x="401017" y="725170"/>
                </a:lnTo>
                <a:lnTo>
                  <a:pt x="367203" y="697230"/>
                </a:lnTo>
                <a:lnTo>
                  <a:pt x="339302" y="662940"/>
                </a:lnTo>
                <a:lnTo>
                  <a:pt x="318474" y="624840"/>
                </a:lnTo>
                <a:lnTo>
                  <a:pt x="305087" y="581660"/>
                </a:lnTo>
                <a:lnTo>
                  <a:pt x="300597" y="535940"/>
                </a:lnTo>
                <a:lnTo>
                  <a:pt x="301534" y="516890"/>
                </a:lnTo>
                <a:lnTo>
                  <a:pt x="301597" y="515620"/>
                </a:lnTo>
                <a:lnTo>
                  <a:pt x="310676" y="468630"/>
                </a:lnTo>
                <a:lnTo>
                  <a:pt x="327983" y="427990"/>
                </a:lnTo>
                <a:lnTo>
                  <a:pt x="352390" y="392430"/>
                </a:lnTo>
                <a:lnTo>
                  <a:pt x="383497" y="360680"/>
                </a:lnTo>
                <a:lnTo>
                  <a:pt x="419701" y="336550"/>
                </a:lnTo>
                <a:lnTo>
                  <a:pt x="460833" y="318770"/>
                </a:lnTo>
                <a:lnTo>
                  <a:pt x="505172" y="309880"/>
                </a:lnTo>
                <a:lnTo>
                  <a:pt x="528008" y="308610"/>
                </a:lnTo>
                <a:lnTo>
                  <a:pt x="551195" y="309880"/>
                </a:lnTo>
                <a:lnTo>
                  <a:pt x="573940" y="313690"/>
                </a:lnTo>
                <a:lnTo>
                  <a:pt x="596168" y="318770"/>
                </a:lnTo>
                <a:lnTo>
                  <a:pt x="617803" y="327660"/>
                </a:lnTo>
                <a:lnTo>
                  <a:pt x="636240" y="336550"/>
                </a:lnTo>
                <a:lnTo>
                  <a:pt x="528008" y="336550"/>
                </a:lnTo>
                <a:lnTo>
                  <a:pt x="482290" y="341630"/>
                </a:lnTo>
                <a:lnTo>
                  <a:pt x="440292" y="356870"/>
                </a:lnTo>
                <a:lnTo>
                  <a:pt x="403222" y="381000"/>
                </a:lnTo>
                <a:lnTo>
                  <a:pt x="372288" y="411480"/>
                </a:lnTo>
                <a:lnTo>
                  <a:pt x="348697" y="448310"/>
                </a:lnTo>
                <a:lnTo>
                  <a:pt x="333657" y="490220"/>
                </a:lnTo>
                <a:lnTo>
                  <a:pt x="328375" y="535940"/>
                </a:lnTo>
                <a:lnTo>
                  <a:pt x="333657" y="581660"/>
                </a:lnTo>
                <a:lnTo>
                  <a:pt x="348697" y="623570"/>
                </a:lnTo>
                <a:lnTo>
                  <a:pt x="372288" y="661670"/>
                </a:lnTo>
                <a:lnTo>
                  <a:pt x="403222" y="692150"/>
                </a:lnTo>
                <a:lnTo>
                  <a:pt x="440292" y="715010"/>
                </a:lnTo>
                <a:lnTo>
                  <a:pt x="482290" y="730250"/>
                </a:lnTo>
                <a:lnTo>
                  <a:pt x="528008" y="735330"/>
                </a:lnTo>
                <a:lnTo>
                  <a:pt x="638392" y="735330"/>
                </a:lnTo>
                <a:lnTo>
                  <a:pt x="636316" y="736600"/>
                </a:lnTo>
                <a:lnTo>
                  <a:pt x="616536" y="745490"/>
                </a:lnTo>
                <a:lnTo>
                  <a:pt x="595187" y="753110"/>
                </a:lnTo>
                <a:lnTo>
                  <a:pt x="573264" y="759460"/>
                </a:lnTo>
                <a:lnTo>
                  <a:pt x="550845" y="762000"/>
                </a:lnTo>
                <a:lnTo>
                  <a:pt x="528008" y="763270"/>
                </a:lnTo>
                <a:close/>
              </a:path>
              <a:path w="1105535" h="1056640">
                <a:moveTo>
                  <a:pt x="930458" y="415290"/>
                </a:moveTo>
                <a:lnTo>
                  <a:pt x="922670" y="414020"/>
                </a:lnTo>
                <a:lnTo>
                  <a:pt x="915699" y="410210"/>
                </a:lnTo>
                <a:lnTo>
                  <a:pt x="909836" y="406400"/>
                </a:lnTo>
                <a:lnTo>
                  <a:pt x="905372" y="400050"/>
                </a:lnTo>
                <a:lnTo>
                  <a:pt x="674999" y="400050"/>
                </a:lnTo>
                <a:lnTo>
                  <a:pt x="670913" y="397510"/>
                </a:lnTo>
                <a:lnTo>
                  <a:pt x="668392" y="394970"/>
                </a:lnTo>
                <a:lnTo>
                  <a:pt x="638047" y="369570"/>
                </a:lnTo>
                <a:lnTo>
                  <a:pt x="603988" y="351790"/>
                </a:lnTo>
                <a:lnTo>
                  <a:pt x="567035" y="340360"/>
                </a:lnTo>
                <a:lnTo>
                  <a:pt x="528008" y="336550"/>
                </a:lnTo>
                <a:lnTo>
                  <a:pt x="636240" y="336550"/>
                </a:lnTo>
                <a:lnTo>
                  <a:pt x="653707" y="346710"/>
                </a:lnTo>
                <a:lnTo>
                  <a:pt x="670157" y="359410"/>
                </a:lnTo>
                <a:lnTo>
                  <a:pt x="685543" y="372110"/>
                </a:lnTo>
                <a:lnTo>
                  <a:pt x="955125" y="372110"/>
                </a:lnTo>
                <a:lnTo>
                  <a:pt x="956880" y="374650"/>
                </a:lnTo>
                <a:lnTo>
                  <a:pt x="959134" y="386080"/>
                </a:lnTo>
                <a:lnTo>
                  <a:pt x="956880" y="397510"/>
                </a:lnTo>
                <a:lnTo>
                  <a:pt x="950735" y="406400"/>
                </a:lnTo>
                <a:lnTo>
                  <a:pt x="941620" y="412750"/>
                </a:lnTo>
                <a:lnTo>
                  <a:pt x="930458" y="415290"/>
                </a:lnTo>
                <a:close/>
              </a:path>
              <a:path w="1105535" h="1056640">
                <a:moveTo>
                  <a:pt x="955125" y="372110"/>
                </a:moveTo>
                <a:lnTo>
                  <a:pt x="905372" y="372110"/>
                </a:lnTo>
                <a:lnTo>
                  <a:pt x="909836" y="365760"/>
                </a:lnTo>
                <a:lnTo>
                  <a:pt x="915699" y="361950"/>
                </a:lnTo>
                <a:lnTo>
                  <a:pt x="922670" y="358140"/>
                </a:lnTo>
                <a:lnTo>
                  <a:pt x="930458" y="358140"/>
                </a:lnTo>
                <a:lnTo>
                  <a:pt x="941620" y="359410"/>
                </a:lnTo>
                <a:lnTo>
                  <a:pt x="950735" y="365760"/>
                </a:lnTo>
                <a:lnTo>
                  <a:pt x="955125" y="372110"/>
                </a:lnTo>
                <a:close/>
              </a:path>
              <a:path w="1105535" h="1056640">
                <a:moveTo>
                  <a:pt x="638392" y="735330"/>
                </a:moveTo>
                <a:lnTo>
                  <a:pt x="528008" y="735330"/>
                </a:lnTo>
                <a:lnTo>
                  <a:pt x="573728" y="730250"/>
                </a:lnTo>
                <a:lnTo>
                  <a:pt x="615726" y="715010"/>
                </a:lnTo>
                <a:lnTo>
                  <a:pt x="652795" y="692150"/>
                </a:lnTo>
                <a:lnTo>
                  <a:pt x="683728" y="661670"/>
                </a:lnTo>
                <a:lnTo>
                  <a:pt x="707317" y="623570"/>
                </a:lnTo>
                <a:lnTo>
                  <a:pt x="722356" y="581660"/>
                </a:lnTo>
                <a:lnTo>
                  <a:pt x="727637" y="535940"/>
                </a:lnTo>
                <a:lnTo>
                  <a:pt x="727637" y="528320"/>
                </a:lnTo>
                <a:lnTo>
                  <a:pt x="733864" y="521970"/>
                </a:lnTo>
                <a:lnTo>
                  <a:pt x="990697" y="521970"/>
                </a:lnTo>
                <a:lnTo>
                  <a:pt x="995163" y="516890"/>
                </a:lnTo>
                <a:lnTo>
                  <a:pt x="1001025" y="511810"/>
                </a:lnTo>
                <a:lnTo>
                  <a:pt x="1007992" y="509270"/>
                </a:lnTo>
                <a:lnTo>
                  <a:pt x="1015774" y="508000"/>
                </a:lnTo>
                <a:lnTo>
                  <a:pt x="1026936" y="510540"/>
                </a:lnTo>
                <a:lnTo>
                  <a:pt x="1036051" y="515620"/>
                </a:lnTo>
                <a:lnTo>
                  <a:pt x="1042197" y="525780"/>
                </a:lnTo>
                <a:lnTo>
                  <a:pt x="1044450" y="535940"/>
                </a:lnTo>
                <a:lnTo>
                  <a:pt x="1042197" y="547370"/>
                </a:lnTo>
                <a:lnTo>
                  <a:pt x="1040441" y="549910"/>
                </a:lnTo>
                <a:lnTo>
                  <a:pt x="755008" y="549910"/>
                </a:lnTo>
                <a:lnTo>
                  <a:pt x="753045" y="568960"/>
                </a:lnTo>
                <a:lnTo>
                  <a:pt x="744304" y="607060"/>
                </a:lnTo>
                <a:lnTo>
                  <a:pt x="728039" y="645160"/>
                </a:lnTo>
                <a:lnTo>
                  <a:pt x="703623" y="680720"/>
                </a:lnTo>
                <a:lnTo>
                  <a:pt x="672519" y="712470"/>
                </a:lnTo>
                <a:lnTo>
                  <a:pt x="654999" y="725170"/>
                </a:lnTo>
                <a:lnTo>
                  <a:pt x="638392" y="735330"/>
                </a:lnTo>
                <a:close/>
              </a:path>
              <a:path w="1105535" h="1056640">
                <a:moveTo>
                  <a:pt x="1015774" y="565150"/>
                </a:moveTo>
                <a:lnTo>
                  <a:pt x="1007992" y="563880"/>
                </a:lnTo>
                <a:lnTo>
                  <a:pt x="1001025" y="561340"/>
                </a:lnTo>
                <a:lnTo>
                  <a:pt x="995163" y="556260"/>
                </a:lnTo>
                <a:lnTo>
                  <a:pt x="990697" y="549910"/>
                </a:lnTo>
                <a:lnTo>
                  <a:pt x="1040441" y="549910"/>
                </a:lnTo>
                <a:lnTo>
                  <a:pt x="1036051" y="556260"/>
                </a:lnTo>
                <a:lnTo>
                  <a:pt x="1026936" y="562610"/>
                </a:lnTo>
                <a:lnTo>
                  <a:pt x="1015774" y="565150"/>
                </a:lnTo>
                <a:close/>
              </a:path>
              <a:path w="1105535" h="1056640">
                <a:moveTo>
                  <a:pt x="811808" y="833120"/>
                </a:moveTo>
                <a:lnTo>
                  <a:pt x="765344" y="833120"/>
                </a:lnTo>
                <a:lnTo>
                  <a:pt x="772243" y="831850"/>
                </a:lnTo>
                <a:lnTo>
                  <a:pt x="778281" y="826770"/>
                </a:lnTo>
                <a:lnTo>
                  <a:pt x="824973" y="779780"/>
                </a:lnTo>
                <a:lnTo>
                  <a:pt x="829258" y="774700"/>
                </a:lnTo>
                <a:lnTo>
                  <a:pt x="831247" y="767080"/>
                </a:lnTo>
                <a:lnTo>
                  <a:pt x="831024" y="763270"/>
                </a:lnTo>
                <a:lnTo>
                  <a:pt x="830950" y="762000"/>
                </a:lnTo>
                <a:lnTo>
                  <a:pt x="830875" y="760730"/>
                </a:lnTo>
                <a:lnTo>
                  <a:pt x="828078" y="753110"/>
                </a:lnTo>
                <a:lnTo>
                  <a:pt x="799318" y="707390"/>
                </a:lnTo>
                <a:lnTo>
                  <a:pt x="796607" y="704850"/>
                </a:lnTo>
                <a:lnTo>
                  <a:pt x="794914" y="701040"/>
                </a:lnTo>
                <a:lnTo>
                  <a:pt x="794914" y="689610"/>
                </a:lnTo>
                <a:lnTo>
                  <a:pt x="801132" y="683260"/>
                </a:lnTo>
                <a:lnTo>
                  <a:pt x="1034559" y="683260"/>
                </a:lnTo>
                <a:lnTo>
                  <a:pt x="1039024" y="676910"/>
                </a:lnTo>
                <a:lnTo>
                  <a:pt x="1044889" y="671830"/>
                </a:lnTo>
                <a:lnTo>
                  <a:pt x="1051861" y="669290"/>
                </a:lnTo>
                <a:lnTo>
                  <a:pt x="1059645" y="668020"/>
                </a:lnTo>
                <a:lnTo>
                  <a:pt x="1070807" y="670560"/>
                </a:lnTo>
                <a:lnTo>
                  <a:pt x="1079922" y="676910"/>
                </a:lnTo>
                <a:lnTo>
                  <a:pt x="1086067" y="685800"/>
                </a:lnTo>
                <a:lnTo>
                  <a:pt x="1088321" y="697230"/>
                </a:lnTo>
                <a:lnTo>
                  <a:pt x="1086067" y="708660"/>
                </a:lnTo>
                <a:lnTo>
                  <a:pt x="1084311" y="711200"/>
                </a:lnTo>
                <a:lnTo>
                  <a:pt x="834366" y="711200"/>
                </a:lnTo>
                <a:lnTo>
                  <a:pt x="851670" y="739140"/>
                </a:lnTo>
                <a:lnTo>
                  <a:pt x="855448" y="746760"/>
                </a:lnTo>
                <a:lnTo>
                  <a:pt x="857928" y="754380"/>
                </a:lnTo>
                <a:lnTo>
                  <a:pt x="859067" y="762000"/>
                </a:lnTo>
                <a:lnTo>
                  <a:pt x="859032" y="763270"/>
                </a:lnTo>
                <a:lnTo>
                  <a:pt x="858927" y="767080"/>
                </a:lnTo>
                <a:lnTo>
                  <a:pt x="844609" y="800100"/>
                </a:lnTo>
                <a:lnTo>
                  <a:pt x="811808" y="833120"/>
                </a:lnTo>
                <a:close/>
              </a:path>
              <a:path w="1105535" h="1056640">
                <a:moveTo>
                  <a:pt x="1059645" y="725170"/>
                </a:moveTo>
                <a:lnTo>
                  <a:pt x="1051861" y="725170"/>
                </a:lnTo>
                <a:lnTo>
                  <a:pt x="1044889" y="721360"/>
                </a:lnTo>
                <a:lnTo>
                  <a:pt x="1039024" y="717550"/>
                </a:lnTo>
                <a:lnTo>
                  <a:pt x="1034559" y="711200"/>
                </a:lnTo>
                <a:lnTo>
                  <a:pt x="1084311" y="711200"/>
                </a:lnTo>
                <a:lnTo>
                  <a:pt x="1079922" y="717550"/>
                </a:lnTo>
                <a:lnTo>
                  <a:pt x="1070807" y="723900"/>
                </a:lnTo>
                <a:lnTo>
                  <a:pt x="1059645" y="725170"/>
                </a:lnTo>
                <a:close/>
              </a:path>
              <a:path w="1105535" h="1056640">
                <a:moveTo>
                  <a:pt x="352307" y="833120"/>
                </a:moveTo>
                <a:lnTo>
                  <a:pt x="297844" y="833120"/>
                </a:lnTo>
                <a:lnTo>
                  <a:pt x="304696" y="830580"/>
                </a:lnTo>
                <a:lnTo>
                  <a:pt x="353952" y="800100"/>
                </a:lnTo>
                <a:lnTo>
                  <a:pt x="365300" y="793750"/>
                </a:lnTo>
                <a:lnTo>
                  <a:pt x="377370" y="792480"/>
                </a:lnTo>
                <a:lnTo>
                  <a:pt x="389623" y="792480"/>
                </a:lnTo>
                <a:lnTo>
                  <a:pt x="401514" y="796290"/>
                </a:lnTo>
                <a:lnTo>
                  <a:pt x="408225" y="800100"/>
                </a:lnTo>
                <a:lnTo>
                  <a:pt x="428863" y="807720"/>
                </a:lnTo>
                <a:lnTo>
                  <a:pt x="440024" y="814070"/>
                </a:lnTo>
                <a:lnTo>
                  <a:pt x="446186" y="819150"/>
                </a:lnTo>
                <a:lnTo>
                  <a:pt x="374957" y="819150"/>
                </a:lnTo>
                <a:lnTo>
                  <a:pt x="352307" y="833120"/>
                </a:lnTo>
                <a:close/>
              </a:path>
              <a:path w="1105535" h="1056640">
                <a:moveTo>
                  <a:pt x="605484" y="916940"/>
                </a:moveTo>
                <a:lnTo>
                  <a:pt x="561020" y="916940"/>
                </a:lnTo>
                <a:lnTo>
                  <a:pt x="568318" y="915670"/>
                </a:lnTo>
                <a:lnTo>
                  <a:pt x="574604" y="911860"/>
                </a:lnTo>
                <a:lnTo>
                  <a:pt x="579414" y="906780"/>
                </a:lnTo>
                <a:lnTo>
                  <a:pt x="582280" y="900430"/>
                </a:lnTo>
                <a:lnTo>
                  <a:pt x="595452" y="843280"/>
                </a:lnTo>
                <a:lnTo>
                  <a:pt x="599780" y="831850"/>
                </a:lnTo>
                <a:lnTo>
                  <a:pt x="606749" y="821690"/>
                </a:lnTo>
                <a:lnTo>
                  <a:pt x="615996" y="814070"/>
                </a:lnTo>
                <a:lnTo>
                  <a:pt x="627159" y="807720"/>
                </a:lnTo>
                <a:lnTo>
                  <a:pt x="647797" y="800100"/>
                </a:lnTo>
                <a:lnTo>
                  <a:pt x="654507" y="796290"/>
                </a:lnTo>
                <a:lnTo>
                  <a:pt x="666399" y="792480"/>
                </a:lnTo>
                <a:lnTo>
                  <a:pt x="678650" y="792480"/>
                </a:lnTo>
                <a:lnTo>
                  <a:pt x="690720" y="793750"/>
                </a:lnTo>
                <a:lnTo>
                  <a:pt x="702065" y="800100"/>
                </a:lnTo>
                <a:lnTo>
                  <a:pt x="732853" y="819150"/>
                </a:lnTo>
                <a:lnTo>
                  <a:pt x="673222" y="819150"/>
                </a:lnTo>
                <a:lnTo>
                  <a:pt x="666426" y="821690"/>
                </a:lnTo>
                <a:lnTo>
                  <a:pt x="659079" y="825500"/>
                </a:lnTo>
                <a:lnTo>
                  <a:pt x="651625" y="828040"/>
                </a:lnTo>
                <a:lnTo>
                  <a:pt x="644089" y="831850"/>
                </a:lnTo>
                <a:lnTo>
                  <a:pt x="636495" y="834390"/>
                </a:lnTo>
                <a:lnTo>
                  <a:pt x="629435" y="836930"/>
                </a:lnTo>
                <a:lnTo>
                  <a:pt x="624211" y="843280"/>
                </a:lnTo>
                <a:lnTo>
                  <a:pt x="609337" y="906780"/>
                </a:lnTo>
                <a:lnTo>
                  <a:pt x="606764" y="914400"/>
                </a:lnTo>
                <a:lnTo>
                  <a:pt x="605484" y="916940"/>
                </a:lnTo>
                <a:close/>
              </a:path>
              <a:path w="1105535" h="1056640">
                <a:moveTo>
                  <a:pt x="561020" y="944880"/>
                </a:moveTo>
                <a:lnTo>
                  <a:pt x="494997" y="944880"/>
                </a:lnTo>
                <a:lnTo>
                  <a:pt x="478673" y="942340"/>
                </a:lnTo>
                <a:lnTo>
                  <a:pt x="449255" y="914400"/>
                </a:lnTo>
                <a:lnTo>
                  <a:pt x="431815" y="843280"/>
                </a:lnTo>
                <a:lnTo>
                  <a:pt x="426591" y="836930"/>
                </a:lnTo>
                <a:lnTo>
                  <a:pt x="419531" y="834390"/>
                </a:lnTo>
                <a:lnTo>
                  <a:pt x="411934" y="831850"/>
                </a:lnTo>
                <a:lnTo>
                  <a:pt x="404394" y="828040"/>
                </a:lnTo>
                <a:lnTo>
                  <a:pt x="396938" y="825500"/>
                </a:lnTo>
                <a:lnTo>
                  <a:pt x="389591" y="821690"/>
                </a:lnTo>
                <a:lnTo>
                  <a:pt x="382799" y="819150"/>
                </a:lnTo>
                <a:lnTo>
                  <a:pt x="446186" y="819150"/>
                </a:lnTo>
                <a:lnTo>
                  <a:pt x="449268" y="821690"/>
                </a:lnTo>
                <a:lnTo>
                  <a:pt x="456233" y="831850"/>
                </a:lnTo>
                <a:lnTo>
                  <a:pt x="460560" y="843280"/>
                </a:lnTo>
                <a:lnTo>
                  <a:pt x="473737" y="900430"/>
                </a:lnTo>
                <a:lnTo>
                  <a:pt x="476603" y="906780"/>
                </a:lnTo>
                <a:lnTo>
                  <a:pt x="481412" y="911860"/>
                </a:lnTo>
                <a:lnTo>
                  <a:pt x="487699" y="915670"/>
                </a:lnTo>
                <a:lnTo>
                  <a:pt x="494997" y="916940"/>
                </a:lnTo>
                <a:lnTo>
                  <a:pt x="605484" y="916940"/>
                </a:lnTo>
                <a:lnTo>
                  <a:pt x="602923" y="922020"/>
                </a:lnTo>
                <a:lnTo>
                  <a:pt x="597921" y="928370"/>
                </a:lnTo>
                <a:lnTo>
                  <a:pt x="591866" y="933450"/>
                </a:lnTo>
                <a:lnTo>
                  <a:pt x="584925" y="938530"/>
                </a:lnTo>
                <a:lnTo>
                  <a:pt x="577343" y="942340"/>
                </a:lnTo>
                <a:lnTo>
                  <a:pt x="561020" y="944880"/>
                </a:lnTo>
                <a:close/>
              </a:path>
              <a:path w="1105535" h="1056640">
                <a:moveTo>
                  <a:pt x="768523" y="861060"/>
                </a:moveTo>
                <a:lnTo>
                  <a:pt x="760203" y="861060"/>
                </a:lnTo>
                <a:lnTo>
                  <a:pt x="751988" y="859790"/>
                </a:lnTo>
                <a:lnTo>
                  <a:pt x="744076" y="857250"/>
                </a:lnTo>
                <a:lnTo>
                  <a:pt x="736664" y="853440"/>
                </a:lnTo>
                <a:lnTo>
                  <a:pt x="681064" y="819150"/>
                </a:lnTo>
                <a:lnTo>
                  <a:pt x="732853" y="819150"/>
                </a:lnTo>
                <a:lnTo>
                  <a:pt x="751326" y="830580"/>
                </a:lnTo>
                <a:lnTo>
                  <a:pt x="758175" y="833120"/>
                </a:lnTo>
                <a:lnTo>
                  <a:pt x="811808" y="833120"/>
                </a:lnTo>
                <a:lnTo>
                  <a:pt x="797930" y="847090"/>
                </a:lnTo>
                <a:lnTo>
                  <a:pt x="791565" y="852170"/>
                </a:lnTo>
                <a:lnTo>
                  <a:pt x="784422" y="855980"/>
                </a:lnTo>
                <a:lnTo>
                  <a:pt x="776681" y="859790"/>
                </a:lnTo>
                <a:lnTo>
                  <a:pt x="768523" y="861060"/>
                </a:lnTo>
                <a:close/>
              </a:path>
              <a:path w="1105535" h="1056640">
                <a:moveTo>
                  <a:pt x="689751" y="1031240"/>
                </a:moveTo>
                <a:lnTo>
                  <a:pt x="528624" y="1031240"/>
                </a:lnTo>
                <a:lnTo>
                  <a:pt x="577315" y="1028700"/>
                </a:lnTo>
                <a:lnTo>
                  <a:pt x="624985" y="1022350"/>
                </a:lnTo>
                <a:lnTo>
                  <a:pt x="671429" y="1010920"/>
                </a:lnTo>
                <a:lnTo>
                  <a:pt x="716444" y="994410"/>
                </a:lnTo>
                <a:lnTo>
                  <a:pt x="759824" y="975360"/>
                </a:lnTo>
                <a:lnTo>
                  <a:pt x="801367" y="951230"/>
                </a:lnTo>
                <a:lnTo>
                  <a:pt x="840866" y="922020"/>
                </a:lnTo>
                <a:lnTo>
                  <a:pt x="843129" y="920750"/>
                </a:lnTo>
                <a:lnTo>
                  <a:pt x="845937" y="919480"/>
                </a:lnTo>
                <a:lnTo>
                  <a:pt x="950107" y="919480"/>
                </a:lnTo>
                <a:lnTo>
                  <a:pt x="954495" y="914400"/>
                </a:lnTo>
                <a:lnTo>
                  <a:pt x="960221" y="909320"/>
                </a:lnTo>
                <a:lnTo>
                  <a:pt x="967007" y="906780"/>
                </a:lnTo>
                <a:lnTo>
                  <a:pt x="974578" y="905510"/>
                </a:lnTo>
                <a:lnTo>
                  <a:pt x="985522" y="908050"/>
                </a:lnTo>
                <a:lnTo>
                  <a:pt x="994461" y="913130"/>
                </a:lnTo>
                <a:lnTo>
                  <a:pt x="1000489" y="922020"/>
                </a:lnTo>
                <a:lnTo>
                  <a:pt x="1002699" y="933450"/>
                </a:lnTo>
                <a:lnTo>
                  <a:pt x="1000489" y="944880"/>
                </a:lnTo>
                <a:lnTo>
                  <a:pt x="853247" y="944880"/>
                </a:lnTo>
                <a:lnTo>
                  <a:pt x="818745" y="970280"/>
                </a:lnTo>
                <a:lnTo>
                  <a:pt x="782516" y="991870"/>
                </a:lnTo>
                <a:lnTo>
                  <a:pt x="744686" y="1010920"/>
                </a:lnTo>
                <a:lnTo>
                  <a:pt x="705382" y="1026160"/>
                </a:lnTo>
                <a:lnTo>
                  <a:pt x="689751" y="1031240"/>
                </a:lnTo>
                <a:close/>
              </a:path>
              <a:path w="1105535" h="1056640">
                <a:moveTo>
                  <a:pt x="974578" y="961390"/>
                </a:moveTo>
                <a:lnTo>
                  <a:pt x="966423" y="960120"/>
                </a:lnTo>
                <a:lnTo>
                  <a:pt x="959209" y="957580"/>
                </a:lnTo>
                <a:lnTo>
                  <a:pt x="953286" y="952500"/>
                </a:lnTo>
                <a:lnTo>
                  <a:pt x="949006" y="944880"/>
                </a:lnTo>
                <a:lnTo>
                  <a:pt x="1000489" y="944880"/>
                </a:lnTo>
                <a:lnTo>
                  <a:pt x="994461" y="953770"/>
                </a:lnTo>
                <a:lnTo>
                  <a:pt x="985522" y="958850"/>
                </a:lnTo>
                <a:lnTo>
                  <a:pt x="974578" y="961390"/>
                </a:lnTo>
                <a:close/>
              </a:path>
            </a:pathLst>
          </a:custGeom>
          <a:solidFill>
            <a:srgbClr val="504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483570" y="213720"/>
            <a:ext cx="1335830" cy="85534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800" spc="30" dirty="0">
                <a:solidFill>
                  <a:srgbClr val="E7E7E7"/>
                </a:solidFill>
              </a:rPr>
              <a:t>AUTO</a:t>
            </a:r>
            <a:endParaRPr sz="2800" dirty="0"/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350" spc="-10" dirty="0">
                <a:solidFill>
                  <a:srgbClr val="E7E7E7"/>
                </a:solidFill>
                <a:latin typeface="Roboto Bk"/>
                <a:cs typeface="Roboto Bk"/>
              </a:rPr>
              <a:t>FORGE</a:t>
            </a:r>
            <a:endParaRPr sz="2350" dirty="0">
              <a:latin typeface="Roboto Bk"/>
              <a:cs typeface="Roboto B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5551" y="536067"/>
            <a:ext cx="13132435" cy="798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50" b="1" spc="100" dirty="0">
                <a:solidFill>
                  <a:srgbClr val="E7E7E7"/>
                </a:solidFill>
                <a:latin typeface="Tahoma"/>
                <a:cs typeface="Tahoma"/>
              </a:rPr>
              <a:t>The</a:t>
            </a:r>
            <a:r>
              <a:rPr sz="5050" b="1" spc="1120" dirty="0">
                <a:solidFill>
                  <a:srgbClr val="E7E7E7"/>
                </a:solidFill>
                <a:latin typeface="Tahoma"/>
                <a:cs typeface="Tahoma"/>
              </a:rPr>
              <a:t> </a:t>
            </a:r>
            <a:r>
              <a:rPr sz="5050" b="1" spc="190" dirty="0">
                <a:solidFill>
                  <a:srgbClr val="E7E7E7"/>
                </a:solidFill>
                <a:latin typeface="Tahoma"/>
                <a:cs typeface="Tahoma"/>
              </a:rPr>
              <a:t>problem</a:t>
            </a:r>
            <a:r>
              <a:rPr sz="5050" b="1" spc="-185" dirty="0">
                <a:solidFill>
                  <a:srgbClr val="E7E7E7"/>
                </a:solidFill>
                <a:latin typeface="Tahoma"/>
                <a:cs typeface="Tahoma"/>
              </a:rPr>
              <a:t> </a:t>
            </a:r>
            <a:r>
              <a:rPr sz="5050" b="1" spc="-280" dirty="0">
                <a:solidFill>
                  <a:srgbClr val="E7E7E7"/>
                </a:solidFill>
                <a:latin typeface="Tahoma"/>
                <a:cs typeface="Tahoma"/>
              </a:rPr>
              <a:t>:</a:t>
            </a:r>
            <a:r>
              <a:rPr sz="5050" b="1" spc="-180" dirty="0">
                <a:solidFill>
                  <a:srgbClr val="E7E7E7"/>
                </a:solidFill>
                <a:latin typeface="Tahoma"/>
                <a:cs typeface="Tahoma"/>
              </a:rPr>
              <a:t> </a:t>
            </a:r>
            <a:r>
              <a:rPr sz="5050" b="1" dirty="0">
                <a:solidFill>
                  <a:srgbClr val="E7E7E7"/>
                </a:solidFill>
                <a:latin typeface="Tahoma"/>
                <a:cs typeface="Tahoma"/>
              </a:rPr>
              <a:t>Multi-</a:t>
            </a:r>
            <a:r>
              <a:rPr sz="5050" b="1" spc="125" dirty="0">
                <a:solidFill>
                  <a:srgbClr val="E7E7E7"/>
                </a:solidFill>
                <a:latin typeface="Tahoma"/>
                <a:cs typeface="Tahoma"/>
              </a:rPr>
              <a:t>Agent</a:t>
            </a:r>
            <a:r>
              <a:rPr sz="5050" b="1" spc="-180" dirty="0">
                <a:solidFill>
                  <a:srgbClr val="E7E7E7"/>
                </a:solidFill>
                <a:latin typeface="Tahoma"/>
                <a:cs typeface="Tahoma"/>
              </a:rPr>
              <a:t> </a:t>
            </a:r>
            <a:r>
              <a:rPr sz="5050" b="1" spc="114" dirty="0">
                <a:solidFill>
                  <a:srgbClr val="E7E7E7"/>
                </a:solidFill>
                <a:latin typeface="Tahoma"/>
                <a:cs typeface="Tahoma"/>
              </a:rPr>
              <a:t>LLM</a:t>
            </a:r>
            <a:r>
              <a:rPr sz="5050" b="1" spc="-180" dirty="0">
                <a:solidFill>
                  <a:srgbClr val="E7E7E7"/>
                </a:solidFill>
                <a:latin typeface="Tahoma"/>
                <a:cs typeface="Tahoma"/>
              </a:rPr>
              <a:t> </a:t>
            </a:r>
            <a:r>
              <a:rPr sz="5050" b="1" spc="235" dirty="0">
                <a:solidFill>
                  <a:srgbClr val="E7E7E7"/>
                </a:solidFill>
                <a:latin typeface="Tahoma"/>
                <a:cs typeface="Tahoma"/>
              </a:rPr>
              <a:t>System</a:t>
            </a:r>
            <a:endParaRPr sz="5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03518"/>
            <a:ext cx="11902440" cy="8983980"/>
            <a:chOff x="0" y="1303518"/>
            <a:chExt cx="11902440" cy="898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367445"/>
              <a:ext cx="8447576" cy="8915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303518"/>
              <a:ext cx="7364315" cy="89834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4791" y="6074538"/>
              <a:ext cx="5267438" cy="4015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957" y="6074538"/>
              <a:ext cx="5267438" cy="401565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78100" y="6074538"/>
            <a:ext cx="5267438" cy="401565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97043" y="316116"/>
            <a:ext cx="1105535" cy="1056640"/>
          </a:xfrm>
          <a:custGeom>
            <a:avLst/>
            <a:gdLst/>
            <a:ahLst/>
            <a:cxnLst/>
            <a:rect l="l" t="t" r="r" b="b"/>
            <a:pathLst>
              <a:path w="1105535" h="1056639">
                <a:moveTo>
                  <a:pt x="528624" y="1056640"/>
                </a:moveTo>
                <a:lnTo>
                  <a:pt x="475534" y="1054100"/>
                </a:lnTo>
                <a:lnTo>
                  <a:pt x="423422" y="1046480"/>
                </a:lnTo>
                <a:lnTo>
                  <a:pt x="372469" y="1033780"/>
                </a:lnTo>
                <a:lnTo>
                  <a:pt x="322856" y="1014730"/>
                </a:lnTo>
                <a:lnTo>
                  <a:pt x="276870" y="993140"/>
                </a:lnTo>
                <a:lnTo>
                  <a:pt x="233439" y="966470"/>
                </a:lnTo>
                <a:lnTo>
                  <a:pt x="192709" y="935990"/>
                </a:lnTo>
                <a:lnTo>
                  <a:pt x="154828" y="901700"/>
                </a:lnTo>
                <a:lnTo>
                  <a:pt x="120392" y="863600"/>
                </a:lnTo>
                <a:lnTo>
                  <a:pt x="89967" y="822960"/>
                </a:lnTo>
                <a:lnTo>
                  <a:pt x="63652" y="779780"/>
                </a:lnTo>
                <a:lnTo>
                  <a:pt x="41547" y="734060"/>
                </a:lnTo>
                <a:lnTo>
                  <a:pt x="23424" y="684530"/>
                </a:lnTo>
                <a:lnTo>
                  <a:pt x="10434" y="633730"/>
                </a:lnTo>
                <a:lnTo>
                  <a:pt x="2614" y="581660"/>
                </a:lnTo>
                <a:lnTo>
                  <a:pt x="0" y="528320"/>
                </a:lnTo>
                <a:lnTo>
                  <a:pt x="2365" y="480060"/>
                </a:lnTo>
                <a:lnTo>
                  <a:pt x="2490" y="477520"/>
                </a:lnTo>
                <a:lnTo>
                  <a:pt x="10434" y="422910"/>
                </a:lnTo>
                <a:lnTo>
                  <a:pt x="23424" y="372110"/>
                </a:lnTo>
                <a:lnTo>
                  <a:pt x="41547" y="322580"/>
                </a:lnTo>
                <a:lnTo>
                  <a:pt x="63652" y="276860"/>
                </a:lnTo>
                <a:lnTo>
                  <a:pt x="89967" y="232410"/>
                </a:lnTo>
                <a:lnTo>
                  <a:pt x="120392" y="191770"/>
                </a:lnTo>
                <a:lnTo>
                  <a:pt x="154828" y="153670"/>
                </a:lnTo>
                <a:lnTo>
                  <a:pt x="192709" y="119380"/>
                </a:lnTo>
                <a:lnTo>
                  <a:pt x="233439" y="88900"/>
                </a:lnTo>
                <a:lnTo>
                  <a:pt x="276870" y="63500"/>
                </a:lnTo>
                <a:lnTo>
                  <a:pt x="322856" y="40640"/>
                </a:lnTo>
                <a:lnTo>
                  <a:pt x="372469" y="22860"/>
                </a:lnTo>
                <a:lnTo>
                  <a:pt x="423422" y="10160"/>
                </a:lnTo>
                <a:lnTo>
                  <a:pt x="475534" y="2540"/>
                </a:lnTo>
                <a:lnTo>
                  <a:pt x="528624" y="0"/>
                </a:lnTo>
                <a:lnTo>
                  <a:pt x="575202" y="1270"/>
                </a:lnTo>
                <a:lnTo>
                  <a:pt x="621127" y="7620"/>
                </a:lnTo>
                <a:lnTo>
                  <a:pt x="666239" y="17780"/>
                </a:lnTo>
                <a:lnTo>
                  <a:pt x="690316" y="25400"/>
                </a:lnTo>
                <a:lnTo>
                  <a:pt x="528624" y="25400"/>
                </a:lnTo>
                <a:lnTo>
                  <a:pt x="480248" y="26670"/>
                </a:lnTo>
                <a:lnTo>
                  <a:pt x="433158" y="34290"/>
                </a:lnTo>
                <a:lnTo>
                  <a:pt x="387567" y="45720"/>
                </a:lnTo>
                <a:lnTo>
                  <a:pt x="343687" y="59690"/>
                </a:lnTo>
                <a:lnTo>
                  <a:pt x="301730" y="78740"/>
                </a:lnTo>
                <a:lnTo>
                  <a:pt x="261908" y="101600"/>
                </a:lnTo>
                <a:lnTo>
                  <a:pt x="224435" y="127000"/>
                </a:lnTo>
                <a:lnTo>
                  <a:pt x="189522" y="156210"/>
                </a:lnTo>
                <a:lnTo>
                  <a:pt x="157383" y="189230"/>
                </a:lnTo>
                <a:lnTo>
                  <a:pt x="128229" y="223520"/>
                </a:lnTo>
                <a:lnTo>
                  <a:pt x="102273" y="261620"/>
                </a:lnTo>
                <a:lnTo>
                  <a:pt x="79727" y="300990"/>
                </a:lnTo>
                <a:lnTo>
                  <a:pt x="60804" y="342900"/>
                </a:lnTo>
                <a:lnTo>
                  <a:pt x="45717" y="387350"/>
                </a:lnTo>
                <a:lnTo>
                  <a:pt x="34677" y="433070"/>
                </a:lnTo>
                <a:lnTo>
                  <a:pt x="27897" y="480060"/>
                </a:lnTo>
                <a:lnTo>
                  <a:pt x="25711" y="525780"/>
                </a:lnTo>
                <a:lnTo>
                  <a:pt x="25590" y="528320"/>
                </a:lnTo>
                <a:lnTo>
                  <a:pt x="27897" y="576580"/>
                </a:lnTo>
                <a:lnTo>
                  <a:pt x="34676" y="623570"/>
                </a:lnTo>
                <a:lnTo>
                  <a:pt x="45716" y="669290"/>
                </a:lnTo>
                <a:lnTo>
                  <a:pt x="60804" y="712470"/>
                </a:lnTo>
                <a:lnTo>
                  <a:pt x="79726" y="754380"/>
                </a:lnTo>
                <a:lnTo>
                  <a:pt x="102272" y="795020"/>
                </a:lnTo>
                <a:lnTo>
                  <a:pt x="128227" y="831850"/>
                </a:lnTo>
                <a:lnTo>
                  <a:pt x="157381" y="867410"/>
                </a:lnTo>
                <a:lnTo>
                  <a:pt x="189520" y="899160"/>
                </a:lnTo>
                <a:lnTo>
                  <a:pt x="224433" y="928370"/>
                </a:lnTo>
                <a:lnTo>
                  <a:pt x="261906" y="953770"/>
                </a:lnTo>
                <a:lnTo>
                  <a:pt x="301728" y="976630"/>
                </a:lnTo>
                <a:lnTo>
                  <a:pt x="343685" y="995680"/>
                </a:lnTo>
                <a:lnTo>
                  <a:pt x="387565" y="1010920"/>
                </a:lnTo>
                <a:lnTo>
                  <a:pt x="433157" y="1022350"/>
                </a:lnTo>
                <a:lnTo>
                  <a:pt x="480247" y="1028700"/>
                </a:lnTo>
                <a:lnTo>
                  <a:pt x="528624" y="1031240"/>
                </a:lnTo>
                <a:lnTo>
                  <a:pt x="689751" y="1031240"/>
                </a:lnTo>
                <a:lnTo>
                  <a:pt x="662397" y="1040130"/>
                </a:lnTo>
                <a:lnTo>
                  <a:pt x="618506" y="1049020"/>
                </a:lnTo>
                <a:lnTo>
                  <a:pt x="573863" y="1054100"/>
                </a:lnTo>
                <a:lnTo>
                  <a:pt x="528624" y="1056640"/>
                </a:lnTo>
                <a:close/>
              </a:path>
              <a:path w="1105535" h="1056639">
                <a:moveTo>
                  <a:pt x="997073" y="157480"/>
                </a:moveTo>
                <a:lnTo>
                  <a:pt x="989207" y="157480"/>
                </a:lnTo>
                <a:lnTo>
                  <a:pt x="982202" y="153670"/>
                </a:lnTo>
                <a:lnTo>
                  <a:pt x="976373" y="148590"/>
                </a:lnTo>
                <a:lnTo>
                  <a:pt x="972033" y="142240"/>
                </a:lnTo>
                <a:lnTo>
                  <a:pt x="850888" y="142240"/>
                </a:lnTo>
                <a:lnTo>
                  <a:pt x="808725" y="110490"/>
                </a:lnTo>
                <a:lnTo>
                  <a:pt x="766300" y="85090"/>
                </a:lnTo>
                <a:lnTo>
                  <a:pt x="721685" y="63500"/>
                </a:lnTo>
                <a:lnTo>
                  <a:pt x="675244" y="46990"/>
                </a:lnTo>
                <a:lnTo>
                  <a:pt x="627343" y="34290"/>
                </a:lnTo>
                <a:lnTo>
                  <a:pt x="578348" y="27940"/>
                </a:lnTo>
                <a:lnTo>
                  <a:pt x="528624" y="25400"/>
                </a:lnTo>
                <a:lnTo>
                  <a:pt x="690316" y="25400"/>
                </a:lnTo>
                <a:lnTo>
                  <a:pt x="750662" y="48260"/>
                </a:lnTo>
                <a:lnTo>
                  <a:pt x="789326" y="68580"/>
                </a:lnTo>
                <a:lnTo>
                  <a:pt x="826246" y="91440"/>
                </a:lnTo>
                <a:lnTo>
                  <a:pt x="861298" y="116840"/>
                </a:lnTo>
                <a:lnTo>
                  <a:pt x="1021270" y="116840"/>
                </a:lnTo>
                <a:lnTo>
                  <a:pt x="1022993" y="119380"/>
                </a:lnTo>
                <a:lnTo>
                  <a:pt x="1025203" y="129540"/>
                </a:lnTo>
                <a:lnTo>
                  <a:pt x="1022993" y="140970"/>
                </a:lnTo>
                <a:lnTo>
                  <a:pt x="1016964" y="149860"/>
                </a:lnTo>
                <a:lnTo>
                  <a:pt x="1008023" y="156210"/>
                </a:lnTo>
                <a:lnTo>
                  <a:pt x="997073" y="157480"/>
                </a:lnTo>
                <a:close/>
              </a:path>
              <a:path w="1105535" h="1056639">
                <a:moveTo>
                  <a:pt x="1021270" y="116840"/>
                </a:moveTo>
                <a:lnTo>
                  <a:pt x="972033" y="116840"/>
                </a:lnTo>
                <a:lnTo>
                  <a:pt x="976373" y="110490"/>
                </a:lnTo>
                <a:lnTo>
                  <a:pt x="982202" y="106680"/>
                </a:lnTo>
                <a:lnTo>
                  <a:pt x="989207" y="102870"/>
                </a:lnTo>
                <a:lnTo>
                  <a:pt x="997073" y="101600"/>
                </a:lnTo>
                <a:lnTo>
                  <a:pt x="1008023" y="104140"/>
                </a:lnTo>
                <a:lnTo>
                  <a:pt x="1016964" y="110490"/>
                </a:lnTo>
                <a:lnTo>
                  <a:pt x="1021270" y="116840"/>
                </a:lnTo>
                <a:close/>
              </a:path>
              <a:path w="1105535" h="1056639">
                <a:moveTo>
                  <a:pt x="443473" y="231140"/>
                </a:moveTo>
                <a:lnTo>
                  <a:pt x="386885" y="231140"/>
                </a:lnTo>
                <a:lnTo>
                  <a:pt x="395325" y="227330"/>
                </a:lnTo>
                <a:lnTo>
                  <a:pt x="402874" y="223520"/>
                </a:lnTo>
                <a:lnTo>
                  <a:pt x="410508" y="220980"/>
                </a:lnTo>
                <a:lnTo>
                  <a:pt x="419225" y="217170"/>
                </a:lnTo>
                <a:lnTo>
                  <a:pt x="419952" y="217170"/>
                </a:lnTo>
                <a:lnTo>
                  <a:pt x="432800" y="161290"/>
                </a:lnTo>
                <a:lnTo>
                  <a:pt x="455813" y="125730"/>
                </a:lnTo>
                <a:lnTo>
                  <a:pt x="485497" y="111760"/>
                </a:lnTo>
                <a:lnTo>
                  <a:pt x="570522" y="111760"/>
                </a:lnTo>
                <a:lnTo>
                  <a:pt x="608182" y="133350"/>
                </a:lnTo>
                <a:lnTo>
                  <a:pt x="612574" y="138430"/>
                </a:lnTo>
                <a:lnTo>
                  <a:pt x="487983" y="138430"/>
                </a:lnTo>
                <a:lnTo>
                  <a:pt x="479692" y="142240"/>
                </a:lnTo>
                <a:lnTo>
                  <a:pt x="466473" y="152400"/>
                </a:lnTo>
                <a:lnTo>
                  <a:pt x="461772" y="160020"/>
                </a:lnTo>
                <a:lnTo>
                  <a:pt x="447245" y="222250"/>
                </a:lnTo>
                <a:lnTo>
                  <a:pt x="444556" y="229870"/>
                </a:lnTo>
                <a:lnTo>
                  <a:pt x="443473" y="231140"/>
                </a:lnTo>
                <a:close/>
              </a:path>
              <a:path w="1105535" h="1056639">
                <a:moveTo>
                  <a:pt x="1076477" y="259080"/>
                </a:moveTo>
                <a:lnTo>
                  <a:pt x="1068695" y="259080"/>
                </a:lnTo>
                <a:lnTo>
                  <a:pt x="1061728" y="255270"/>
                </a:lnTo>
                <a:lnTo>
                  <a:pt x="1055866" y="251460"/>
                </a:lnTo>
                <a:lnTo>
                  <a:pt x="1051400" y="245110"/>
                </a:lnTo>
                <a:lnTo>
                  <a:pt x="629657" y="245110"/>
                </a:lnTo>
                <a:lnTo>
                  <a:pt x="628098" y="243840"/>
                </a:lnTo>
                <a:lnTo>
                  <a:pt x="621298" y="240030"/>
                </a:lnTo>
                <a:lnTo>
                  <a:pt x="615665" y="234950"/>
                </a:lnTo>
                <a:lnTo>
                  <a:pt x="611416" y="228600"/>
                </a:lnTo>
                <a:lnTo>
                  <a:pt x="608768" y="222250"/>
                </a:lnTo>
                <a:lnTo>
                  <a:pt x="594244" y="160020"/>
                </a:lnTo>
                <a:lnTo>
                  <a:pt x="589544" y="152400"/>
                </a:lnTo>
                <a:lnTo>
                  <a:pt x="576325" y="142240"/>
                </a:lnTo>
                <a:lnTo>
                  <a:pt x="568034" y="138430"/>
                </a:lnTo>
                <a:lnTo>
                  <a:pt x="612574" y="138430"/>
                </a:lnTo>
                <a:lnTo>
                  <a:pt x="635949" y="215900"/>
                </a:lnTo>
                <a:lnTo>
                  <a:pt x="636208" y="217170"/>
                </a:lnTo>
                <a:lnTo>
                  <a:pt x="1101143" y="217170"/>
                </a:lnTo>
                <a:lnTo>
                  <a:pt x="1102899" y="219710"/>
                </a:lnTo>
                <a:lnTo>
                  <a:pt x="1105153" y="231140"/>
                </a:lnTo>
                <a:lnTo>
                  <a:pt x="1102899" y="242570"/>
                </a:lnTo>
                <a:lnTo>
                  <a:pt x="1096754" y="251460"/>
                </a:lnTo>
                <a:lnTo>
                  <a:pt x="1087639" y="257810"/>
                </a:lnTo>
                <a:lnTo>
                  <a:pt x="1076477" y="259080"/>
                </a:lnTo>
                <a:close/>
              </a:path>
              <a:path w="1105535" h="1056639">
                <a:moveTo>
                  <a:pt x="295816" y="861060"/>
                </a:moveTo>
                <a:lnTo>
                  <a:pt x="287494" y="861060"/>
                </a:lnTo>
                <a:lnTo>
                  <a:pt x="279335" y="859790"/>
                </a:lnTo>
                <a:lnTo>
                  <a:pt x="211403" y="800100"/>
                </a:lnTo>
                <a:lnTo>
                  <a:pt x="196985" y="763270"/>
                </a:lnTo>
                <a:lnTo>
                  <a:pt x="196950" y="762000"/>
                </a:lnTo>
                <a:lnTo>
                  <a:pt x="198088" y="754380"/>
                </a:lnTo>
                <a:lnTo>
                  <a:pt x="200570" y="746760"/>
                </a:lnTo>
                <a:lnTo>
                  <a:pt x="204352" y="739140"/>
                </a:lnTo>
                <a:lnTo>
                  <a:pt x="238913" y="683260"/>
                </a:lnTo>
                <a:lnTo>
                  <a:pt x="239268" y="676910"/>
                </a:lnTo>
                <a:lnTo>
                  <a:pt x="239339" y="675640"/>
                </a:lnTo>
                <a:lnTo>
                  <a:pt x="236110" y="668020"/>
                </a:lnTo>
                <a:lnTo>
                  <a:pt x="232734" y="661670"/>
                </a:lnTo>
                <a:lnTo>
                  <a:pt x="229534" y="654050"/>
                </a:lnTo>
                <a:lnTo>
                  <a:pt x="226519" y="646430"/>
                </a:lnTo>
                <a:lnTo>
                  <a:pt x="223701" y="638810"/>
                </a:lnTo>
                <a:lnTo>
                  <a:pt x="221184" y="631190"/>
                </a:lnTo>
                <a:lnTo>
                  <a:pt x="215345" y="626110"/>
                </a:lnTo>
                <a:lnTo>
                  <a:pt x="151612" y="610870"/>
                </a:lnTo>
                <a:lnTo>
                  <a:pt x="119420" y="586740"/>
                </a:lnTo>
                <a:lnTo>
                  <a:pt x="113476" y="565150"/>
                </a:lnTo>
                <a:lnTo>
                  <a:pt x="113376" y="563880"/>
                </a:lnTo>
                <a:lnTo>
                  <a:pt x="113275" y="494030"/>
                </a:lnTo>
                <a:lnTo>
                  <a:pt x="127428" y="453390"/>
                </a:lnTo>
                <a:lnTo>
                  <a:pt x="163757" y="430530"/>
                </a:lnTo>
                <a:lnTo>
                  <a:pt x="218820" y="417830"/>
                </a:lnTo>
                <a:lnTo>
                  <a:pt x="219620" y="416560"/>
                </a:lnTo>
                <a:lnTo>
                  <a:pt x="219981" y="416560"/>
                </a:lnTo>
                <a:lnTo>
                  <a:pt x="222836" y="408940"/>
                </a:lnTo>
                <a:lnTo>
                  <a:pt x="225890" y="401320"/>
                </a:lnTo>
                <a:lnTo>
                  <a:pt x="229132" y="393700"/>
                </a:lnTo>
                <a:lnTo>
                  <a:pt x="233028" y="384810"/>
                </a:lnTo>
                <a:lnTo>
                  <a:pt x="232982" y="383540"/>
                </a:lnTo>
                <a:lnTo>
                  <a:pt x="203121" y="335280"/>
                </a:lnTo>
                <a:lnTo>
                  <a:pt x="198144" y="326390"/>
                </a:lnTo>
                <a:lnTo>
                  <a:pt x="194877" y="314960"/>
                </a:lnTo>
                <a:lnTo>
                  <a:pt x="193379" y="304800"/>
                </a:lnTo>
                <a:lnTo>
                  <a:pt x="193706" y="293370"/>
                </a:lnTo>
                <a:lnTo>
                  <a:pt x="212412" y="255270"/>
                </a:lnTo>
                <a:lnTo>
                  <a:pt x="257087" y="210820"/>
                </a:lnTo>
                <a:lnTo>
                  <a:pt x="295803" y="191770"/>
                </a:lnTo>
                <a:lnTo>
                  <a:pt x="306760" y="191770"/>
                </a:lnTo>
                <a:lnTo>
                  <a:pt x="317578" y="193040"/>
                </a:lnTo>
                <a:lnTo>
                  <a:pt x="327998" y="195580"/>
                </a:lnTo>
                <a:lnTo>
                  <a:pt x="337763" y="200660"/>
                </a:lnTo>
                <a:lnTo>
                  <a:pt x="365783" y="218440"/>
                </a:lnTo>
                <a:lnTo>
                  <a:pt x="307365" y="218440"/>
                </a:lnTo>
                <a:lnTo>
                  <a:pt x="290598" y="219710"/>
                </a:lnTo>
                <a:lnTo>
                  <a:pt x="282696" y="223520"/>
                </a:lnTo>
                <a:lnTo>
                  <a:pt x="226088" y="280670"/>
                </a:lnTo>
                <a:lnTo>
                  <a:pt x="222271" y="288290"/>
                </a:lnTo>
                <a:lnTo>
                  <a:pt x="220337" y="304800"/>
                </a:lnTo>
                <a:lnTo>
                  <a:pt x="222262" y="313690"/>
                </a:lnTo>
                <a:lnTo>
                  <a:pt x="256018" y="368300"/>
                </a:lnTo>
                <a:lnTo>
                  <a:pt x="259260" y="374650"/>
                </a:lnTo>
                <a:lnTo>
                  <a:pt x="260623" y="382270"/>
                </a:lnTo>
                <a:lnTo>
                  <a:pt x="260090" y="389890"/>
                </a:lnTo>
                <a:lnTo>
                  <a:pt x="257642" y="397510"/>
                </a:lnTo>
                <a:lnTo>
                  <a:pt x="254517" y="403860"/>
                </a:lnTo>
                <a:lnTo>
                  <a:pt x="251552" y="411480"/>
                </a:lnTo>
                <a:lnTo>
                  <a:pt x="248760" y="417830"/>
                </a:lnTo>
                <a:lnTo>
                  <a:pt x="246149" y="425450"/>
                </a:lnTo>
                <a:lnTo>
                  <a:pt x="242653" y="431800"/>
                </a:lnTo>
                <a:lnTo>
                  <a:pt x="237646" y="438150"/>
                </a:lnTo>
                <a:lnTo>
                  <a:pt x="231379" y="441960"/>
                </a:lnTo>
                <a:lnTo>
                  <a:pt x="224103" y="444500"/>
                </a:lnTo>
                <a:lnTo>
                  <a:pt x="161851" y="459740"/>
                </a:lnTo>
                <a:lnTo>
                  <a:pt x="154439" y="464820"/>
                </a:lnTo>
                <a:lnTo>
                  <a:pt x="143946" y="477520"/>
                </a:lnTo>
                <a:lnTo>
                  <a:pt x="141058" y="486410"/>
                </a:lnTo>
                <a:lnTo>
                  <a:pt x="141058" y="562610"/>
                </a:lnTo>
                <a:lnTo>
                  <a:pt x="214396" y="598170"/>
                </a:lnTo>
                <a:lnTo>
                  <a:pt x="226101" y="601980"/>
                </a:lnTo>
                <a:lnTo>
                  <a:pt x="236184" y="608330"/>
                </a:lnTo>
                <a:lnTo>
                  <a:pt x="244241" y="618490"/>
                </a:lnTo>
                <a:lnTo>
                  <a:pt x="249869" y="628650"/>
                </a:lnTo>
                <a:lnTo>
                  <a:pt x="252443" y="636270"/>
                </a:lnTo>
                <a:lnTo>
                  <a:pt x="255197" y="642620"/>
                </a:lnTo>
                <a:lnTo>
                  <a:pt x="258121" y="650240"/>
                </a:lnTo>
                <a:lnTo>
                  <a:pt x="261205" y="656590"/>
                </a:lnTo>
                <a:lnTo>
                  <a:pt x="265134" y="668020"/>
                </a:lnTo>
                <a:lnTo>
                  <a:pt x="265985" y="680720"/>
                </a:lnTo>
                <a:lnTo>
                  <a:pt x="263786" y="693420"/>
                </a:lnTo>
                <a:lnTo>
                  <a:pt x="258568" y="703580"/>
                </a:lnTo>
                <a:lnTo>
                  <a:pt x="227943" y="753110"/>
                </a:lnTo>
                <a:lnTo>
                  <a:pt x="225144" y="760730"/>
                </a:lnTo>
                <a:lnTo>
                  <a:pt x="277736" y="826770"/>
                </a:lnTo>
                <a:lnTo>
                  <a:pt x="290673" y="833120"/>
                </a:lnTo>
                <a:lnTo>
                  <a:pt x="352307" y="833120"/>
                </a:lnTo>
                <a:lnTo>
                  <a:pt x="319362" y="853440"/>
                </a:lnTo>
                <a:lnTo>
                  <a:pt x="311946" y="857250"/>
                </a:lnTo>
                <a:lnTo>
                  <a:pt x="304032" y="859790"/>
                </a:lnTo>
                <a:lnTo>
                  <a:pt x="295816" y="861060"/>
                </a:lnTo>
                <a:close/>
              </a:path>
              <a:path w="1105535" h="1056639">
                <a:moveTo>
                  <a:pt x="1101143" y="217170"/>
                </a:moveTo>
                <a:lnTo>
                  <a:pt x="1051400" y="217170"/>
                </a:lnTo>
                <a:lnTo>
                  <a:pt x="1055866" y="210820"/>
                </a:lnTo>
                <a:lnTo>
                  <a:pt x="1061728" y="205740"/>
                </a:lnTo>
                <a:lnTo>
                  <a:pt x="1068695" y="203200"/>
                </a:lnTo>
                <a:lnTo>
                  <a:pt x="1076477" y="201930"/>
                </a:lnTo>
                <a:lnTo>
                  <a:pt x="1087639" y="204470"/>
                </a:lnTo>
                <a:lnTo>
                  <a:pt x="1096754" y="210820"/>
                </a:lnTo>
                <a:lnTo>
                  <a:pt x="1101143" y="217170"/>
                </a:lnTo>
                <a:close/>
              </a:path>
              <a:path w="1105535" h="1056639">
                <a:moveTo>
                  <a:pt x="384792" y="259080"/>
                </a:moveTo>
                <a:lnTo>
                  <a:pt x="377288" y="256540"/>
                </a:lnTo>
                <a:lnTo>
                  <a:pt x="370238" y="254000"/>
                </a:lnTo>
                <a:lnTo>
                  <a:pt x="315929" y="219710"/>
                </a:lnTo>
                <a:lnTo>
                  <a:pt x="307365" y="218440"/>
                </a:lnTo>
                <a:lnTo>
                  <a:pt x="365783" y="218440"/>
                </a:lnTo>
                <a:lnTo>
                  <a:pt x="385797" y="231140"/>
                </a:lnTo>
                <a:lnTo>
                  <a:pt x="443473" y="231140"/>
                </a:lnTo>
                <a:lnTo>
                  <a:pt x="440224" y="234950"/>
                </a:lnTo>
                <a:lnTo>
                  <a:pt x="434471" y="240030"/>
                </a:lnTo>
                <a:lnTo>
                  <a:pt x="427526" y="243840"/>
                </a:lnTo>
                <a:lnTo>
                  <a:pt x="413515" y="248920"/>
                </a:lnTo>
                <a:lnTo>
                  <a:pt x="406611" y="252730"/>
                </a:lnTo>
                <a:lnTo>
                  <a:pt x="399807" y="255270"/>
                </a:lnTo>
                <a:lnTo>
                  <a:pt x="392411" y="257810"/>
                </a:lnTo>
                <a:lnTo>
                  <a:pt x="384792" y="259080"/>
                </a:lnTo>
                <a:close/>
              </a:path>
              <a:path w="1105535" h="1056639">
                <a:moveTo>
                  <a:pt x="528008" y="763270"/>
                </a:moveTo>
                <a:lnTo>
                  <a:pt x="482755" y="759460"/>
                </a:lnTo>
                <a:lnTo>
                  <a:pt x="439486" y="745490"/>
                </a:lnTo>
                <a:lnTo>
                  <a:pt x="401017" y="725170"/>
                </a:lnTo>
                <a:lnTo>
                  <a:pt x="367203" y="697230"/>
                </a:lnTo>
                <a:lnTo>
                  <a:pt x="339302" y="662940"/>
                </a:lnTo>
                <a:lnTo>
                  <a:pt x="318474" y="624840"/>
                </a:lnTo>
                <a:lnTo>
                  <a:pt x="305087" y="581660"/>
                </a:lnTo>
                <a:lnTo>
                  <a:pt x="300597" y="535940"/>
                </a:lnTo>
                <a:lnTo>
                  <a:pt x="301534" y="516890"/>
                </a:lnTo>
                <a:lnTo>
                  <a:pt x="301597" y="515620"/>
                </a:lnTo>
                <a:lnTo>
                  <a:pt x="310676" y="468630"/>
                </a:lnTo>
                <a:lnTo>
                  <a:pt x="327983" y="427990"/>
                </a:lnTo>
                <a:lnTo>
                  <a:pt x="352390" y="392430"/>
                </a:lnTo>
                <a:lnTo>
                  <a:pt x="383497" y="360680"/>
                </a:lnTo>
                <a:lnTo>
                  <a:pt x="419701" y="336550"/>
                </a:lnTo>
                <a:lnTo>
                  <a:pt x="460833" y="318770"/>
                </a:lnTo>
                <a:lnTo>
                  <a:pt x="505172" y="309880"/>
                </a:lnTo>
                <a:lnTo>
                  <a:pt x="528008" y="308610"/>
                </a:lnTo>
                <a:lnTo>
                  <a:pt x="551195" y="309880"/>
                </a:lnTo>
                <a:lnTo>
                  <a:pt x="573940" y="313690"/>
                </a:lnTo>
                <a:lnTo>
                  <a:pt x="596168" y="318770"/>
                </a:lnTo>
                <a:lnTo>
                  <a:pt x="617803" y="327660"/>
                </a:lnTo>
                <a:lnTo>
                  <a:pt x="636240" y="336550"/>
                </a:lnTo>
                <a:lnTo>
                  <a:pt x="528008" y="336550"/>
                </a:lnTo>
                <a:lnTo>
                  <a:pt x="482290" y="341630"/>
                </a:lnTo>
                <a:lnTo>
                  <a:pt x="440292" y="356870"/>
                </a:lnTo>
                <a:lnTo>
                  <a:pt x="403222" y="381000"/>
                </a:lnTo>
                <a:lnTo>
                  <a:pt x="372288" y="411480"/>
                </a:lnTo>
                <a:lnTo>
                  <a:pt x="348697" y="448310"/>
                </a:lnTo>
                <a:lnTo>
                  <a:pt x="333657" y="490220"/>
                </a:lnTo>
                <a:lnTo>
                  <a:pt x="328375" y="535940"/>
                </a:lnTo>
                <a:lnTo>
                  <a:pt x="333657" y="581660"/>
                </a:lnTo>
                <a:lnTo>
                  <a:pt x="348697" y="623570"/>
                </a:lnTo>
                <a:lnTo>
                  <a:pt x="372288" y="661670"/>
                </a:lnTo>
                <a:lnTo>
                  <a:pt x="403222" y="692150"/>
                </a:lnTo>
                <a:lnTo>
                  <a:pt x="440292" y="715010"/>
                </a:lnTo>
                <a:lnTo>
                  <a:pt x="482290" y="730250"/>
                </a:lnTo>
                <a:lnTo>
                  <a:pt x="528008" y="735330"/>
                </a:lnTo>
                <a:lnTo>
                  <a:pt x="638392" y="735330"/>
                </a:lnTo>
                <a:lnTo>
                  <a:pt x="636316" y="736600"/>
                </a:lnTo>
                <a:lnTo>
                  <a:pt x="616536" y="745490"/>
                </a:lnTo>
                <a:lnTo>
                  <a:pt x="595187" y="753110"/>
                </a:lnTo>
                <a:lnTo>
                  <a:pt x="573264" y="759460"/>
                </a:lnTo>
                <a:lnTo>
                  <a:pt x="550845" y="762000"/>
                </a:lnTo>
                <a:lnTo>
                  <a:pt x="528008" y="763270"/>
                </a:lnTo>
                <a:close/>
              </a:path>
              <a:path w="1105535" h="1056639">
                <a:moveTo>
                  <a:pt x="930458" y="415290"/>
                </a:moveTo>
                <a:lnTo>
                  <a:pt x="922670" y="414020"/>
                </a:lnTo>
                <a:lnTo>
                  <a:pt x="915699" y="410210"/>
                </a:lnTo>
                <a:lnTo>
                  <a:pt x="909836" y="406400"/>
                </a:lnTo>
                <a:lnTo>
                  <a:pt x="905372" y="400050"/>
                </a:lnTo>
                <a:lnTo>
                  <a:pt x="674999" y="400050"/>
                </a:lnTo>
                <a:lnTo>
                  <a:pt x="670913" y="397510"/>
                </a:lnTo>
                <a:lnTo>
                  <a:pt x="668392" y="394970"/>
                </a:lnTo>
                <a:lnTo>
                  <a:pt x="638047" y="369570"/>
                </a:lnTo>
                <a:lnTo>
                  <a:pt x="603988" y="351790"/>
                </a:lnTo>
                <a:lnTo>
                  <a:pt x="567035" y="340360"/>
                </a:lnTo>
                <a:lnTo>
                  <a:pt x="528008" y="336550"/>
                </a:lnTo>
                <a:lnTo>
                  <a:pt x="636240" y="336550"/>
                </a:lnTo>
                <a:lnTo>
                  <a:pt x="653707" y="346710"/>
                </a:lnTo>
                <a:lnTo>
                  <a:pt x="670157" y="359410"/>
                </a:lnTo>
                <a:lnTo>
                  <a:pt x="685543" y="372110"/>
                </a:lnTo>
                <a:lnTo>
                  <a:pt x="955125" y="372110"/>
                </a:lnTo>
                <a:lnTo>
                  <a:pt x="956880" y="374650"/>
                </a:lnTo>
                <a:lnTo>
                  <a:pt x="959134" y="386080"/>
                </a:lnTo>
                <a:lnTo>
                  <a:pt x="956880" y="397510"/>
                </a:lnTo>
                <a:lnTo>
                  <a:pt x="950735" y="406400"/>
                </a:lnTo>
                <a:lnTo>
                  <a:pt x="941620" y="412750"/>
                </a:lnTo>
                <a:lnTo>
                  <a:pt x="930458" y="415290"/>
                </a:lnTo>
                <a:close/>
              </a:path>
              <a:path w="1105535" h="1056639">
                <a:moveTo>
                  <a:pt x="955125" y="372110"/>
                </a:moveTo>
                <a:lnTo>
                  <a:pt x="905372" y="372110"/>
                </a:lnTo>
                <a:lnTo>
                  <a:pt x="909836" y="365760"/>
                </a:lnTo>
                <a:lnTo>
                  <a:pt x="915699" y="361950"/>
                </a:lnTo>
                <a:lnTo>
                  <a:pt x="922670" y="358140"/>
                </a:lnTo>
                <a:lnTo>
                  <a:pt x="930458" y="358140"/>
                </a:lnTo>
                <a:lnTo>
                  <a:pt x="941620" y="359410"/>
                </a:lnTo>
                <a:lnTo>
                  <a:pt x="950735" y="365760"/>
                </a:lnTo>
                <a:lnTo>
                  <a:pt x="955125" y="372110"/>
                </a:lnTo>
                <a:close/>
              </a:path>
              <a:path w="1105535" h="1056639">
                <a:moveTo>
                  <a:pt x="638392" y="735330"/>
                </a:moveTo>
                <a:lnTo>
                  <a:pt x="528008" y="735330"/>
                </a:lnTo>
                <a:lnTo>
                  <a:pt x="573728" y="730250"/>
                </a:lnTo>
                <a:lnTo>
                  <a:pt x="615726" y="715010"/>
                </a:lnTo>
                <a:lnTo>
                  <a:pt x="652795" y="692150"/>
                </a:lnTo>
                <a:lnTo>
                  <a:pt x="683728" y="661670"/>
                </a:lnTo>
                <a:lnTo>
                  <a:pt x="707317" y="623570"/>
                </a:lnTo>
                <a:lnTo>
                  <a:pt x="722356" y="581660"/>
                </a:lnTo>
                <a:lnTo>
                  <a:pt x="727637" y="535940"/>
                </a:lnTo>
                <a:lnTo>
                  <a:pt x="727637" y="528320"/>
                </a:lnTo>
                <a:lnTo>
                  <a:pt x="733864" y="521970"/>
                </a:lnTo>
                <a:lnTo>
                  <a:pt x="990697" y="521970"/>
                </a:lnTo>
                <a:lnTo>
                  <a:pt x="995163" y="516890"/>
                </a:lnTo>
                <a:lnTo>
                  <a:pt x="1001025" y="511810"/>
                </a:lnTo>
                <a:lnTo>
                  <a:pt x="1007992" y="509270"/>
                </a:lnTo>
                <a:lnTo>
                  <a:pt x="1015774" y="508000"/>
                </a:lnTo>
                <a:lnTo>
                  <a:pt x="1026936" y="510540"/>
                </a:lnTo>
                <a:lnTo>
                  <a:pt x="1036051" y="515620"/>
                </a:lnTo>
                <a:lnTo>
                  <a:pt x="1042197" y="525780"/>
                </a:lnTo>
                <a:lnTo>
                  <a:pt x="1044450" y="535940"/>
                </a:lnTo>
                <a:lnTo>
                  <a:pt x="1042197" y="547370"/>
                </a:lnTo>
                <a:lnTo>
                  <a:pt x="1040441" y="549910"/>
                </a:lnTo>
                <a:lnTo>
                  <a:pt x="755008" y="549910"/>
                </a:lnTo>
                <a:lnTo>
                  <a:pt x="753045" y="568960"/>
                </a:lnTo>
                <a:lnTo>
                  <a:pt x="744304" y="607060"/>
                </a:lnTo>
                <a:lnTo>
                  <a:pt x="728039" y="645160"/>
                </a:lnTo>
                <a:lnTo>
                  <a:pt x="703623" y="680720"/>
                </a:lnTo>
                <a:lnTo>
                  <a:pt x="672519" y="712470"/>
                </a:lnTo>
                <a:lnTo>
                  <a:pt x="654999" y="725170"/>
                </a:lnTo>
                <a:lnTo>
                  <a:pt x="638392" y="735330"/>
                </a:lnTo>
                <a:close/>
              </a:path>
              <a:path w="1105535" h="1056639">
                <a:moveTo>
                  <a:pt x="1015774" y="565150"/>
                </a:moveTo>
                <a:lnTo>
                  <a:pt x="1007992" y="563880"/>
                </a:lnTo>
                <a:lnTo>
                  <a:pt x="1001025" y="561340"/>
                </a:lnTo>
                <a:lnTo>
                  <a:pt x="995163" y="556260"/>
                </a:lnTo>
                <a:lnTo>
                  <a:pt x="990697" y="549910"/>
                </a:lnTo>
                <a:lnTo>
                  <a:pt x="1040441" y="549910"/>
                </a:lnTo>
                <a:lnTo>
                  <a:pt x="1036051" y="556260"/>
                </a:lnTo>
                <a:lnTo>
                  <a:pt x="1026936" y="562610"/>
                </a:lnTo>
                <a:lnTo>
                  <a:pt x="1015774" y="565150"/>
                </a:lnTo>
                <a:close/>
              </a:path>
              <a:path w="1105535" h="1056639">
                <a:moveTo>
                  <a:pt x="811808" y="833120"/>
                </a:moveTo>
                <a:lnTo>
                  <a:pt x="765344" y="833120"/>
                </a:lnTo>
                <a:lnTo>
                  <a:pt x="772243" y="831850"/>
                </a:lnTo>
                <a:lnTo>
                  <a:pt x="778281" y="826770"/>
                </a:lnTo>
                <a:lnTo>
                  <a:pt x="824973" y="779780"/>
                </a:lnTo>
                <a:lnTo>
                  <a:pt x="829258" y="774700"/>
                </a:lnTo>
                <a:lnTo>
                  <a:pt x="831247" y="767080"/>
                </a:lnTo>
                <a:lnTo>
                  <a:pt x="831024" y="763270"/>
                </a:lnTo>
                <a:lnTo>
                  <a:pt x="830950" y="762000"/>
                </a:lnTo>
                <a:lnTo>
                  <a:pt x="830875" y="760730"/>
                </a:lnTo>
                <a:lnTo>
                  <a:pt x="828078" y="753110"/>
                </a:lnTo>
                <a:lnTo>
                  <a:pt x="799318" y="707390"/>
                </a:lnTo>
                <a:lnTo>
                  <a:pt x="796607" y="704850"/>
                </a:lnTo>
                <a:lnTo>
                  <a:pt x="794914" y="701040"/>
                </a:lnTo>
                <a:lnTo>
                  <a:pt x="794914" y="689610"/>
                </a:lnTo>
                <a:lnTo>
                  <a:pt x="801132" y="683260"/>
                </a:lnTo>
                <a:lnTo>
                  <a:pt x="1034559" y="683260"/>
                </a:lnTo>
                <a:lnTo>
                  <a:pt x="1039024" y="676910"/>
                </a:lnTo>
                <a:lnTo>
                  <a:pt x="1044889" y="671830"/>
                </a:lnTo>
                <a:lnTo>
                  <a:pt x="1051861" y="669290"/>
                </a:lnTo>
                <a:lnTo>
                  <a:pt x="1059645" y="668020"/>
                </a:lnTo>
                <a:lnTo>
                  <a:pt x="1070807" y="670560"/>
                </a:lnTo>
                <a:lnTo>
                  <a:pt x="1079922" y="676910"/>
                </a:lnTo>
                <a:lnTo>
                  <a:pt x="1086067" y="685800"/>
                </a:lnTo>
                <a:lnTo>
                  <a:pt x="1088321" y="697230"/>
                </a:lnTo>
                <a:lnTo>
                  <a:pt x="1086067" y="708660"/>
                </a:lnTo>
                <a:lnTo>
                  <a:pt x="1084311" y="711200"/>
                </a:lnTo>
                <a:lnTo>
                  <a:pt x="834366" y="711200"/>
                </a:lnTo>
                <a:lnTo>
                  <a:pt x="851670" y="739140"/>
                </a:lnTo>
                <a:lnTo>
                  <a:pt x="855448" y="746760"/>
                </a:lnTo>
                <a:lnTo>
                  <a:pt x="857928" y="754380"/>
                </a:lnTo>
                <a:lnTo>
                  <a:pt x="859067" y="762000"/>
                </a:lnTo>
                <a:lnTo>
                  <a:pt x="859032" y="763270"/>
                </a:lnTo>
                <a:lnTo>
                  <a:pt x="858927" y="767080"/>
                </a:lnTo>
                <a:lnTo>
                  <a:pt x="844609" y="800100"/>
                </a:lnTo>
                <a:lnTo>
                  <a:pt x="811808" y="833120"/>
                </a:lnTo>
                <a:close/>
              </a:path>
              <a:path w="1105535" h="1056639">
                <a:moveTo>
                  <a:pt x="1059645" y="725170"/>
                </a:moveTo>
                <a:lnTo>
                  <a:pt x="1051861" y="725170"/>
                </a:lnTo>
                <a:lnTo>
                  <a:pt x="1044889" y="721360"/>
                </a:lnTo>
                <a:lnTo>
                  <a:pt x="1039024" y="717550"/>
                </a:lnTo>
                <a:lnTo>
                  <a:pt x="1034559" y="711200"/>
                </a:lnTo>
                <a:lnTo>
                  <a:pt x="1084311" y="711200"/>
                </a:lnTo>
                <a:lnTo>
                  <a:pt x="1079922" y="717550"/>
                </a:lnTo>
                <a:lnTo>
                  <a:pt x="1070807" y="723900"/>
                </a:lnTo>
                <a:lnTo>
                  <a:pt x="1059645" y="725170"/>
                </a:lnTo>
                <a:close/>
              </a:path>
              <a:path w="1105535" h="1056639">
                <a:moveTo>
                  <a:pt x="352307" y="833120"/>
                </a:moveTo>
                <a:lnTo>
                  <a:pt x="297844" y="833120"/>
                </a:lnTo>
                <a:lnTo>
                  <a:pt x="304696" y="830580"/>
                </a:lnTo>
                <a:lnTo>
                  <a:pt x="353952" y="800100"/>
                </a:lnTo>
                <a:lnTo>
                  <a:pt x="365300" y="793750"/>
                </a:lnTo>
                <a:lnTo>
                  <a:pt x="377370" y="792480"/>
                </a:lnTo>
                <a:lnTo>
                  <a:pt x="389623" y="792480"/>
                </a:lnTo>
                <a:lnTo>
                  <a:pt x="401514" y="796290"/>
                </a:lnTo>
                <a:lnTo>
                  <a:pt x="408225" y="800100"/>
                </a:lnTo>
                <a:lnTo>
                  <a:pt x="428863" y="807720"/>
                </a:lnTo>
                <a:lnTo>
                  <a:pt x="440024" y="814070"/>
                </a:lnTo>
                <a:lnTo>
                  <a:pt x="446186" y="819150"/>
                </a:lnTo>
                <a:lnTo>
                  <a:pt x="374957" y="819150"/>
                </a:lnTo>
                <a:lnTo>
                  <a:pt x="352307" y="833120"/>
                </a:lnTo>
                <a:close/>
              </a:path>
              <a:path w="1105535" h="1056639">
                <a:moveTo>
                  <a:pt x="605484" y="916940"/>
                </a:moveTo>
                <a:lnTo>
                  <a:pt x="561020" y="916940"/>
                </a:lnTo>
                <a:lnTo>
                  <a:pt x="568318" y="915670"/>
                </a:lnTo>
                <a:lnTo>
                  <a:pt x="574604" y="911860"/>
                </a:lnTo>
                <a:lnTo>
                  <a:pt x="579414" y="906780"/>
                </a:lnTo>
                <a:lnTo>
                  <a:pt x="582280" y="900430"/>
                </a:lnTo>
                <a:lnTo>
                  <a:pt x="595452" y="843280"/>
                </a:lnTo>
                <a:lnTo>
                  <a:pt x="599780" y="831850"/>
                </a:lnTo>
                <a:lnTo>
                  <a:pt x="606749" y="821690"/>
                </a:lnTo>
                <a:lnTo>
                  <a:pt x="615996" y="814070"/>
                </a:lnTo>
                <a:lnTo>
                  <a:pt x="627159" y="807720"/>
                </a:lnTo>
                <a:lnTo>
                  <a:pt x="647797" y="800100"/>
                </a:lnTo>
                <a:lnTo>
                  <a:pt x="654507" y="796290"/>
                </a:lnTo>
                <a:lnTo>
                  <a:pt x="666399" y="792480"/>
                </a:lnTo>
                <a:lnTo>
                  <a:pt x="678650" y="792480"/>
                </a:lnTo>
                <a:lnTo>
                  <a:pt x="690720" y="793750"/>
                </a:lnTo>
                <a:lnTo>
                  <a:pt x="702065" y="800100"/>
                </a:lnTo>
                <a:lnTo>
                  <a:pt x="732853" y="819150"/>
                </a:lnTo>
                <a:lnTo>
                  <a:pt x="673222" y="819150"/>
                </a:lnTo>
                <a:lnTo>
                  <a:pt x="666426" y="821690"/>
                </a:lnTo>
                <a:lnTo>
                  <a:pt x="659079" y="825500"/>
                </a:lnTo>
                <a:lnTo>
                  <a:pt x="651625" y="828040"/>
                </a:lnTo>
                <a:lnTo>
                  <a:pt x="644089" y="831850"/>
                </a:lnTo>
                <a:lnTo>
                  <a:pt x="636495" y="834390"/>
                </a:lnTo>
                <a:lnTo>
                  <a:pt x="629435" y="836930"/>
                </a:lnTo>
                <a:lnTo>
                  <a:pt x="624211" y="843280"/>
                </a:lnTo>
                <a:lnTo>
                  <a:pt x="609337" y="906780"/>
                </a:lnTo>
                <a:lnTo>
                  <a:pt x="606764" y="914400"/>
                </a:lnTo>
                <a:lnTo>
                  <a:pt x="605484" y="916940"/>
                </a:lnTo>
                <a:close/>
              </a:path>
              <a:path w="1105535" h="1056639">
                <a:moveTo>
                  <a:pt x="561020" y="944880"/>
                </a:moveTo>
                <a:lnTo>
                  <a:pt x="494997" y="944880"/>
                </a:lnTo>
                <a:lnTo>
                  <a:pt x="478673" y="942340"/>
                </a:lnTo>
                <a:lnTo>
                  <a:pt x="449255" y="914400"/>
                </a:lnTo>
                <a:lnTo>
                  <a:pt x="431815" y="843280"/>
                </a:lnTo>
                <a:lnTo>
                  <a:pt x="426591" y="836930"/>
                </a:lnTo>
                <a:lnTo>
                  <a:pt x="419531" y="834390"/>
                </a:lnTo>
                <a:lnTo>
                  <a:pt x="411934" y="831850"/>
                </a:lnTo>
                <a:lnTo>
                  <a:pt x="404394" y="828040"/>
                </a:lnTo>
                <a:lnTo>
                  <a:pt x="396938" y="825500"/>
                </a:lnTo>
                <a:lnTo>
                  <a:pt x="389591" y="821690"/>
                </a:lnTo>
                <a:lnTo>
                  <a:pt x="382799" y="819150"/>
                </a:lnTo>
                <a:lnTo>
                  <a:pt x="446186" y="819150"/>
                </a:lnTo>
                <a:lnTo>
                  <a:pt x="449268" y="821690"/>
                </a:lnTo>
                <a:lnTo>
                  <a:pt x="456233" y="831850"/>
                </a:lnTo>
                <a:lnTo>
                  <a:pt x="460560" y="843280"/>
                </a:lnTo>
                <a:lnTo>
                  <a:pt x="473737" y="900430"/>
                </a:lnTo>
                <a:lnTo>
                  <a:pt x="476603" y="906780"/>
                </a:lnTo>
                <a:lnTo>
                  <a:pt x="481412" y="911860"/>
                </a:lnTo>
                <a:lnTo>
                  <a:pt x="487699" y="915670"/>
                </a:lnTo>
                <a:lnTo>
                  <a:pt x="494997" y="916940"/>
                </a:lnTo>
                <a:lnTo>
                  <a:pt x="605484" y="916940"/>
                </a:lnTo>
                <a:lnTo>
                  <a:pt x="602923" y="922020"/>
                </a:lnTo>
                <a:lnTo>
                  <a:pt x="597921" y="928370"/>
                </a:lnTo>
                <a:lnTo>
                  <a:pt x="591866" y="933450"/>
                </a:lnTo>
                <a:lnTo>
                  <a:pt x="584925" y="938530"/>
                </a:lnTo>
                <a:lnTo>
                  <a:pt x="577343" y="942340"/>
                </a:lnTo>
                <a:lnTo>
                  <a:pt x="561020" y="944880"/>
                </a:lnTo>
                <a:close/>
              </a:path>
              <a:path w="1105535" h="1056639">
                <a:moveTo>
                  <a:pt x="768523" y="861060"/>
                </a:moveTo>
                <a:lnTo>
                  <a:pt x="760203" y="861060"/>
                </a:lnTo>
                <a:lnTo>
                  <a:pt x="751988" y="859790"/>
                </a:lnTo>
                <a:lnTo>
                  <a:pt x="744076" y="857250"/>
                </a:lnTo>
                <a:lnTo>
                  <a:pt x="736664" y="853440"/>
                </a:lnTo>
                <a:lnTo>
                  <a:pt x="681064" y="819150"/>
                </a:lnTo>
                <a:lnTo>
                  <a:pt x="732853" y="819150"/>
                </a:lnTo>
                <a:lnTo>
                  <a:pt x="751326" y="830580"/>
                </a:lnTo>
                <a:lnTo>
                  <a:pt x="758175" y="833120"/>
                </a:lnTo>
                <a:lnTo>
                  <a:pt x="811808" y="833120"/>
                </a:lnTo>
                <a:lnTo>
                  <a:pt x="797930" y="847090"/>
                </a:lnTo>
                <a:lnTo>
                  <a:pt x="791565" y="852170"/>
                </a:lnTo>
                <a:lnTo>
                  <a:pt x="784422" y="855980"/>
                </a:lnTo>
                <a:lnTo>
                  <a:pt x="776681" y="859790"/>
                </a:lnTo>
                <a:lnTo>
                  <a:pt x="768523" y="861060"/>
                </a:lnTo>
                <a:close/>
              </a:path>
              <a:path w="1105535" h="1056639">
                <a:moveTo>
                  <a:pt x="689751" y="1031240"/>
                </a:moveTo>
                <a:lnTo>
                  <a:pt x="528624" y="1031240"/>
                </a:lnTo>
                <a:lnTo>
                  <a:pt x="577315" y="1028700"/>
                </a:lnTo>
                <a:lnTo>
                  <a:pt x="624985" y="1022350"/>
                </a:lnTo>
                <a:lnTo>
                  <a:pt x="671429" y="1010920"/>
                </a:lnTo>
                <a:lnTo>
                  <a:pt x="716444" y="994410"/>
                </a:lnTo>
                <a:lnTo>
                  <a:pt x="759824" y="975360"/>
                </a:lnTo>
                <a:lnTo>
                  <a:pt x="801367" y="951230"/>
                </a:lnTo>
                <a:lnTo>
                  <a:pt x="840866" y="922020"/>
                </a:lnTo>
                <a:lnTo>
                  <a:pt x="843129" y="920750"/>
                </a:lnTo>
                <a:lnTo>
                  <a:pt x="845937" y="919480"/>
                </a:lnTo>
                <a:lnTo>
                  <a:pt x="950107" y="919480"/>
                </a:lnTo>
                <a:lnTo>
                  <a:pt x="954495" y="914400"/>
                </a:lnTo>
                <a:lnTo>
                  <a:pt x="960221" y="909320"/>
                </a:lnTo>
                <a:lnTo>
                  <a:pt x="967007" y="906780"/>
                </a:lnTo>
                <a:lnTo>
                  <a:pt x="974578" y="905510"/>
                </a:lnTo>
                <a:lnTo>
                  <a:pt x="985522" y="908050"/>
                </a:lnTo>
                <a:lnTo>
                  <a:pt x="994461" y="913130"/>
                </a:lnTo>
                <a:lnTo>
                  <a:pt x="1000489" y="922020"/>
                </a:lnTo>
                <a:lnTo>
                  <a:pt x="1002699" y="933450"/>
                </a:lnTo>
                <a:lnTo>
                  <a:pt x="1000489" y="944880"/>
                </a:lnTo>
                <a:lnTo>
                  <a:pt x="853247" y="944880"/>
                </a:lnTo>
                <a:lnTo>
                  <a:pt x="818745" y="970280"/>
                </a:lnTo>
                <a:lnTo>
                  <a:pt x="782516" y="991870"/>
                </a:lnTo>
                <a:lnTo>
                  <a:pt x="744686" y="1010920"/>
                </a:lnTo>
                <a:lnTo>
                  <a:pt x="705382" y="1026160"/>
                </a:lnTo>
                <a:lnTo>
                  <a:pt x="689751" y="1031240"/>
                </a:lnTo>
                <a:close/>
              </a:path>
              <a:path w="1105535" h="1056639">
                <a:moveTo>
                  <a:pt x="974578" y="961390"/>
                </a:moveTo>
                <a:lnTo>
                  <a:pt x="966423" y="960120"/>
                </a:lnTo>
                <a:lnTo>
                  <a:pt x="959209" y="957580"/>
                </a:lnTo>
                <a:lnTo>
                  <a:pt x="953286" y="952500"/>
                </a:lnTo>
                <a:lnTo>
                  <a:pt x="949006" y="944880"/>
                </a:lnTo>
                <a:lnTo>
                  <a:pt x="1000489" y="944880"/>
                </a:lnTo>
                <a:lnTo>
                  <a:pt x="994461" y="953770"/>
                </a:lnTo>
                <a:lnTo>
                  <a:pt x="985522" y="958850"/>
                </a:lnTo>
                <a:lnTo>
                  <a:pt x="974578" y="961390"/>
                </a:lnTo>
                <a:close/>
              </a:path>
            </a:pathLst>
          </a:custGeom>
          <a:solidFill>
            <a:srgbClr val="504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23242" y="0"/>
            <a:ext cx="3264757" cy="3514724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969297" y="448174"/>
            <a:ext cx="1475404" cy="85534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800" spc="30" dirty="0">
                <a:solidFill>
                  <a:srgbClr val="E7E7E7"/>
                </a:solidFill>
              </a:rPr>
              <a:t>AUTO</a:t>
            </a:r>
            <a:endParaRPr sz="2800" dirty="0"/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350" spc="-10" dirty="0">
                <a:solidFill>
                  <a:srgbClr val="E7E7E7"/>
                </a:solidFill>
                <a:latin typeface="Roboto Bk"/>
                <a:cs typeface="Roboto Bk"/>
              </a:rPr>
              <a:t>FORGE</a:t>
            </a:r>
            <a:endParaRPr sz="2350" dirty="0">
              <a:latin typeface="Roboto Bk"/>
              <a:cs typeface="Roboto B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98008" y="3361491"/>
            <a:ext cx="11399520" cy="901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750" b="1" spc="155" dirty="0">
                <a:solidFill>
                  <a:srgbClr val="E8E7C2"/>
                </a:solidFill>
                <a:latin typeface="Tahoma"/>
                <a:cs typeface="Tahoma"/>
              </a:rPr>
              <a:t>Problem,</a:t>
            </a:r>
            <a:r>
              <a:rPr sz="5750" b="1" spc="-265" dirty="0">
                <a:solidFill>
                  <a:srgbClr val="E8E7C2"/>
                </a:solidFill>
                <a:latin typeface="Tahoma"/>
                <a:cs typeface="Tahoma"/>
              </a:rPr>
              <a:t> </a:t>
            </a:r>
            <a:r>
              <a:rPr sz="5750" b="1" spc="135" dirty="0">
                <a:solidFill>
                  <a:srgbClr val="E8E7C2"/>
                </a:solidFill>
                <a:latin typeface="Tahoma"/>
                <a:cs typeface="Tahoma"/>
              </a:rPr>
              <a:t>Impact</a:t>
            </a:r>
            <a:r>
              <a:rPr sz="5750" b="1" spc="-265" dirty="0">
                <a:solidFill>
                  <a:srgbClr val="E8E7C2"/>
                </a:solidFill>
                <a:latin typeface="Tahoma"/>
                <a:cs typeface="Tahoma"/>
              </a:rPr>
              <a:t> </a:t>
            </a:r>
            <a:r>
              <a:rPr sz="5750" b="1" spc="225" dirty="0">
                <a:solidFill>
                  <a:srgbClr val="E8E7C2"/>
                </a:solidFill>
                <a:latin typeface="Tahoma"/>
                <a:cs typeface="Tahoma"/>
              </a:rPr>
              <a:t>and</a:t>
            </a:r>
            <a:r>
              <a:rPr sz="5750" b="1" spc="-260" dirty="0">
                <a:solidFill>
                  <a:srgbClr val="E8E7C2"/>
                </a:solidFill>
                <a:latin typeface="Tahoma"/>
                <a:cs typeface="Tahoma"/>
              </a:rPr>
              <a:t> </a:t>
            </a:r>
            <a:r>
              <a:rPr sz="5750" b="1" spc="125" dirty="0">
                <a:solidFill>
                  <a:srgbClr val="E8E7C2"/>
                </a:solidFill>
                <a:latin typeface="Tahoma"/>
                <a:cs typeface="Tahoma"/>
              </a:rPr>
              <a:t>Benefits</a:t>
            </a:r>
            <a:endParaRPr sz="57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9811" y="6124055"/>
            <a:ext cx="4589780" cy="3846829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475"/>
              </a:spcBef>
            </a:pPr>
            <a:r>
              <a:rPr sz="2400" b="1" spc="-10" dirty="0">
                <a:solidFill>
                  <a:srgbClr val="FBB4FD"/>
                </a:solidFill>
                <a:latin typeface="Roboto"/>
                <a:cs typeface="Roboto"/>
              </a:rPr>
              <a:t>PROBLEM</a:t>
            </a:r>
            <a:endParaRPr sz="2400">
              <a:latin typeface="Roboto"/>
              <a:cs typeface="Roboto"/>
            </a:endParaRPr>
          </a:p>
          <a:p>
            <a:pPr marL="12700" marR="5080">
              <a:lnSpc>
                <a:spcPct val="125299"/>
              </a:lnSpc>
              <a:spcBef>
                <a:spcPts val="570"/>
              </a:spcBef>
            </a:pP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Current</a:t>
            </a:r>
            <a:r>
              <a:rPr sz="2100" b="1" spc="-8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10" dirty="0">
                <a:solidFill>
                  <a:srgbClr val="E7E7E7"/>
                </a:solidFill>
                <a:latin typeface="Roboto Bk"/>
                <a:cs typeface="Roboto Bk"/>
              </a:rPr>
              <a:t>solutions</a:t>
            </a:r>
            <a:r>
              <a:rPr sz="2100" b="1" spc="-8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55" dirty="0">
                <a:solidFill>
                  <a:srgbClr val="E7E7E7"/>
                </a:solidFill>
                <a:latin typeface="Roboto Bk"/>
                <a:cs typeface="Roboto Bk"/>
              </a:rPr>
              <a:t>don’t</a:t>
            </a:r>
            <a:r>
              <a:rPr sz="2100" b="1" spc="-7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30" dirty="0">
                <a:solidFill>
                  <a:srgbClr val="E7E7E7"/>
                </a:solidFill>
                <a:latin typeface="Roboto Bk"/>
                <a:cs typeface="Roboto Bk"/>
              </a:rPr>
              <a:t>reliably</a:t>
            </a:r>
            <a:r>
              <a:rPr sz="2100" b="1" spc="-8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10" dirty="0">
                <a:solidFill>
                  <a:srgbClr val="E7E7E7"/>
                </a:solidFill>
                <a:latin typeface="Roboto Bk"/>
                <a:cs typeface="Roboto Bk"/>
              </a:rPr>
              <a:t>capture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domain</a:t>
            </a:r>
            <a:r>
              <a:rPr sz="2100" b="1" spc="-5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workflows</a:t>
            </a:r>
            <a:r>
              <a:rPr sz="2100" b="1" spc="-5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and</a:t>
            </a:r>
            <a:r>
              <a:rPr sz="2100" b="1" spc="-5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business</a:t>
            </a:r>
            <a:r>
              <a:rPr sz="2100" b="1" spc="-5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10" dirty="0">
                <a:solidFill>
                  <a:srgbClr val="E7E7E7"/>
                </a:solidFill>
                <a:latin typeface="Roboto Bk"/>
                <a:cs typeface="Roboto Bk"/>
              </a:rPr>
              <a:t>rules,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They</a:t>
            </a:r>
            <a:r>
              <a:rPr sz="2100" b="1" spc="-6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55" dirty="0">
                <a:solidFill>
                  <a:srgbClr val="E7E7E7"/>
                </a:solidFill>
                <a:latin typeface="Roboto Bk"/>
                <a:cs typeface="Roboto Bk"/>
              </a:rPr>
              <a:t>don’t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generate</a:t>
            </a:r>
            <a:r>
              <a:rPr sz="2100" b="1" spc="-7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10" dirty="0">
                <a:solidFill>
                  <a:srgbClr val="E7E7E7"/>
                </a:solidFill>
                <a:latin typeface="Roboto Bk"/>
                <a:cs typeface="Roboto Bk"/>
              </a:rPr>
              <a:t>versioned</a:t>
            </a:r>
            <a:r>
              <a:rPr sz="2100" b="1" spc="-5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20" dirty="0">
                <a:solidFill>
                  <a:srgbClr val="E7E7E7"/>
                </a:solidFill>
                <a:latin typeface="Roboto Bk"/>
                <a:cs typeface="Roboto Bk"/>
              </a:rPr>
              <a:t>SDLC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artifacts</a:t>
            </a:r>
            <a:r>
              <a:rPr sz="2100" b="1" spc="-5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from</a:t>
            </a:r>
            <a:r>
              <a:rPr sz="2100" b="1" spc="-5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20" dirty="0">
                <a:solidFill>
                  <a:srgbClr val="E7E7E7"/>
                </a:solidFill>
                <a:latin typeface="Roboto Bk"/>
                <a:cs typeface="Roboto Bk"/>
              </a:rPr>
              <a:t>SRS</a:t>
            </a:r>
            <a:r>
              <a:rPr sz="2100" b="1" spc="-5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to</a:t>
            </a:r>
            <a:r>
              <a:rPr sz="2100" b="1" spc="-5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a</a:t>
            </a:r>
            <a:r>
              <a:rPr sz="2100" b="1" spc="-5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10" dirty="0">
                <a:solidFill>
                  <a:srgbClr val="E7E7E7"/>
                </a:solidFill>
                <a:latin typeface="Roboto Bk"/>
                <a:cs typeface="Roboto Bk"/>
              </a:rPr>
              <a:t>working </a:t>
            </a:r>
            <a:r>
              <a:rPr sz="2100" b="1" spc="-20" dirty="0">
                <a:solidFill>
                  <a:srgbClr val="E7E7E7"/>
                </a:solidFill>
                <a:latin typeface="Roboto Bk"/>
                <a:cs typeface="Roboto Bk"/>
              </a:rPr>
              <a:t>prototype</a:t>
            </a:r>
            <a:r>
              <a:rPr sz="2100" b="1" spc="-7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while</a:t>
            </a:r>
            <a:r>
              <a:rPr sz="2100" b="1" spc="-7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10" dirty="0">
                <a:solidFill>
                  <a:srgbClr val="E7E7E7"/>
                </a:solidFill>
                <a:latin typeface="Roboto Bk"/>
                <a:cs typeface="Roboto Bk"/>
              </a:rPr>
              <a:t>enforcing</a:t>
            </a:r>
            <a:r>
              <a:rPr sz="2100" b="1" spc="-7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10" dirty="0">
                <a:solidFill>
                  <a:srgbClr val="E7E7E7"/>
                </a:solidFill>
                <a:latin typeface="Roboto Bk"/>
                <a:cs typeface="Roboto Bk"/>
              </a:rPr>
              <a:t>human approval,</a:t>
            </a:r>
            <a:endParaRPr sz="2100">
              <a:latin typeface="Roboto Bk"/>
              <a:cs typeface="Roboto Bk"/>
            </a:endParaRPr>
          </a:p>
          <a:p>
            <a:pPr marL="12700" marR="135255" indent="66040">
              <a:lnSpc>
                <a:spcPct val="125299"/>
              </a:lnSpc>
            </a:pPr>
            <a:r>
              <a:rPr sz="2100" b="1" spc="-45" dirty="0">
                <a:solidFill>
                  <a:srgbClr val="E7E7E7"/>
                </a:solidFill>
                <a:latin typeface="Roboto Bk"/>
                <a:cs typeface="Roboto Bk"/>
              </a:rPr>
              <a:t>tool-</a:t>
            </a:r>
            <a:r>
              <a:rPr sz="2100" b="1" spc="-20" dirty="0">
                <a:solidFill>
                  <a:srgbClr val="E7E7E7"/>
                </a:solidFill>
                <a:latin typeface="Roboto Bk"/>
                <a:cs typeface="Roboto Bk"/>
              </a:rPr>
              <a:t>based</a:t>
            </a:r>
            <a:r>
              <a:rPr sz="2100" b="1" spc="-1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35" dirty="0">
                <a:solidFill>
                  <a:srgbClr val="E7E7E7"/>
                </a:solidFill>
                <a:latin typeface="Roboto Bk"/>
                <a:cs typeface="Roboto Bk"/>
              </a:rPr>
              <a:t>validation,</a:t>
            </a:r>
            <a:r>
              <a:rPr sz="2100" b="1" spc="-1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dirty="0">
                <a:solidFill>
                  <a:srgbClr val="E7E7E7"/>
                </a:solidFill>
                <a:latin typeface="Roboto Bk"/>
                <a:cs typeface="Roboto Bk"/>
              </a:rPr>
              <a:t>and</a:t>
            </a:r>
            <a:r>
              <a:rPr sz="2100" b="1" spc="-1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85" dirty="0">
                <a:solidFill>
                  <a:srgbClr val="E7E7E7"/>
                </a:solidFill>
                <a:latin typeface="Roboto Bk"/>
                <a:cs typeface="Roboto Bk"/>
              </a:rPr>
              <a:t>end-</a:t>
            </a:r>
            <a:r>
              <a:rPr sz="2100" b="1" spc="-75" dirty="0">
                <a:solidFill>
                  <a:srgbClr val="E7E7E7"/>
                </a:solidFill>
                <a:latin typeface="Roboto Bk"/>
                <a:cs typeface="Roboto Bk"/>
              </a:rPr>
              <a:t>to-</a:t>
            </a:r>
            <a:r>
              <a:rPr sz="2100" b="1" spc="-30" dirty="0">
                <a:solidFill>
                  <a:srgbClr val="E7E7E7"/>
                </a:solidFill>
                <a:latin typeface="Roboto Bk"/>
                <a:cs typeface="Roboto Bk"/>
              </a:rPr>
              <a:t>end </a:t>
            </a:r>
            <a:r>
              <a:rPr sz="2100" b="1" spc="-50" dirty="0">
                <a:solidFill>
                  <a:srgbClr val="E7E7E7"/>
                </a:solidFill>
                <a:latin typeface="Roboto Bk"/>
                <a:cs typeface="Roboto Bk"/>
              </a:rPr>
              <a:t>requirement-</a:t>
            </a:r>
            <a:r>
              <a:rPr sz="2100" b="1" spc="-55" dirty="0">
                <a:solidFill>
                  <a:srgbClr val="E7E7E7"/>
                </a:solidFill>
                <a:latin typeface="Roboto Bk"/>
                <a:cs typeface="Roboto Bk"/>
              </a:rPr>
              <a:t>to-</a:t>
            </a:r>
            <a:r>
              <a:rPr sz="2100" b="1" spc="-20" dirty="0">
                <a:solidFill>
                  <a:srgbClr val="E7E7E7"/>
                </a:solidFill>
                <a:latin typeface="Roboto Bk"/>
                <a:cs typeface="Roboto Bk"/>
              </a:rPr>
              <a:t>code</a:t>
            </a:r>
            <a:r>
              <a:rPr sz="2100" b="1" spc="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100" b="1" spc="-10" dirty="0">
                <a:solidFill>
                  <a:srgbClr val="E7E7E7"/>
                </a:solidFill>
                <a:latin typeface="Roboto Bk"/>
                <a:cs typeface="Roboto Bk"/>
              </a:rPr>
              <a:t>traceability.</a:t>
            </a:r>
            <a:endParaRPr sz="2100">
              <a:latin typeface="Roboto Bk"/>
              <a:cs typeface="Roboto Bk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91966" y="7237459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91966" y="8151859"/>
            <a:ext cx="95250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91966" y="9066259"/>
            <a:ext cx="95250" cy="952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140162" y="6971393"/>
            <a:ext cx="461073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Missing</a:t>
            </a:r>
            <a:r>
              <a:rPr sz="2400" b="1" spc="-10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domain</a:t>
            </a:r>
            <a:r>
              <a:rPr sz="2400" b="1" spc="-10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workflows</a:t>
            </a:r>
            <a:r>
              <a:rPr sz="2400" b="1" spc="-10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1100" spc="1460" dirty="0">
                <a:solidFill>
                  <a:srgbClr val="E7E7E7"/>
                </a:solidFill>
                <a:latin typeface="Lucida Sans Unicode"/>
                <a:cs typeface="Lucida Sans Unicode"/>
              </a:rPr>
              <a:t>→ </a:t>
            </a:r>
            <a:r>
              <a:rPr sz="2400" b="1" spc="-25" dirty="0">
                <a:solidFill>
                  <a:srgbClr val="E7E7E7"/>
                </a:solidFill>
                <a:latin typeface="Roboto Bk"/>
                <a:cs typeface="Roboto Bk"/>
              </a:rPr>
              <a:t>misunderstandings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60" dirty="0">
                <a:solidFill>
                  <a:srgbClr val="E7E7E7"/>
                </a:solidFill>
                <a:latin typeface="Roboto Bk"/>
                <a:cs typeface="Roboto Bk"/>
              </a:rPr>
              <a:t>+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rework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Fragmented</a:t>
            </a:r>
            <a:r>
              <a:rPr sz="2400" b="1" spc="-8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artifacts</a:t>
            </a:r>
            <a:r>
              <a:rPr sz="2400" b="1" spc="-7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across</a:t>
            </a:r>
            <a:r>
              <a:rPr sz="2400" b="1" spc="-7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tools</a:t>
            </a:r>
            <a:endParaRPr sz="2400">
              <a:latin typeface="Roboto Bk"/>
              <a:cs typeface="Roboto Bk"/>
            </a:endParaRPr>
          </a:p>
          <a:p>
            <a:pPr marL="12700" marR="54610">
              <a:lnSpc>
                <a:spcPct val="125000"/>
              </a:lnSpc>
            </a:pPr>
            <a:r>
              <a:rPr sz="1100" spc="275" dirty="0">
                <a:solidFill>
                  <a:srgbClr val="E7E7E7"/>
                </a:solidFill>
                <a:latin typeface="Lucida Sans Unicode"/>
                <a:cs typeface="Lucida Sans Unicode"/>
              </a:rPr>
              <a:t>→</a:t>
            </a:r>
            <a:r>
              <a:rPr sz="2400" b="1" spc="275" dirty="0">
                <a:solidFill>
                  <a:srgbClr val="E7E7E7"/>
                </a:solidFill>
                <a:latin typeface="Roboto Bk"/>
                <a:cs typeface="Roboto Bk"/>
              </a:rPr>
              <a:t>slow</a:t>
            </a:r>
            <a:r>
              <a:rPr sz="2400" b="1" spc="-35" dirty="0">
                <a:solidFill>
                  <a:srgbClr val="E7E7E7"/>
                </a:solidFill>
                <a:latin typeface="Roboto Bk"/>
                <a:cs typeface="Roboto Bk"/>
              </a:rPr>
              <a:t> reviews,</a:t>
            </a:r>
            <a:r>
              <a:rPr sz="2400" b="1" spc="-3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inconsistencies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Weak</a:t>
            </a:r>
            <a:r>
              <a:rPr sz="2400" b="1" spc="-4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35" dirty="0">
                <a:solidFill>
                  <a:srgbClr val="E7E7E7"/>
                </a:solidFill>
                <a:latin typeface="Roboto Bk"/>
                <a:cs typeface="Roboto Bk"/>
              </a:rPr>
              <a:t>approval/traceability </a:t>
            </a:r>
            <a:r>
              <a:rPr sz="1100" spc="1510" dirty="0">
                <a:solidFill>
                  <a:srgbClr val="E7E7E7"/>
                </a:solidFill>
                <a:latin typeface="Lucida Sans Unicode"/>
                <a:cs typeface="Lucida Sans Unicode"/>
              </a:rPr>
              <a:t>→</a:t>
            </a:r>
            <a:r>
              <a:rPr sz="1100" spc="80" dirty="0">
                <a:solidFill>
                  <a:srgbClr val="E7E7E7"/>
                </a:solidFill>
                <a:latin typeface="Lucida Sans Unicode"/>
                <a:cs typeface="Lucida Sans Unicode"/>
              </a:rPr>
              <a:t> </a:t>
            </a:r>
            <a:r>
              <a:rPr sz="2400" b="1" spc="-25" dirty="0">
                <a:solidFill>
                  <a:srgbClr val="E7E7E7"/>
                </a:solidFill>
                <a:latin typeface="Roboto Bk"/>
                <a:cs typeface="Roboto Bk"/>
              </a:rPr>
              <a:t>low </a:t>
            </a:r>
            <a:r>
              <a:rPr sz="2400" b="1" spc="-20" dirty="0">
                <a:solidFill>
                  <a:srgbClr val="E7E7E7"/>
                </a:solidFill>
                <a:latin typeface="Roboto Bk"/>
                <a:cs typeface="Roboto Bk"/>
              </a:rPr>
              <a:t>trust</a:t>
            </a:r>
            <a:r>
              <a:rPr sz="2400" b="1" spc="-10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in</a:t>
            </a:r>
            <a:r>
              <a:rPr sz="2400" b="1" spc="-10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60" dirty="0">
                <a:solidFill>
                  <a:srgbClr val="E7E7E7"/>
                </a:solidFill>
                <a:latin typeface="Roboto Bk"/>
                <a:cs typeface="Roboto Bk"/>
              </a:rPr>
              <a:t>AI-</a:t>
            </a:r>
            <a:r>
              <a:rPr sz="2400" b="1" spc="-35" dirty="0">
                <a:solidFill>
                  <a:srgbClr val="E7E7E7"/>
                </a:solidFill>
                <a:latin typeface="Roboto Bk"/>
                <a:cs typeface="Roboto Bk"/>
              </a:rPr>
              <a:t>generated</a:t>
            </a:r>
            <a:r>
              <a:rPr sz="2400" b="1" spc="-10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20" dirty="0">
                <a:solidFill>
                  <a:srgbClr val="E7E7E7"/>
                </a:solidFill>
                <a:latin typeface="Roboto Bk"/>
                <a:cs typeface="Roboto Bk"/>
              </a:rPr>
              <a:t>code</a:t>
            </a:r>
            <a:endParaRPr sz="2400">
              <a:latin typeface="Roboto Bk"/>
              <a:cs typeface="Roboto B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43145" y="6366891"/>
            <a:ext cx="3715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BB4FD"/>
                </a:solidFill>
                <a:latin typeface="Roboto"/>
                <a:cs typeface="Roboto"/>
              </a:rPr>
              <a:t>MEASURABLE</a:t>
            </a:r>
            <a:r>
              <a:rPr sz="2400" b="1" spc="-60" dirty="0">
                <a:solidFill>
                  <a:srgbClr val="FBB4FD"/>
                </a:solidFill>
                <a:latin typeface="Roboto"/>
                <a:cs typeface="Roboto"/>
              </a:rPr>
              <a:t> </a:t>
            </a:r>
            <a:r>
              <a:rPr sz="2400" b="1" dirty="0">
                <a:solidFill>
                  <a:srgbClr val="FBB4FD"/>
                </a:solidFill>
                <a:latin typeface="Roboto"/>
                <a:cs typeface="Roboto"/>
              </a:rPr>
              <a:t>PAIN</a:t>
            </a:r>
            <a:r>
              <a:rPr sz="2400" b="1" spc="-60" dirty="0">
                <a:solidFill>
                  <a:srgbClr val="FBB4FD"/>
                </a:solidFill>
                <a:latin typeface="Roboto"/>
                <a:cs typeface="Roboto"/>
              </a:rPr>
              <a:t> </a:t>
            </a:r>
            <a:r>
              <a:rPr sz="2400" b="1" spc="-10" dirty="0">
                <a:solidFill>
                  <a:srgbClr val="FBB4FD"/>
                </a:solidFill>
                <a:latin typeface="Roboto"/>
                <a:cs typeface="Roboto"/>
              </a:rPr>
              <a:t>POINT</a:t>
            </a:r>
            <a:endParaRPr sz="2400">
              <a:latin typeface="Roboto"/>
              <a:cs typeface="Roboto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99929" y="7008859"/>
            <a:ext cx="95250" cy="952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99929" y="7923259"/>
            <a:ext cx="95250" cy="952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99929" y="8380459"/>
            <a:ext cx="95250" cy="9524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99929" y="8837659"/>
            <a:ext cx="95250" cy="952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99929" y="9294859"/>
            <a:ext cx="95250" cy="9524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2906930" y="6265309"/>
            <a:ext cx="4011929" cy="37033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-10" dirty="0">
                <a:solidFill>
                  <a:srgbClr val="FBB4FD"/>
                </a:solidFill>
                <a:latin typeface="Roboto"/>
                <a:cs typeface="Roboto"/>
              </a:rPr>
              <a:t>STAKEHOLDERS</a:t>
            </a:r>
            <a:endParaRPr sz="2400">
              <a:latin typeface="Roboto"/>
              <a:cs typeface="Roboto"/>
            </a:endParaRPr>
          </a:p>
          <a:p>
            <a:pPr marL="53340" marR="132080">
              <a:lnSpc>
                <a:spcPct val="125000"/>
              </a:lnSpc>
              <a:spcBef>
                <a:spcPts val="80"/>
              </a:spcBef>
            </a:pP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Business</a:t>
            </a:r>
            <a:r>
              <a:rPr sz="2400" b="1" spc="-6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Analysts</a:t>
            </a:r>
            <a:r>
              <a:rPr sz="2400" b="1" spc="-6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/</a:t>
            </a:r>
            <a:r>
              <a:rPr sz="2400" b="1" spc="-6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25" dirty="0">
                <a:solidFill>
                  <a:srgbClr val="E7E7E7"/>
                </a:solidFill>
                <a:latin typeface="Roboto Bk"/>
                <a:cs typeface="Roboto Bk"/>
              </a:rPr>
              <a:t>Product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Owners</a:t>
            </a:r>
            <a:endParaRPr sz="2400">
              <a:latin typeface="Roboto Bk"/>
              <a:cs typeface="Roboto Bk"/>
            </a:endParaRPr>
          </a:p>
          <a:p>
            <a:pPr marL="53340" marR="5080">
              <a:lnSpc>
                <a:spcPct val="125000"/>
              </a:lnSpc>
            </a:pP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Architects</a:t>
            </a:r>
            <a:r>
              <a:rPr sz="2400" b="1" spc="-12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&amp;</a:t>
            </a:r>
            <a:r>
              <a:rPr sz="2400" b="1" spc="-10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55" dirty="0">
                <a:solidFill>
                  <a:srgbClr val="E7E7E7"/>
                </a:solidFill>
                <a:latin typeface="Roboto Bk"/>
                <a:cs typeface="Roboto Bk"/>
              </a:rPr>
              <a:t>UI/UX</a:t>
            </a:r>
            <a:r>
              <a:rPr sz="2400" b="1" spc="-9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Designers Developers</a:t>
            </a:r>
            <a:r>
              <a:rPr sz="2400" b="1" spc="-8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&amp;</a:t>
            </a:r>
            <a:r>
              <a:rPr sz="2400" b="1" spc="-8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QA</a:t>
            </a:r>
            <a:r>
              <a:rPr sz="2400" b="1" spc="-8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Engineers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DevOps</a:t>
            </a:r>
            <a:r>
              <a:rPr sz="2400" b="1" spc="-12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&amp;</a:t>
            </a:r>
            <a:r>
              <a:rPr sz="2400" b="1" spc="-9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40" dirty="0">
                <a:solidFill>
                  <a:srgbClr val="E7E7E7"/>
                </a:solidFill>
                <a:latin typeface="Roboto Bk"/>
                <a:cs typeface="Roboto Bk"/>
              </a:rPr>
              <a:t>Security</a:t>
            </a:r>
            <a:r>
              <a:rPr sz="2400" b="1" spc="-110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Teams </a:t>
            </a:r>
            <a:r>
              <a:rPr sz="2400" b="1" dirty="0">
                <a:solidFill>
                  <a:srgbClr val="E7E7E7"/>
                </a:solidFill>
                <a:latin typeface="Roboto Bk"/>
                <a:cs typeface="Roboto Bk"/>
              </a:rPr>
              <a:t>Software</a:t>
            </a:r>
            <a:r>
              <a:rPr sz="2400" b="1" spc="-7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20" dirty="0">
                <a:solidFill>
                  <a:srgbClr val="E7E7E7"/>
                </a:solidFill>
                <a:latin typeface="Roboto Bk"/>
                <a:cs typeface="Roboto Bk"/>
              </a:rPr>
              <a:t>organizations</a:t>
            </a:r>
            <a:r>
              <a:rPr sz="2400" b="1" spc="-75" dirty="0">
                <a:solidFill>
                  <a:srgbClr val="E7E7E7"/>
                </a:solidFill>
                <a:latin typeface="Roboto Bk"/>
                <a:cs typeface="Roboto Bk"/>
              </a:rPr>
              <a:t> </a:t>
            </a:r>
            <a:r>
              <a:rPr sz="2400" b="1" spc="-60" dirty="0">
                <a:solidFill>
                  <a:srgbClr val="E7E7E7"/>
                </a:solidFill>
                <a:latin typeface="Roboto Bk"/>
                <a:cs typeface="Roboto Bk"/>
              </a:rPr>
              <a:t>/ </a:t>
            </a:r>
            <a:r>
              <a:rPr sz="2400" b="1" spc="-10" dirty="0">
                <a:solidFill>
                  <a:srgbClr val="E7E7E7"/>
                </a:solidFill>
                <a:latin typeface="Roboto Bk"/>
                <a:cs typeface="Roboto Bk"/>
              </a:rPr>
              <a:t>startups</a:t>
            </a:r>
            <a:endParaRPr sz="24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75675" y="0"/>
            <a:ext cx="7012940" cy="7551420"/>
            <a:chOff x="11275675" y="0"/>
            <a:chExt cx="7012940" cy="7551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75675" y="995491"/>
              <a:ext cx="6555431" cy="65554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30696" y="0"/>
              <a:ext cx="6457303" cy="5093769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20859" y="226408"/>
            <a:ext cx="1105535" cy="1056640"/>
          </a:xfrm>
          <a:custGeom>
            <a:avLst/>
            <a:gdLst/>
            <a:ahLst/>
            <a:cxnLst/>
            <a:rect l="l" t="t" r="r" b="b"/>
            <a:pathLst>
              <a:path w="1105535" h="1056640">
                <a:moveTo>
                  <a:pt x="528624" y="1056640"/>
                </a:moveTo>
                <a:lnTo>
                  <a:pt x="475534" y="1054100"/>
                </a:lnTo>
                <a:lnTo>
                  <a:pt x="423422" y="1046480"/>
                </a:lnTo>
                <a:lnTo>
                  <a:pt x="372469" y="1033780"/>
                </a:lnTo>
                <a:lnTo>
                  <a:pt x="322856" y="1014730"/>
                </a:lnTo>
                <a:lnTo>
                  <a:pt x="276870" y="993140"/>
                </a:lnTo>
                <a:lnTo>
                  <a:pt x="233439" y="966470"/>
                </a:lnTo>
                <a:lnTo>
                  <a:pt x="192709" y="935990"/>
                </a:lnTo>
                <a:lnTo>
                  <a:pt x="154828" y="901700"/>
                </a:lnTo>
                <a:lnTo>
                  <a:pt x="120392" y="863600"/>
                </a:lnTo>
                <a:lnTo>
                  <a:pt x="89967" y="822960"/>
                </a:lnTo>
                <a:lnTo>
                  <a:pt x="63652" y="779780"/>
                </a:lnTo>
                <a:lnTo>
                  <a:pt x="41547" y="734060"/>
                </a:lnTo>
                <a:lnTo>
                  <a:pt x="23424" y="684530"/>
                </a:lnTo>
                <a:lnTo>
                  <a:pt x="10434" y="633730"/>
                </a:lnTo>
                <a:lnTo>
                  <a:pt x="2614" y="581660"/>
                </a:lnTo>
                <a:lnTo>
                  <a:pt x="0" y="528320"/>
                </a:lnTo>
                <a:lnTo>
                  <a:pt x="2365" y="480060"/>
                </a:lnTo>
                <a:lnTo>
                  <a:pt x="2490" y="477520"/>
                </a:lnTo>
                <a:lnTo>
                  <a:pt x="10434" y="422910"/>
                </a:lnTo>
                <a:lnTo>
                  <a:pt x="23424" y="372110"/>
                </a:lnTo>
                <a:lnTo>
                  <a:pt x="41547" y="322580"/>
                </a:lnTo>
                <a:lnTo>
                  <a:pt x="63652" y="276860"/>
                </a:lnTo>
                <a:lnTo>
                  <a:pt x="89967" y="232410"/>
                </a:lnTo>
                <a:lnTo>
                  <a:pt x="120392" y="191770"/>
                </a:lnTo>
                <a:lnTo>
                  <a:pt x="154828" y="153670"/>
                </a:lnTo>
                <a:lnTo>
                  <a:pt x="192709" y="119380"/>
                </a:lnTo>
                <a:lnTo>
                  <a:pt x="233439" y="88900"/>
                </a:lnTo>
                <a:lnTo>
                  <a:pt x="276870" y="63500"/>
                </a:lnTo>
                <a:lnTo>
                  <a:pt x="322856" y="40640"/>
                </a:lnTo>
                <a:lnTo>
                  <a:pt x="372469" y="22860"/>
                </a:lnTo>
                <a:lnTo>
                  <a:pt x="423422" y="10160"/>
                </a:lnTo>
                <a:lnTo>
                  <a:pt x="475534" y="2540"/>
                </a:lnTo>
                <a:lnTo>
                  <a:pt x="528624" y="0"/>
                </a:lnTo>
                <a:lnTo>
                  <a:pt x="575202" y="1270"/>
                </a:lnTo>
                <a:lnTo>
                  <a:pt x="621127" y="7620"/>
                </a:lnTo>
                <a:lnTo>
                  <a:pt x="666239" y="17780"/>
                </a:lnTo>
                <a:lnTo>
                  <a:pt x="690316" y="25400"/>
                </a:lnTo>
                <a:lnTo>
                  <a:pt x="528624" y="25400"/>
                </a:lnTo>
                <a:lnTo>
                  <a:pt x="480248" y="26670"/>
                </a:lnTo>
                <a:lnTo>
                  <a:pt x="433158" y="34290"/>
                </a:lnTo>
                <a:lnTo>
                  <a:pt x="387567" y="45720"/>
                </a:lnTo>
                <a:lnTo>
                  <a:pt x="343687" y="59690"/>
                </a:lnTo>
                <a:lnTo>
                  <a:pt x="301730" y="78740"/>
                </a:lnTo>
                <a:lnTo>
                  <a:pt x="261908" y="101600"/>
                </a:lnTo>
                <a:lnTo>
                  <a:pt x="224435" y="127000"/>
                </a:lnTo>
                <a:lnTo>
                  <a:pt x="189522" y="156210"/>
                </a:lnTo>
                <a:lnTo>
                  <a:pt x="157383" y="189230"/>
                </a:lnTo>
                <a:lnTo>
                  <a:pt x="128229" y="223520"/>
                </a:lnTo>
                <a:lnTo>
                  <a:pt x="102273" y="261620"/>
                </a:lnTo>
                <a:lnTo>
                  <a:pt x="79727" y="300990"/>
                </a:lnTo>
                <a:lnTo>
                  <a:pt x="60804" y="342900"/>
                </a:lnTo>
                <a:lnTo>
                  <a:pt x="45717" y="387350"/>
                </a:lnTo>
                <a:lnTo>
                  <a:pt x="34677" y="433070"/>
                </a:lnTo>
                <a:lnTo>
                  <a:pt x="27897" y="480060"/>
                </a:lnTo>
                <a:lnTo>
                  <a:pt x="25711" y="525780"/>
                </a:lnTo>
                <a:lnTo>
                  <a:pt x="25590" y="528320"/>
                </a:lnTo>
                <a:lnTo>
                  <a:pt x="27897" y="576580"/>
                </a:lnTo>
                <a:lnTo>
                  <a:pt x="34676" y="623570"/>
                </a:lnTo>
                <a:lnTo>
                  <a:pt x="45716" y="669290"/>
                </a:lnTo>
                <a:lnTo>
                  <a:pt x="60804" y="712470"/>
                </a:lnTo>
                <a:lnTo>
                  <a:pt x="79726" y="754380"/>
                </a:lnTo>
                <a:lnTo>
                  <a:pt x="102272" y="795020"/>
                </a:lnTo>
                <a:lnTo>
                  <a:pt x="128227" y="831850"/>
                </a:lnTo>
                <a:lnTo>
                  <a:pt x="157381" y="867410"/>
                </a:lnTo>
                <a:lnTo>
                  <a:pt x="189520" y="899160"/>
                </a:lnTo>
                <a:lnTo>
                  <a:pt x="224433" y="928370"/>
                </a:lnTo>
                <a:lnTo>
                  <a:pt x="261906" y="953770"/>
                </a:lnTo>
                <a:lnTo>
                  <a:pt x="301728" y="976630"/>
                </a:lnTo>
                <a:lnTo>
                  <a:pt x="343685" y="995680"/>
                </a:lnTo>
                <a:lnTo>
                  <a:pt x="387565" y="1010920"/>
                </a:lnTo>
                <a:lnTo>
                  <a:pt x="433157" y="1022350"/>
                </a:lnTo>
                <a:lnTo>
                  <a:pt x="480247" y="1028700"/>
                </a:lnTo>
                <a:lnTo>
                  <a:pt x="528624" y="1031240"/>
                </a:lnTo>
                <a:lnTo>
                  <a:pt x="689751" y="1031240"/>
                </a:lnTo>
                <a:lnTo>
                  <a:pt x="662397" y="1040130"/>
                </a:lnTo>
                <a:lnTo>
                  <a:pt x="618506" y="1049020"/>
                </a:lnTo>
                <a:lnTo>
                  <a:pt x="573863" y="1054100"/>
                </a:lnTo>
                <a:lnTo>
                  <a:pt x="528624" y="1056640"/>
                </a:lnTo>
                <a:close/>
              </a:path>
              <a:path w="1105535" h="1056640">
                <a:moveTo>
                  <a:pt x="997073" y="157480"/>
                </a:moveTo>
                <a:lnTo>
                  <a:pt x="989207" y="157480"/>
                </a:lnTo>
                <a:lnTo>
                  <a:pt x="982202" y="153670"/>
                </a:lnTo>
                <a:lnTo>
                  <a:pt x="976373" y="148590"/>
                </a:lnTo>
                <a:lnTo>
                  <a:pt x="972033" y="142240"/>
                </a:lnTo>
                <a:lnTo>
                  <a:pt x="850888" y="142240"/>
                </a:lnTo>
                <a:lnTo>
                  <a:pt x="808725" y="110490"/>
                </a:lnTo>
                <a:lnTo>
                  <a:pt x="766300" y="85090"/>
                </a:lnTo>
                <a:lnTo>
                  <a:pt x="721685" y="63500"/>
                </a:lnTo>
                <a:lnTo>
                  <a:pt x="675244" y="46990"/>
                </a:lnTo>
                <a:lnTo>
                  <a:pt x="627343" y="34290"/>
                </a:lnTo>
                <a:lnTo>
                  <a:pt x="578348" y="27940"/>
                </a:lnTo>
                <a:lnTo>
                  <a:pt x="528624" y="25400"/>
                </a:lnTo>
                <a:lnTo>
                  <a:pt x="690316" y="25400"/>
                </a:lnTo>
                <a:lnTo>
                  <a:pt x="750662" y="48260"/>
                </a:lnTo>
                <a:lnTo>
                  <a:pt x="789326" y="68580"/>
                </a:lnTo>
                <a:lnTo>
                  <a:pt x="826246" y="91440"/>
                </a:lnTo>
                <a:lnTo>
                  <a:pt x="861298" y="116840"/>
                </a:lnTo>
                <a:lnTo>
                  <a:pt x="1021270" y="116840"/>
                </a:lnTo>
                <a:lnTo>
                  <a:pt x="1022993" y="119380"/>
                </a:lnTo>
                <a:lnTo>
                  <a:pt x="1025203" y="129540"/>
                </a:lnTo>
                <a:lnTo>
                  <a:pt x="1022993" y="140970"/>
                </a:lnTo>
                <a:lnTo>
                  <a:pt x="1016964" y="149860"/>
                </a:lnTo>
                <a:lnTo>
                  <a:pt x="1008023" y="156210"/>
                </a:lnTo>
                <a:lnTo>
                  <a:pt x="997073" y="157480"/>
                </a:lnTo>
                <a:close/>
              </a:path>
              <a:path w="1105535" h="1056640">
                <a:moveTo>
                  <a:pt x="1021270" y="116840"/>
                </a:moveTo>
                <a:lnTo>
                  <a:pt x="972033" y="116840"/>
                </a:lnTo>
                <a:lnTo>
                  <a:pt x="976373" y="110490"/>
                </a:lnTo>
                <a:lnTo>
                  <a:pt x="982202" y="106680"/>
                </a:lnTo>
                <a:lnTo>
                  <a:pt x="989207" y="102870"/>
                </a:lnTo>
                <a:lnTo>
                  <a:pt x="997073" y="101600"/>
                </a:lnTo>
                <a:lnTo>
                  <a:pt x="1008023" y="104140"/>
                </a:lnTo>
                <a:lnTo>
                  <a:pt x="1016964" y="110490"/>
                </a:lnTo>
                <a:lnTo>
                  <a:pt x="1021270" y="116840"/>
                </a:lnTo>
                <a:close/>
              </a:path>
              <a:path w="1105535" h="1056640">
                <a:moveTo>
                  <a:pt x="443473" y="231140"/>
                </a:moveTo>
                <a:lnTo>
                  <a:pt x="386885" y="231140"/>
                </a:lnTo>
                <a:lnTo>
                  <a:pt x="395325" y="227330"/>
                </a:lnTo>
                <a:lnTo>
                  <a:pt x="402874" y="223520"/>
                </a:lnTo>
                <a:lnTo>
                  <a:pt x="410508" y="220980"/>
                </a:lnTo>
                <a:lnTo>
                  <a:pt x="419225" y="217170"/>
                </a:lnTo>
                <a:lnTo>
                  <a:pt x="419952" y="217170"/>
                </a:lnTo>
                <a:lnTo>
                  <a:pt x="432800" y="161290"/>
                </a:lnTo>
                <a:lnTo>
                  <a:pt x="455813" y="125730"/>
                </a:lnTo>
                <a:lnTo>
                  <a:pt x="485497" y="111760"/>
                </a:lnTo>
                <a:lnTo>
                  <a:pt x="570522" y="111760"/>
                </a:lnTo>
                <a:lnTo>
                  <a:pt x="608182" y="133350"/>
                </a:lnTo>
                <a:lnTo>
                  <a:pt x="612574" y="138430"/>
                </a:lnTo>
                <a:lnTo>
                  <a:pt x="487983" y="138430"/>
                </a:lnTo>
                <a:lnTo>
                  <a:pt x="479692" y="142240"/>
                </a:lnTo>
                <a:lnTo>
                  <a:pt x="466473" y="152400"/>
                </a:lnTo>
                <a:lnTo>
                  <a:pt x="461772" y="160020"/>
                </a:lnTo>
                <a:lnTo>
                  <a:pt x="447245" y="222250"/>
                </a:lnTo>
                <a:lnTo>
                  <a:pt x="444556" y="229870"/>
                </a:lnTo>
                <a:lnTo>
                  <a:pt x="443473" y="231140"/>
                </a:lnTo>
                <a:close/>
              </a:path>
              <a:path w="1105535" h="1056640">
                <a:moveTo>
                  <a:pt x="1076477" y="259080"/>
                </a:moveTo>
                <a:lnTo>
                  <a:pt x="1068695" y="259080"/>
                </a:lnTo>
                <a:lnTo>
                  <a:pt x="1061728" y="255270"/>
                </a:lnTo>
                <a:lnTo>
                  <a:pt x="1055866" y="251460"/>
                </a:lnTo>
                <a:lnTo>
                  <a:pt x="1051400" y="245110"/>
                </a:lnTo>
                <a:lnTo>
                  <a:pt x="629657" y="245110"/>
                </a:lnTo>
                <a:lnTo>
                  <a:pt x="628098" y="243840"/>
                </a:lnTo>
                <a:lnTo>
                  <a:pt x="621298" y="240030"/>
                </a:lnTo>
                <a:lnTo>
                  <a:pt x="615665" y="234950"/>
                </a:lnTo>
                <a:lnTo>
                  <a:pt x="611416" y="228600"/>
                </a:lnTo>
                <a:lnTo>
                  <a:pt x="608768" y="222250"/>
                </a:lnTo>
                <a:lnTo>
                  <a:pt x="594244" y="160020"/>
                </a:lnTo>
                <a:lnTo>
                  <a:pt x="589544" y="152400"/>
                </a:lnTo>
                <a:lnTo>
                  <a:pt x="576325" y="142240"/>
                </a:lnTo>
                <a:lnTo>
                  <a:pt x="568034" y="138430"/>
                </a:lnTo>
                <a:lnTo>
                  <a:pt x="612574" y="138430"/>
                </a:lnTo>
                <a:lnTo>
                  <a:pt x="635949" y="215900"/>
                </a:lnTo>
                <a:lnTo>
                  <a:pt x="636208" y="217170"/>
                </a:lnTo>
                <a:lnTo>
                  <a:pt x="1101143" y="217170"/>
                </a:lnTo>
                <a:lnTo>
                  <a:pt x="1102899" y="219710"/>
                </a:lnTo>
                <a:lnTo>
                  <a:pt x="1105153" y="231140"/>
                </a:lnTo>
                <a:lnTo>
                  <a:pt x="1102899" y="242570"/>
                </a:lnTo>
                <a:lnTo>
                  <a:pt x="1096754" y="251460"/>
                </a:lnTo>
                <a:lnTo>
                  <a:pt x="1087639" y="257810"/>
                </a:lnTo>
                <a:lnTo>
                  <a:pt x="1076477" y="259080"/>
                </a:lnTo>
                <a:close/>
              </a:path>
              <a:path w="1105535" h="1056640">
                <a:moveTo>
                  <a:pt x="295816" y="861060"/>
                </a:moveTo>
                <a:lnTo>
                  <a:pt x="287494" y="861060"/>
                </a:lnTo>
                <a:lnTo>
                  <a:pt x="279335" y="859790"/>
                </a:lnTo>
                <a:lnTo>
                  <a:pt x="211403" y="800100"/>
                </a:lnTo>
                <a:lnTo>
                  <a:pt x="196985" y="763270"/>
                </a:lnTo>
                <a:lnTo>
                  <a:pt x="196950" y="762000"/>
                </a:lnTo>
                <a:lnTo>
                  <a:pt x="198088" y="754380"/>
                </a:lnTo>
                <a:lnTo>
                  <a:pt x="200570" y="746760"/>
                </a:lnTo>
                <a:lnTo>
                  <a:pt x="204352" y="739140"/>
                </a:lnTo>
                <a:lnTo>
                  <a:pt x="238913" y="683260"/>
                </a:lnTo>
                <a:lnTo>
                  <a:pt x="239268" y="676910"/>
                </a:lnTo>
                <a:lnTo>
                  <a:pt x="239339" y="675640"/>
                </a:lnTo>
                <a:lnTo>
                  <a:pt x="236110" y="668020"/>
                </a:lnTo>
                <a:lnTo>
                  <a:pt x="232734" y="661670"/>
                </a:lnTo>
                <a:lnTo>
                  <a:pt x="229534" y="654050"/>
                </a:lnTo>
                <a:lnTo>
                  <a:pt x="226519" y="646430"/>
                </a:lnTo>
                <a:lnTo>
                  <a:pt x="223701" y="638810"/>
                </a:lnTo>
                <a:lnTo>
                  <a:pt x="221184" y="631190"/>
                </a:lnTo>
                <a:lnTo>
                  <a:pt x="215345" y="626110"/>
                </a:lnTo>
                <a:lnTo>
                  <a:pt x="151612" y="610870"/>
                </a:lnTo>
                <a:lnTo>
                  <a:pt x="119420" y="586740"/>
                </a:lnTo>
                <a:lnTo>
                  <a:pt x="113476" y="565150"/>
                </a:lnTo>
                <a:lnTo>
                  <a:pt x="113376" y="563880"/>
                </a:lnTo>
                <a:lnTo>
                  <a:pt x="113275" y="494030"/>
                </a:lnTo>
                <a:lnTo>
                  <a:pt x="127428" y="453390"/>
                </a:lnTo>
                <a:lnTo>
                  <a:pt x="163757" y="430530"/>
                </a:lnTo>
                <a:lnTo>
                  <a:pt x="218820" y="417830"/>
                </a:lnTo>
                <a:lnTo>
                  <a:pt x="219620" y="416560"/>
                </a:lnTo>
                <a:lnTo>
                  <a:pt x="219981" y="416560"/>
                </a:lnTo>
                <a:lnTo>
                  <a:pt x="222836" y="408940"/>
                </a:lnTo>
                <a:lnTo>
                  <a:pt x="225890" y="401320"/>
                </a:lnTo>
                <a:lnTo>
                  <a:pt x="229132" y="393700"/>
                </a:lnTo>
                <a:lnTo>
                  <a:pt x="233028" y="384810"/>
                </a:lnTo>
                <a:lnTo>
                  <a:pt x="232982" y="383540"/>
                </a:lnTo>
                <a:lnTo>
                  <a:pt x="203121" y="335280"/>
                </a:lnTo>
                <a:lnTo>
                  <a:pt x="198144" y="326390"/>
                </a:lnTo>
                <a:lnTo>
                  <a:pt x="194877" y="314960"/>
                </a:lnTo>
                <a:lnTo>
                  <a:pt x="193379" y="304800"/>
                </a:lnTo>
                <a:lnTo>
                  <a:pt x="193706" y="293370"/>
                </a:lnTo>
                <a:lnTo>
                  <a:pt x="212412" y="255270"/>
                </a:lnTo>
                <a:lnTo>
                  <a:pt x="257087" y="210820"/>
                </a:lnTo>
                <a:lnTo>
                  <a:pt x="295803" y="191770"/>
                </a:lnTo>
                <a:lnTo>
                  <a:pt x="306760" y="191770"/>
                </a:lnTo>
                <a:lnTo>
                  <a:pt x="317578" y="193040"/>
                </a:lnTo>
                <a:lnTo>
                  <a:pt x="327998" y="195580"/>
                </a:lnTo>
                <a:lnTo>
                  <a:pt x="337763" y="200660"/>
                </a:lnTo>
                <a:lnTo>
                  <a:pt x="365783" y="218440"/>
                </a:lnTo>
                <a:lnTo>
                  <a:pt x="307365" y="218440"/>
                </a:lnTo>
                <a:lnTo>
                  <a:pt x="290598" y="219710"/>
                </a:lnTo>
                <a:lnTo>
                  <a:pt x="282696" y="223520"/>
                </a:lnTo>
                <a:lnTo>
                  <a:pt x="226088" y="280670"/>
                </a:lnTo>
                <a:lnTo>
                  <a:pt x="222271" y="288290"/>
                </a:lnTo>
                <a:lnTo>
                  <a:pt x="220337" y="304800"/>
                </a:lnTo>
                <a:lnTo>
                  <a:pt x="222262" y="313690"/>
                </a:lnTo>
                <a:lnTo>
                  <a:pt x="256018" y="368300"/>
                </a:lnTo>
                <a:lnTo>
                  <a:pt x="259260" y="374650"/>
                </a:lnTo>
                <a:lnTo>
                  <a:pt x="260623" y="382270"/>
                </a:lnTo>
                <a:lnTo>
                  <a:pt x="260090" y="389890"/>
                </a:lnTo>
                <a:lnTo>
                  <a:pt x="257642" y="397510"/>
                </a:lnTo>
                <a:lnTo>
                  <a:pt x="254517" y="403860"/>
                </a:lnTo>
                <a:lnTo>
                  <a:pt x="251552" y="411480"/>
                </a:lnTo>
                <a:lnTo>
                  <a:pt x="248760" y="417830"/>
                </a:lnTo>
                <a:lnTo>
                  <a:pt x="246149" y="425450"/>
                </a:lnTo>
                <a:lnTo>
                  <a:pt x="242653" y="431800"/>
                </a:lnTo>
                <a:lnTo>
                  <a:pt x="237646" y="438150"/>
                </a:lnTo>
                <a:lnTo>
                  <a:pt x="231379" y="441960"/>
                </a:lnTo>
                <a:lnTo>
                  <a:pt x="224103" y="444500"/>
                </a:lnTo>
                <a:lnTo>
                  <a:pt x="161851" y="459740"/>
                </a:lnTo>
                <a:lnTo>
                  <a:pt x="154439" y="464820"/>
                </a:lnTo>
                <a:lnTo>
                  <a:pt x="143946" y="477520"/>
                </a:lnTo>
                <a:lnTo>
                  <a:pt x="141058" y="486410"/>
                </a:lnTo>
                <a:lnTo>
                  <a:pt x="141058" y="562610"/>
                </a:lnTo>
                <a:lnTo>
                  <a:pt x="214396" y="598170"/>
                </a:lnTo>
                <a:lnTo>
                  <a:pt x="226101" y="601980"/>
                </a:lnTo>
                <a:lnTo>
                  <a:pt x="236184" y="608330"/>
                </a:lnTo>
                <a:lnTo>
                  <a:pt x="244241" y="618490"/>
                </a:lnTo>
                <a:lnTo>
                  <a:pt x="249869" y="628650"/>
                </a:lnTo>
                <a:lnTo>
                  <a:pt x="252443" y="636270"/>
                </a:lnTo>
                <a:lnTo>
                  <a:pt x="255197" y="642620"/>
                </a:lnTo>
                <a:lnTo>
                  <a:pt x="258121" y="650240"/>
                </a:lnTo>
                <a:lnTo>
                  <a:pt x="261205" y="656590"/>
                </a:lnTo>
                <a:lnTo>
                  <a:pt x="265134" y="668020"/>
                </a:lnTo>
                <a:lnTo>
                  <a:pt x="265985" y="680720"/>
                </a:lnTo>
                <a:lnTo>
                  <a:pt x="263786" y="693420"/>
                </a:lnTo>
                <a:lnTo>
                  <a:pt x="258568" y="703580"/>
                </a:lnTo>
                <a:lnTo>
                  <a:pt x="227943" y="753110"/>
                </a:lnTo>
                <a:lnTo>
                  <a:pt x="225144" y="760730"/>
                </a:lnTo>
                <a:lnTo>
                  <a:pt x="277736" y="826770"/>
                </a:lnTo>
                <a:lnTo>
                  <a:pt x="290673" y="833120"/>
                </a:lnTo>
                <a:lnTo>
                  <a:pt x="352307" y="833120"/>
                </a:lnTo>
                <a:lnTo>
                  <a:pt x="319362" y="853440"/>
                </a:lnTo>
                <a:lnTo>
                  <a:pt x="311946" y="857250"/>
                </a:lnTo>
                <a:lnTo>
                  <a:pt x="304032" y="859790"/>
                </a:lnTo>
                <a:lnTo>
                  <a:pt x="295816" y="861060"/>
                </a:lnTo>
                <a:close/>
              </a:path>
              <a:path w="1105535" h="1056640">
                <a:moveTo>
                  <a:pt x="1101143" y="217170"/>
                </a:moveTo>
                <a:lnTo>
                  <a:pt x="1051400" y="217170"/>
                </a:lnTo>
                <a:lnTo>
                  <a:pt x="1055866" y="210820"/>
                </a:lnTo>
                <a:lnTo>
                  <a:pt x="1061728" y="205740"/>
                </a:lnTo>
                <a:lnTo>
                  <a:pt x="1068695" y="203200"/>
                </a:lnTo>
                <a:lnTo>
                  <a:pt x="1076477" y="201930"/>
                </a:lnTo>
                <a:lnTo>
                  <a:pt x="1087639" y="204470"/>
                </a:lnTo>
                <a:lnTo>
                  <a:pt x="1096754" y="210820"/>
                </a:lnTo>
                <a:lnTo>
                  <a:pt x="1101143" y="217170"/>
                </a:lnTo>
                <a:close/>
              </a:path>
              <a:path w="1105535" h="1056640">
                <a:moveTo>
                  <a:pt x="384792" y="259080"/>
                </a:moveTo>
                <a:lnTo>
                  <a:pt x="377288" y="256540"/>
                </a:lnTo>
                <a:lnTo>
                  <a:pt x="370238" y="254000"/>
                </a:lnTo>
                <a:lnTo>
                  <a:pt x="315929" y="219710"/>
                </a:lnTo>
                <a:lnTo>
                  <a:pt x="307365" y="218440"/>
                </a:lnTo>
                <a:lnTo>
                  <a:pt x="365783" y="218440"/>
                </a:lnTo>
                <a:lnTo>
                  <a:pt x="385797" y="231140"/>
                </a:lnTo>
                <a:lnTo>
                  <a:pt x="443473" y="231140"/>
                </a:lnTo>
                <a:lnTo>
                  <a:pt x="440224" y="234950"/>
                </a:lnTo>
                <a:lnTo>
                  <a:pt x="434471" y="240030"/>
                </a:lnTo>
                <a:lnTo>
                  <a:pt x="427526" y="243840"/>
                </a:lnTo>
                <a:lnTo>
                  <a:pt x="413515" y="248920"/>
                </a:lnTo>
                <a:lnTo>
                  <a:pt x="406611" y="252730"/>
                </a:lnTo>
                <a:lnTo>
                  <a:pt x="399807" y="255270"/>
                </a:lnTo>
                <a:lnTo>
                  <a:pt x="392411" y="257810"/>
                </a:lnTo>
                <a:lnTo>
                  <a:pt x="384792" y="259080"/>
                </a:lnTo>
                <a:close/>
              </a:path>
              <a:path w="1105535" h="1056640">
                <a:moveTo>
                  <a:pt x="528008" y="763270"/>
                </a:moveTo>
                <a:lnTo>
                  <a:pt x="482755" y="759460"/>
                </a:lnTo>
                <a:lnTo>
                  <a:pt x="439486" y="745490"/>
                </a:lnTo>
                <a:lnTo>
                  <a:pt x="401017" y="725170"/>
                </a:lnTo>
                <a:lnTo>
                  <a:pt x="367203" y="697230"/>
                </a:lnTo>
                <a:lnTo>
                  <a:pt x="339302" y="662940"/>
                </a:lnTo>
                <a:lnTo>
                  <a:pt x="318474" y="624840"/>
                </a:lnTo>
                <a:lnTo>
                  <a:pt x="305087" y="581660"/>
                </a:lnTo>
                <a:lnTo>
                  <a:pt x="300597" y="535940"/>
                </a:lnTo>
                <a:lnTo>
                  <a:pt x="301534" y="516890"/>
                </a:lnTo>
                <a:lnTo>
                  <a:pt x="301597" y="515620"/>
                </a:lnTo>
                <a:lnTo>
                  <a:pt x="310676" y="468630"/>
                </a:lnTo>
                <a:lnTo>
                  <a:pt x="327983" y="427990"/>
                </a:lnTo>
                <a:lnTo>
                  <a:pt x="352390" y="392430"/>
                </a:lnTo>
                <a:lnTo>
                  <a:pt x="383497" y="360680"/>
                </a:lnTo>
                <a:lnTo>
                  <a:pt x="419701" y="336550"/>
                </a:lnTo>
                <a:lnTo>
                  <a:pt x="460833" y="318770"/>
                </a:lnTo>
                <a:lnTo>
                  <a:pt x="505172" y="309880"/>
                </a:lnTo>
                <a:lnTo>
                  <a:pt x="528008" y="308610"/>
                </a:lnTo>
                <a:lnTo>
                  <a:pt x="551195" y="309880"/>
                </a:lnTo>
                <a:lnTo>
                  <a:pt x="573940" y="313690"/>
                </a:lnTo>
                <a:lnTo>
                  <a:pt x="596168" y="318770"/>
                </a:lnTo>
                <a:lnTo>
                  <a:pt x="617803" y="327660"/>
                </a:lnTo>
                <a:lnTo>
                  <a:pt x="636240" y="336550"/>
                </a:lnTo>
                <a:lnTo>
                  <a:pt x="528008" y="336550"/>
                </a:lnTo>
                <a:lnTo>
                  <a:pt x="482290" y="341630"/>
                </a:lnTo>
                <a:lnTo>
                  <a:pt x="440292" y="356870"/>
                </a:lnTo>
                <a:lnTo>
                  <a:pt x="403222" y="381000"/>
                </a:lnTo>
                <a:lnTo>
                  <a:pt x="372288" y="411480"/>
                </a:lnTo>
                <a:lnTo>
                  <a:pt x="348697" y="448310"/>
                </a:lnTo>
                <a:lnTo>
                  <a:pt x="333657" y="490220"/>
                </a:lnTo>
                <a:lnTo>
                  <a:pt x="328375" y="535940"/>
                </a:lnTo>
                <a:lnTo>
                  <a:pt x="333657" y="581660"/>
                </a:lnTo>
                <a:lnTo>
                  <a:pt x="348697" y="623570"/>
                </a:lnTo>
                <a:lnTo>
                  <a:pt x="372288" y="661670"/>
                </a:lnTo>
                <a:lnTo>
                  <a:pt x="403222" y="692150"/>
                </a:lnTo>
                <a:lnTo>
                  <a:pt x="440292" y="715010"/>
                </a:lnTo>
                <a:lnTo>
                  <a:pt x="482290" y="730250"/>
                </a:lnTo>
                <a:lnTo>
                  <a:pt x="528008" y="735330"/>
                </a:lnTo>
                <a:lnTo>
                  <a:pt x="638392" y="735330"/>
                </a:lnTo>
                <a:lnTo>
                  <a:pt x="636316" y="736600"/>
                </a:lnTo>
                <a:lnTo>
                  <a:pt x="616536" y="745490"/>
                </a:lnTo>
                <a:lnTo>
                  <a:pt x="595187" y="753110"/>
                </a:lnTo>
                <a:lnTo>
                  <a:pt x="573264" y="759460"/>
                </a:lnTo>
                <a:lnTo>
                  <a:pt x="550845" y="762000"/>
                </a:lnTo>
                <a:lnTo>
                  <a:pt x="528008" y="763270"/>
                </a:lnTo>
                <a:close/>
              </a:path>
              <a:path w="1105535" h="1056640">
                <a:moveTo>
                  <a:pt x="930458" y="415290"/>
                </a:moveTo>
                <a:lnTo>
                  <a:pt x="922670" y="414020"/>
                </a:lnTo>
                <a:lnTo>
                  <a:pt x="915699" y="410210"/>
                </a:lnTo>
                <a:lnTo>
                  <a:pt x="909836" y="406400"/>
                </a:lnTo>
                <a:lnTo>
                  <a:pt x="905372" y="400050"/>
                </a:lnTo>
                <a:lnTo>
                  <a:pt x="674999" y="400050"/>
                </a:lnTo>
                <a:lnTo>
                  <a:pt x="670913" y="397510"/>
                </a:lnTo>
                <a:lnTo>
                  <a:pt x="668392" y="394970"/>
                </a:lnTo>
                <a:lnTo>
                  <a:pt x="638047" y="369570"/>
                </a:lnTo>
                <a:lnTo>
                  <a:pt x="603988" y="351790"/>
                </a:lnTo>
                <a:lnTo>
                  <a:pt x="567035" y="340360"/>
                </a:lnTo>
                <a:lnTo>
                  <a:pt x="528008" y="336550"/>
                </a:lnTo>
                <a:lnTo>
                  <a:pt x="636240" y="336550"/>
                </a:lnTo>
                <a:lnTo>
                  <a:pt x="653707" y="346710"/>
                </a:lnTo>
                <a:lnTo>
                  <a:pt x="670157" y="359410"/>
                </a:lnTo>
                <a:lnTo>
                  <a:pt x="685543" y="372110"/>
                </a:lnTo>
                <a:lnTo>
                  <a:pt x="955125" y="372110"/>
                </a:lnTo>
                <a:lnTo>
                  <a:pt x="956880" y="374650"/>
                </a:lnTo>
                <a:lnTo>
                  <a:pt x="959134" y="386080"/>
                </a:lnTo>
                <a:lnTo>
                  <a:pt x="956880" y="397510"/>
                </a:lnTo>
                <a:lnTo>
                  <a:pt x="950735" y="406400"/>
                </a:lnTo>
                <a:lnTo>
                  <a:pt x="941620" y="412750"/>
                </a:lnTo>
                <a:lnTo>
                  <a:pt x="930458" y="415290"/>
                </a:lnTo>
                <a:close/>
              </a:path>
              <a:path w="1105535" h="1056640">
                <a:moveTo>
                  <a:pt x="955125" y="372110"/>
                </a:moveTo>
                <a:lnTo>
                  <a:pt x="905372" y="372110"/>
                </a:lnTo>
                <a:lnTo>
                  <a:pt x="909836" y="365760"/>
                </a:lnTo>
                <a:lnTo>
                  <a:pt x="915699" y="361950"/>
                </a:lnTo>
                <a:lnTo>
                  <a:pt x="922670" y="358140"/>
                </a:lnTo>
                <a:lnTo>
                  <a:pt x="930458" y="358140"/>
                </a:lnTo>
                <a:lnTo>
                  <a:pt x="941620" y="359410"/>
                </a:lnTo>
                <a:lnTo>
                  <a:pt x="950735" y="365760"/>
                </a:lnTo>
                <a:lnTo>
                  <a:pt x="955125" y="372110"/>
                </a:lnTo>
                <a:close/>
              </a:path>
              <a:path w="1105535" h="1056640">
                <a:moveTo>
                  <a:pt x="638392" y="735330"/>
                </a:moveTo>
                <a:lnTo>
                  <a:pt x="528008" y="735330"/>
                </a:lnTo>
                <a:lnTo>
                  <a:pt x="573728" y="730250"/>
                </a:lnTo>
                <a:lnTo>
                  <a:pt x="615726" y="715010"/>
                </a:lnTo>
                <a:lnTo>
                  <a:pt x="652795" y="692150"/>
                </a:lnTo>
                <a:lnTo>
                  <a:pt x="683728" y="661670"/>
                </a:lnTo>
                <a:lnTo>
                  <a:pt x="707317" y="623570"/>
                </a:lnTo>
                <a:lnTo>
                  <a:pt x="722356" y="581660"/>
                </a:lnTo>
                <a:lnTo>
                  <a:pt x="727637" y="535940"/>
                </a:lnTo>
                <a:lnTo>
                  <a:pt x="727637" y="528320"/>
                </a:lnTo>
                <a:lnTo>
                  <a:pt x="733864" y="521970"/>
                </a:lnTo>
                <a:lnTo>
                  <a:pt x="990697" y="521970"/>
                </a:lnTo>
                <a:lnTo>
                  <a:pt x="995163" y="516890"/>
                </a:lnTo>
                <a:lnTo>
                  <a:pt x="1001025" y="511810"/>
                </a:lnTo>
                <a:lnTo>
                  <a:pt x="1007992" y="509270"/>
                </a:lnTo>
                <a:lnTo>
                  <a:pt x="1015774" y="508000"/>
                </a:lnTo>
                <a:lnTo>
                  <a:pt x="1026936" y="510540"/>
                </a:lnTo>
                <a:lnTo>
                  <a:pt x="1036051" y="515620"/>
                </a:lnTo>
                <a:lnTo>
                  <a:pt x="1042197" y="525780"/>
                </a:lnTo>
                <a:lnTo>
                  <a:pt x="1044450" y="535940"/>
                </a:lnTo>
                <a:lnTo>
                  <a:pt x="1042197" y="547370"/>
                </a:lnTo>
                <a:lnTo>
                  <a:pt x="1040441" y="549910"/>
                </a:lnTo>
                <a:lnTo>
                  <a:pt x="755008" y="549910"/>
                </a:lnTo>
                <a:lnTo>
                  <a:pt x="753045" y="568960"/>
                </a:lnTo>
                <a:lnTo>
                  <a:pt x="744304" y="607060"/>
                </a:lnTo>
                <a:lnTo>
                  <a:pt x="728039" y="645160"/>
                </a:lnTo>
                <a:lnTo>
                  <a:pt x="703623" y="680720"/>
                </a:lnTo>
                <a:lnTo>
                  <a:pt x="672519" y="712470"/>
                </a:lnTo>
                <a:lnTo>
                  <a:pt x="654999" y="725170"/>
                </a:lnTo>
                <a:lnTo>
                  <a:pt x="638392" y="735330"/>
                </a:lnTo>
                <a:close/>
              </a:path>
              <a:path w="1105535" h="1056640">
                <a:moveTo>
                  <a:pt x="1015774" y="565150"/>
                </a:moveTo>
                <a:lnTo>
                  <a:pt x="1007992" y="563880"/>
                </a:lnTo>
                <a:lnTo>
                  <a:pt x="1001025" y="561340"/>
                </a:lnTo>
                <a:lnTo>
                  <a:pt x="995163" y="556260"/>
                </a:lnTo>
                <a:lnTo>
                  <a:pt x="990697" y="549910"/>
                </a:lnTo>
                <a:lnTo>
                  <a:pt x="1040441" y="549910"/>
                </a:lnTo>
                <a:lnTo>
                  <a:pt x="1036051" y="556260"/>
                </a:lnTo>
                <a:lnTo>
                  <a:pt x="1026936" y="562610"/>
                </a:lnTo>
                <a:lnTo>
                  <a:pt x="1015774" y="565150"/>
                </a:lnTo>
                <a:close/>
              </a:path>
              <a:path w="1105535" h="1056640">
                <a:moveTo>
                  <a:pt x="811808" y="833120"/>
                </a:moveTo>
                <a:lnTo>
                  <a:pt x="765344" y="833120"/>
                </a:lnTo>
                <a:lnTo>
                  <a:pt x="772243" y="831850"/>
                </a:lnTo>
                <a:lnTo>
                  <a:pt x="778281" y="826770"/>
                </a:lnTo>
                <a:lnTo>
                  <a:pt x="824973" y="779780"/>
                </a:lnTo>
                <a:lnTo>
                  <a:pt x="829258" y="774700"/>
                </a:lnTo>
                <a:lnTo>
                  <a:pt x="831247" y="767080"/>
                </a:lnTo>
                <a:lnTo>
                  <a:pt x="831024" y="763270"/>
                </a:lnTo>
                <a:lnTo>
                  <a:pt x="830950" y="762000"/>
                </a:lnTo>
                <a:lnTo>
                  <a:pt x="830875" y="760730"/>
                </a:lnTo>
                <a:lnTo>
                  <a:pt x="828078" y="753110"/>
                </a:lnTo>
                <a:lnTo>
                  <a:pt x="799318" y="707390"/>
                </a:lnTo>
                <a:lnTo>
                  <a:pt x="796607" y="704850"/>
                </a:lnTo>
                <a:lnTo>
                  <a:pt x="794914" y="701040"/>
                </a:lnTo>
                <a:lnTo>
                  <a:pt x="794914" y="689610"/>
                </a:lnTo>
                <a:lnTo>
                  <a:pt x="801132" y="683260"/>
                </a:lnTo>
                <a:lnTo>
                  <a:pt x="1034559" y="683260"/>
                </a:lnTo>
                <a:lnTo>
                  <a:pt x="1039024" y="676910"/>
                </a:lnTo>
                <a:lnTo>
                  <a:pt x="1044889" y="671830"/>
                </a:lnTo>
                <a:lnTo>
                  <a:pt x="1051861" y="669290"/>
                </a:lnTo>
                <a:lnTo>
                  <a:pt x="1059645" y="668020"/>
                </a:lnTo>
                <a:lnTo>
                  <a:pt x="1070807" y="670560"/>
                </a:lnTo>
                <a:lnTo>
                  <a:pt x="1079922" y="676910"/>
                </a:lnTo>
                <a:lnTo>
                  <a:pt x="1086067" y="685800"/>
                </a:lnTo>
                <a:lnTo>
                  <a:pt x="1088321" y="697230"/>
                </a:lnTo>
                <a:lnTo>
                  <a:pt x="1086067" y="708660"/>
                </a:lnTo>
                <a:lnTo>
                  <a:pt x="1084311" y="711200"/>
                </a:lnTo>
                <a:lnTo>
                  <a:pt x="834366" y="711200"/>
                </a:lnTo>
                <a:lnTo>
                  <a:pt x="851670" y="739140"/>
                </a:lnTo>
                <a:lnTo>
                  <a:pt x="855448" y="746760"/>
                </a:lnTo>
                <a:lnTo>
                  <a:pt x="857928" y="754380"/>
                </a:lnTo>
                <a:lnTo>
                  <a:pt x="859067" y="762000"/>
                </a:lnTo>
                <a:lnTo>
                  <a:pt x="859032" y="763270"/>
                </a:lnTo>
                <a:lnTo>
                  <a:pt x="858927" y="767080"/>
                </a:lnTo>
                <a:lnTo>
                  <a:pt x="844609" y="800100"/>
                </a:lnTo>
                <a:lnTo>
                  <a:pt x="811808" y="833120"/>
                </a:lnTo>
                <a:close/>
              </a:path>
              <a:path w="1105535" h="1056640">
                <a:moveTo>
                  <a:pt x="1059645" y="725170"/>
                </a:moveTo>
                <a:lnTo>
                  <a:pt x="1051861" y="725170"/>
                </a:lnTo>
                <a:lnTo>
                  <a:pt x="1044889" y="721360"/>
                </a:lnTo>
                <a:lnTo>
                  <a:pt x="1039024" y="717550"/>
                </a:lnTo>
                <a:lnTo>
                  <a:pt x="1034559" y="711200"/>
                </a:lnTo>
                <a:lnTo>
                  <a:pt x="1084311" y="711200"/>
                </a:lnTo>
                <a:lnTo>
                  <a:pt x="1079922" y="717550"/>
                </a:lnTo>
                <a:lnTo>
                  <a:pt x="1070807" y="723900"/>
                </a:lnTo>
                <a:lnTo>
                  <a:pt x="1059645" y="725170"/>
                </a:lnTo>
                <a:close/>
              </a:path>
              <a:path w="1105535" h="1056640">
                <a:moveTo>
                  <a:pt x="352307" y="833120"/>
                </a:moveTo>
                <a:lnTo>
                  <a:pt x="297844" y="833120"/>
                </a:lnTo>
                <a:lnTo>
                  <a:pt x="304696" y="830580"/>
                </a:lnTo>
                <a:lnTo>
                  <a:pt x="353952" y="800100"/>
                </a:lnTo>
                <a:lnTo>
                  <a:pt x="365300" y="793750"/>
                </a:lnTo>
                <a:lnTo>
                  <a:pt x="377370" y="792480"/>
                </a:lnTo>
                <a:lnTo>
                  <a:pt x="389623" y="792480"/>
                </a:lnTo>
                <a:lnTo>
                  <a:pt x="401514" y="796290"/>
                </a:lnTo>
                <a:lnTo>
                  <a:pt x="408225" y="800100"/>
                </a:lnTo>
                <a:lnTo>
                  <a:pt x="428863" y="807720"/>
                </a:lnTo>
                <a:lnTo>
                  <a:pt x="440024" y="814070"/>
                </a:lnTo>
                <a:lnTo>
                  <a:pt x="446186" y="819150"/>
                </a:lnTo>
                <a:lnTo>
                  <a:pt x="374957" y="819150"/>
                </a:lnTo>
                <a:lnTo>
                  <a:pt x="352307" y="833120"/>
                </a:lnTo>
                <a:close/>
              </a:path>
              <a:path w="1105535" h="1056640">
                <a:moveTo>
                  <a:pt x="605484" y="916940"/>
                </a:moveTo>
                <a:lnTo>
                  <a:pt x="561020" y="916940"/>
                </a:lnTo>
                <a:lnTo>
                  <a:pt x="568318" y="915670"/>
                </a:lnTo>
                <a:lnTo>
                  <a:pt x="574604" y="911860"/>
                </a:lnTo>
                <a:lnTo>
                  <a:pt x="579414" y="906780"/>
                </a:lnTo>
                <a:lnTo>
                  <a:pt x="582280" y="900430"/>
                </a:lnTo>
                <a:lnTo>
                  <a:pt x="595452" y="843280"/>
                </a:lnTo>
                <a:lnTo>
                  <a:pt x="599780" y="831850"/>
                </a:lnTo>
                <a:lnTo>
                  <a:pt x="606749" y="821690"/>
                </a:lnTo>
                <a:lnTo>
                  <a:pt x="615996" y="814070"/>
                </a:lnTo>
                <a:lnTo>
                  <a:pt x="627159" y="807720"/>
                </a:lnTo>
                <a:lnTo>
                  <a:pt x="647797" y="800100"/>
                </a:lnTo>
                <a:lnTo>
                  <a:pt x="654507" y="796290"/>
                </a:lnTo>
                <a:lnTo>
                  <a:pt x="666399" y="792480"/>
                </a:lnTo>
                <a:lnTo>
                  <a:pt x="678650" y="792480"/>
                </a:lnTo>
                <a:lnTo>
                  <a:pt x="690720" y="793750"/>
                </a:lnTo>
                <a:lnTo>
                  <a:pt x="702065" y="800100"/>
                </a:lnTo>
                <a:lnTo>
                  <a:pt x="732853" y="819150"/>
                </a:lnTo>
                <a:lnTo>
                  <a:pt x="673222" y="819150"/>
                </a:lnTo>
                <a:lnTo>
                  <a:pt x="666426" y="821690"/>
                </a:lnTo>
                <a:lnTo>
                  <a:pt x="659079" y="825500"/>
                </a:lnTo>
                <a:lnTo>
                  <a:pt x="651625" y="828040"/>
                </a:lnTo>
                <a:lnTo>
                  <a:pt x="644089" y="831850"/>
                </a:lnTo>
                <a:lnTo>
                  <a:pt x="636495" y="834390"/>
                </a:lnTo>
                <a:lnTo>
                  <a:pt x="629435" y="836930"/>
                </a:lnTo>
                <a:lnTo>
                  <a:pt x="624211" y="843280"/>
                </a:lnTo>
                <a:lnTo>
                  <a:pt x="609337" y="906780"/>
                </a:lnTo>
                <a:lnTo>
                  <a:pt x="606764" y="914400"/>
                </a:lnTo>
                <a:lnTo>
                  <a:pt x="605484" y="916940"/>
                </a:lnTo>
                <a:close/>
              </a:path>
              <a:path w="1105535" h="1056640">
                <a:moveTo>
                  <a:pt x="561020" y="944880"/>
                </a:moveTo>
                <a:lnTo>
                  <a:pt x="494997" y="944880"/>
                </a:lnTo>
                <a:lnTo>
                  <a:pt x="478673" y="942340"/>
                </a:lnTo>
                <a:lnTo>
                  <a:pt x="449255" y="914400"/>
                </a:lnTo>
                <a:lnTo>
                  <a:pt x="431815" y="843280"/>
                </a:lnTo>
                <a:lnTo>
                  <a:pt x="426591" y="836930"/>
                </a:lnTo>
                <a:lnTo>
                  <a:pt x="419531" y="834390"/>
                </a:lnTo>
                <a:lnTo>
                  <a:pt x="411934" y="831850"/>
                </a:lnTo>
                <a:lnTo>
                  <a:pt x="404394" y="828040"/>
                </a:lnTo>
                <a:lnTo>
                  <a:pt x="396938" y="825500"/>
                </a:lnTo>
                <a:lnTo>
                  <a:pt x="389591" y="821690"/>
                </a:lnTo>
                <a:lnTo>
                  <a:pt x="382799" y="819150"/>
                </a:lnTo>
                <a:lnTo>
                  <a:pt x="446186" y="819150"/>
                </a:lnTo>
                <a:lnTo>
                  <a:pt x="449268" y="821690"/>
                </a:lnTo>
                <a:lnTo>
                  <a:pt x="456233" y="831850"/>
                </a:lnTo>
                <a:lnTo>
                  <a:pt x="460560" y="843280"/>
                </a:lnTo>
                <a:lnTo>
                  <a:pt x="473737" y="900430"/>
                </a:lnTo>
                <a:lnTo>
                  <a:pt x="476603" y="906780"/>
                </a:lnTo>
                <a:lnTo>
                  <a:pt x="481412" y="911860"/>
                </a:lnTo>
                <a:lnTo>
                  <a:pt x="487699" y="915670"/>
                </a:lnTo>
                <a:lnTo>
                  <a:pt x="494997" y="916940"/>
                </a:lnTo>
                <a:lnTo>
                  <a:pt x="605484" y="916940"/>
                </a:lnTo>
                <a:lnTo>
                  <a:pt x="602923" y="922020"/>
                </a:lnTo>
                <a:lnTo>
                  <a:pt x="597921" y="928370"/>
                </a:lnTo>
                <a:lnTo>
                  <a:pt x="591866" y="933450"/>
                </a:lnTo>
                <a:lnTo>
                  <a:pt x="584925" y="938530"/>
                </a:lnTo>
                <a:lnTo>
                  <a:pt x="577343" y="942340"/>
                </a:lnTo>
                <a:lnTo>
                  <a:pt x="561020" y="944880"/>
                </a:lnTo>
                <a:close/>
              </a:path>
              <a:path w="1105535" h="1056640">
                <a:moveTo>
                  <a:pt x="768523" y="861060"/>
                </a:moveTo>
                <a:lnTo>
                  <a:pt x="760203" y="861060"/>
                </a:lnTo>
                <a:lnTo>
                  <a:pt x="751988" y="859790"/>
                </a:lnTo>
                <a:lnTo>
                  <a:pt x="744076" y="857250"/>
                </a:lnTo>
                <a:lnTo>
                  <a:pt x="736664" y="853440"/>
                </a:lnTo>
                <a:lnTo>
                  <a:pt x="681064" y="819150"/>
                </a:lnTo>
                <a:lnTo>
                  <a:pt x="732853" y="819150"/>
                </a:lnTo>
                <a:lnTo>
                  <a:pt x="751326" y="830580"/>
                </a:lnTo>
                <a:lnTo>
                  <a:pt x="758175" y="833120"/>
                </a:lnTo>
                <a:lnTo>
                  <a:pt x="811808" y="833120"/>
                </a:lnTo>
                <a:lnTo>
                  <a:pt x="797930" y="847090"/>
                </a:lnTo>
                <a:lnTo>
                  <a:pt x="791565" y="852170"/>
                </a:lnTo>
                <a:lnTo>
                  <a:pt x="784422" y="855980"/>
                </a:lnTo>
                <a:lnTo>
                  <a:pt x="776681" y="859790"/>
                </a:lnTo>
                <a:lnTo>
                  <a:pt x="768523" y="861060"/>
                </a:lnTo>
                <a:close/>
              </a:path>
              <a:path w="1105535" h="1056640">
                <a:moveTo>
                  <a:pt x="689751" y="1031240"/>
                </a:moveTo>
                <a:lnTo>
                  <a:pt x="528624" y="1031240"/>
                </a:lnTo>
                <a:lnTo>
                  <a:pt x="577315" y="1028700"/>
                </a:lnTo>
                <a:lnTo>
                  <a:pt x="624985" y="1022350"/>
                </a:lnTo>
                <a:lnTo>
                  <a:pt x="671429" y="1010920"/>
                </a:lnTo>
                <a:lnTo>
                  <a:pt x="716444" y="994410"/>
                </a:lnTo>
                <a:lnTo>
                  <a:pt x="759824" y="975360"/>
                </a:lnTo>
                <a:lnTo>
                  <a:pt x="801367" y="951230"/>
                </a:lnTo>
                <a:lnTo>
                  <a:pt x="840866" y="922020"/>
                </a:lnTo>
                <a:lnTo>
                  <a:pt x="843129" y="920750"/>
                </a:lnTo>
                <a:lnTo>
                  <a:pt x="845937" y="919480"/>
                </a:lnTo>
                <a:lnTo>
                  <a:pt x="950107" y="919480"/>
                </a:lnTo>
                <a:lnTo>
                  <a:pt x="954495" y="914400"/>
                </a:lnTo>
                <a:lnTo>
                  <a:pt x="960221" y="909320"/>
                </a:lnTo>
                <a:lnTo>
                  <a:pt x="967007" y="906780"/>
                </a:lnTo>
                <a:lnTo>
                  <a:pt x="974578" y="905510"/>
                </a:lnTo>
                <a:lnTo>
                  <a:pt x="985522" y="908050"/>
                </a:lnTo>
                <a:lnTo>
                  <a:pt x="994461" y="913130"/>
                </a:lnTo>
                <a:lnTo>
                  <a:pt x="1000489" y="922020"/>
                </a:lnTo>
                <a:lnTo>
                  <a:pt x="1002699" y="933450"/>
                </a:lnTo>
                <a:lnTo>
                  <a:pt x="1000489" y="944880"/>
                </a:lnTo>
                <a:lnTo>
                  <a:pt x="853247" y="944880"/>
                </a:lnTo>
                <a:lnTo>
                  <a:pt x="818745" y="970280"/>
                </a:lnTo>
                <a:lnTo>
                  <a:pt x="782516" y="991870"/>
                </a:lnTo>
                <a:lnTo>
                  <a:pt x="744686" y="1010920"/>
                </a:lnTo>
                <a:lnTo>
                  <a:pt x="705382" y="1026160"/>
                </a:lnTo>
                <a:lnTo>
                  <a:pt x="689751" y="1031240"/>
                </a:lnTo>
                <a:close/>
              </a:path>
              <a:path w="1105535" h="1056640">
                <a:moveTo>
                  <a:pt x="974578" y="961390"/>
                </a:moveTo>
                <a:lnTo>
                  <a:pt x="966423" y="960120"/>
                </a:lnTo>
                <a:lnTo>
                  <a:pt x="959209" y="957580"/>
                </a:lnTo>
                <a:lnTo>
                  <a:pt x="953286" y="952500"/>
                </a:lnTo>
                <a:lnTo>
                  <a:pt x="949006" y="944880"/>
                </a:lnTo>
                <a:lnTo>
                  <a:pt x="1000489" y="944880"/>
                </a:lnTo>
                <a:lnTo>
                  <a:pt x="994461" y="953770"/>
                </a:lnTo>
                <a:lnTo>
                  <a:pt x="985522" y="958850"/>
                </a:lnTo>
                <a:lnTo>
                  <a:pt x="974578" y="961390"/>
                </a:lnTo>
                <a:close/>
              </a:path>
            </a:pathLst>
          </a:custGeom>
          <a:solidFill>
            <a:srgbClr val="504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45381" y="311848"/>
            <a:ext cx="1531219" cy="85534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800" b="1" spc="30" dirty="0">
                <a:solidFill>
                  <a:srgbClr val="E7E7E7"/>
                </a:solidFill>
                <a:latin typeface="Tahoma"/>
                <a:cs typeface="Tahoma"/>
              </a:rPr>
              <a:t>AUTO</a:t>
            </a:r>
            <a:endParaRPr sz="2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350" b="1" spc="-10" dirty="0">
                <a:solidFill>
                  <a:srgbClr val="E7E7E7"/>
                </a:solidFill>
                <a:latin typeface="Roboto Bk"/>
                <a:cs typeface="Roboto Bk"/>
              </a:rPr>
              <a:t>FORGE</a:t>
            </a:r>
            <a:endParaRPr sz="2350" dirty="0">
              <a:latin typeface="Roboto Bk"/>
              <a:cs typeface="Roboto Bk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053958" y="1267954"/>
            <a:ext cx="9097010" cy="826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spc="160" dirty="0"/>
              <a:t>Research</a:t>
            </a:r>
            <a:r>
              <a:rPr sz="5250" spc="-254" dirty="0"/>
              <a:t> </a:t>
            </a:r>
            <a:r>
              <a:rPr sz="5250" spc="245" dirty="0"/>
              <a:t>Gap</a:t>
            </a:r>
            <a:r>
              <a:rPr sz="5250" spc="-250" dirty="0"/>
              <a:t> </a:t>
            </a:r>
            <a:r>
              <a:rPr sz="5250" dirty="0"/>
              <a:t>,</a:t>
            </a:r>
            <a:r>
              <a:rPr sz="5250" spc="-250" dirty="0"/>
              <a:t> </a:t>
            </a:r>
            <a:r>
              <a:rPr sz="5250" spc="105" dirty="0"/>
              <a:t>Objectives</a:t>
            </a:r>
            <a:endParaRPr sz="525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2070" y="4652305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3110" y="7498602"/>
            <a:ext cx="133349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3702" y="8240468"/>
            <a:ext cx="133349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3702" y="8856651"/>
            <a:ext cx="133349" cy="1333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99657" y="3544506"/>
            <a:ext cx="16731615" cy="56026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0" b="1" spc="120" dirty="0">
                <a:solidFill>
                  <a:srgbClr val="FBB4FD"/>
                </a:solidFill>
                <a:latin typeface="Tahoma"/>
                <a:cs typeface="Tahoma"/>
              </a:rPr>
              <a:t>RESEARCH</a:t>
            </a:r>
            <a:r>
              <a:rPr sz="3500" b="1" spc="-165" dirty="0">
                <a:solidFill>
                  <a:srgbClr val="FBB4FD"/>
                </a:solidFill>
                <a:latin typeface="Tahoma"/>
                <a:cs typeface="Tahoma"/>
              </a:rPr>
              <a:t> </a:t>
            </a:r>
            <a:r>
              <a:rPr sz="3500" b="1" spc="150" dirty="0">
                <a:solidFill>
                  <a:srgbClr val="FBB4FD"/>
                </a:solidFill>
                <a:latin typeface="Tahoma"/>
                <a:cs typeface="Tahoma"/>
              </a:rPr>
              <a:t>GAP</a:t>
            </a:r>
            <a:endParaRPr sz="3500">
              <a:latin typeface="Tahoma"/>
              <a:cs typeface="Tahoma"/>
            </a:endParaRPr>
          </a:p>
          <a:p>
            <a:pPr marL="600075" marR="5080">
              <a:lnSpc>
                <a:spcPct val="101099"/>
              </a:lnSpc>
              <a:spcBef>
                <a:spcPts val="2460"/>
              </a:spcBef>
            </a:pP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No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existing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system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lets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you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save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progress,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pause,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resume,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add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domain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E7E7E7"/>
                </a:solidFill>
                <a:latin typeface="Roboto"/>
                <a:cs typeface="Roboto"/>
              </a:rPr>
              <a:t>knowledge,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and</a:t>
            </a:r>
            <a:r>
              <a:rPr sz="3400" b="1" spc="-2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run</a:t>
            </a:r>
            <a:r>
              <a:rPr sz="3400" b="1" spc="-2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real</a:t>
            </a:r>
            <a:r>
              <a:rPr sz="3400" b="1" spc="-2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security/QA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checks</a:t>
            </a:r>
            <a:r>
              <a:rPr sz="3400" b="1" spc="-2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—</a:t>
            </a:r>
            <a:r>
              <a:rPr sz="3400" b="1" spc="-2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all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in</a:t>
            </a:r>
            <a:r>
              <a:rPr sz="3400" b="1" spc="-2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one</a:t>
            </a:r>
            <a:r>
              <a:rPr sz="3400" b="1" spc="-2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E7E7E7"/>
                </a:solidFill>
                <a:latin typeface="Roboto"/>
                <a:cs typeface="Roboto"/>
              </a:rPr>
              <a:t>pipeline.</a:t>
            </a:r>
            <a:endParaRPr sz="3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54"/>
              </a:spcBef>
            </a:pPr>
            <a:endParaRPr sz="3400">
              <a:latin typeface="Roboto"/>
              <a:cs typeface="Roboto"/>
            </a:endParaRPr>
          </a:p>
          <a:p>
            <a:pPr marL="128905">
              <a:lnSpc>
                <a:spcPct val="100000"/>
              </a:lnSpc>
            </a:pPr>
            <a:r>
              <a:rPr sz="3500" b="1" spc="125" dirty="0">
                <a:solidFill>
                  <a:srgbClr val="FBB4FD"/>
                </a:solidFill>
                <a:latin typeface="Tahoma"/>
                <a:cs typeface="Tahoma"/>
              </a:rPr>
              <a:t>OBJECTIVES</a:t>
            </a:r>
            <a:endParaRPr sz="3500">
              <a:latin typeface="Tahoma"/>
              <a:cs typeface="Tahoma"/>
            </a:endParaRPr>
          </a:p>
          <a:p>
            <a:pPr marL="831850" marR="1740535" indent="-20955">
              <a:lnSpc>
                <a:spcPct val="143200"/>
              </a:lnSpc>
              <a:spcBef>
                <a:spcPts val="710"/>
              </a:spcBef>
            </a:pP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Every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stage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is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saved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and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approved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by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human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before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moving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to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the</a:t>
            </a:r>
            <a:r>
              <a:rPr sz="3400" b="1" spc="-20" dirty="0">
                <a:solidFill>
                  <a:srgbClr val="E7E7E7"/>
                </a:solidFill>
                <a:latin typeface="Roboto"/>
                <a:cs typeface="Roboto"/>
              </a:rPr>
              <a:t> next </a:t>
            </a:r>
            <a:r>
              <a:rPr sz="3400" b="1" spc="65" dirty="0">
                <a:solidFill>
                  <a:srgbClr val="E7E7E7"/>
                </a:solidFill>
                <a:latin typeface="Roboto"/>
                <a:cs typeface="Roboto"/>
              </a:rPr>
              <a:t>The</a:t>
            </a:r>
            <a:r>
              <a:rPr sz="3400" b="1" spc="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system</a:t>
            </a:r>
            <a:r>
              <a:rPr sz="3400" b="1" spc="1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can</a:t>
            </a:r>
            <a:r>
              <a:rPr sz="3400" b="1" spc="1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pause</a:t>
            </a:r>
            <a:r>
              <a:rPr sz="3400" b="1" spc="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and</a:t>
            </a:r>
            <a:r>
              <a:rPr sz="3400" b="1" spc="1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resume</a:t>
            </a:r>
            <a:r>
              <a:rPr sz="3400" b="1" spc="1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anytime,</a:t>
            </a:r>
            <a:r>
              <a:rPr sz="3400" b="1" spc="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even</a:t>
            </a:r>
            <a:r>
              <a:rPr sz="3400" b="1" spc="1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after</a:t>
            </a:r>
            <a:r>
              <a:rPr sz="3400" b="1" spc="1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</a:t>
            </a:r>
            <a:r>
              <a:rPr sz="3400" b="1" spc="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E7E7E7"/>
                </a:solidFill>
                <a:latin typeface="Roboto"/>
                <a:cs typeface="Roboto"/>
              </a:rPr>
              <a:t>restartt</a:t>
            </a:r>
            <a:endParaRPr sz="3400">
              <a:latin typeface="Roboto"/>
              <a:cs typeface="Roboto"/>
            </a:endParaRPr>
          </a:p>
          <a:p>
            <a:pPr marL="831850">
              <a:lnSpc>
                <a:spcPct val="100000"/>
              </a:lnSpc>
              <a:spcBef>
                <a:spcPts val="770"/>
              </a:spcBef>
            </a:pP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Test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the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full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pipeline,</a:t>
            </a:r>
            <a:r>
              <a:rPr sz="3400" b="1" spc="-1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including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security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and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testing,</a:t>
            </a:r>
            <a:r>
              <a:rPr sz="3400" b="1" spc="-1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on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one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E7E7E7"/>
                </a:solidFill>
                <a:latin typeface="Roboto"/>
                <a:cs typeface="Roboto"/>
              </a:rPr>
              <a:t>real</a:t>
            </a:r>
            <a:r>
              <a:rPr sz="3400" b="1" spc="-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E7E7E7"/>
                </a:solidFill>
                <a:latin typeface="Roboto"/>
                <a:cs typeface="Roboto"/>
              </a:rPr>
              <a:t>feature</a:t>
            </a:r>
            <a:endParaRPr sz="3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156021"/>
            <a:ext cx="1603185" cy="313097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041" y="185896"/>
            <a:ext cx="876300" cy="842010"/>
          </a:xfrm>
          <a:custGeom>
            <a:avLst/>
            <a:gdLst/>
            <a:ahLst/>
            <a:cxnLst/>
            <a:rect l="l" t="t" r="r" b="b"/>
            <a:pathLst>
              <a:path w="876300" h="842010">
                <a:moveTo>
                  <a:pt x="421215" y="842009"/>
                </a:moveTo>
                <a:lnTo>
                  <a:pt x="378906" y="839469"/>
                </a:lnTo>
                <a:lnTo>
                  <a:pt x="337376" y="833119"/>
                </a:lnTo>
                <a:lnTo>
                  <a:pt x="296770" y="822959"/>
                </a:lnTo>
                <a:lnTo>
                  <a:pt x="257232" y="808989"/>
                </a:lnTo>
                <a:lnTo>
                  <a:pt x="220585" y="791209"/>
                </a:lnTo>
                <a:lnTo>
                  <a:pt x="185973" y="769619"/>
                </a:lnTo>
                <a:lnTo>
                  <a:pt x="153514" y="745489"/>
                </a:lnTo>
                <a:lnTo>
                  <a:pt x="123325" y="718819"/>
                </a:lnTo>
                <a:lnTo>
                  <a:pt x="95883" y="688339"/>
                </a:lnTo>
                <a:lnTo>
                  <a:pt x="71636" y="655319"/>
                </a:lnTo>
                <a:lnTo>
                  <a:pt x="50665" y="621029"/>
                </a:lnTo>
                <a:lnTo>
                  <a:pt x="33049" y="584199"/>
                </a:lnTo>
                <a:lnTo>
                  <a:pt x="18606" y="544829"/>
                </a:lnTo>
                <a:lnTo>
                  <a:pt x="8254" y="504189"/>
                </a:lnTo>
                <a:lnTo>
                  <a:pt x="2022" y="463549"/>
                </a:lnTo>
                <a:lnTo>
                  <a:pt x="0" y="421639"/>
                </a:lnTo>
                <a:lnTo>
                  <a:pt x="65" y="417829"/>
                </a:lnTo>
                <a:lnTo>
                  <a:pt x="2022" y="378459"/>
                </a:lnTo>
                <a:lnTo>
                  <a:pt x="8254" y="336549"/>
                </a:lnTo>
                <a:lnTo>
                  <a:pt x="18606" y="295909"/>
                </a:lnTo>
                <a:lnTo>
                  <a:pt x="33049" y="256539"/>
                </a:lnTo>
                <a:lnTo>
                  <a:pt x="50665" y="219709"/>
                </a:lnTo>
                <a:lnTo>
                  <a:pt x="71636" y="185419"/>
                </a:lnTo>
                <a:lnTo>
                  <a:pt x="95883" y="152399"/>
                </a:lnTo>
                <a:lnTo>
                  <a:pt x="123325" y="123189"/>
                </a:lnTo>
                <a:lnTo>
                  <a:pt x="153514" y="95249"/>
                </a:lnTo>
                <a:lnTo>
                  <a:pt x="185973" y="71119"/>
                </a:lnTo>
                <a:lnTo>
                  <a:pt x="220585" y="49529"/>
                </a:lnTo>
                <a:lnTo>
                  <a:pt x="257232" y="33019"/>
                </a:lnTo>
                <a:lnTo>
                  <a:pt x="296770" y="17779"/>
                </a:lnTo>
                <a:lnTo>
                  <a:pt x="337376" y="7619"/>
                </a:lnTo>
                <a:lnTo>
                  <a:pt x="378906" y="1269"/>
                </a:lnTo>
                <a:lnTo>
                  <a:pt x="421215" y="0"/>
                </a:lnTo>
                <a:lnTo>
                  <a:pt x="458334" y="1269"/>
                </a:lnTo>
                <a:lnTo>
                  <a:pt x="494933" y="6349"/>
                </a:lnTo>
                <a:lnTo>
                  <a:pt x="530884" y="13969"/>
                </a:lnTo>
                <a:lnTo>
                  <a:pt x="550427" y="20319"/>
                </a:lnTo>
                <a:lnTo>
                  <a:pt x="421215" y="20319"/>
                </a:lnTo>
                <a:lnTo>
                  <a:pt x="374529" y="22859"/>
                </a:lnTo>
                <a:lnTo>
                  <a:pt x="329408" y="30479"/>
                </a:lnTo>
                <a:lnTo>
                  <a:pt x="286155" y="43179"/>
                </a:lnTo>
                <a:lnTo>
                  <a:pt x="245072" y="60959"/>
                </a:lnTo>
                <a:lnTo>
                  <a:pt x="206464" y="82549"/>
                </a:lnTo>
                <a:lnTo>
                  <a:pt x="170632" y="107949"/>
                </a:lnTo>
                <a:lnTo>
                  <a:pt x="137881" y="137159"/>
                </a:lnTo>
                <a:lnTo>
                  <a:pt x="108513" y="170179"/>
                </a:lnTo>
                <a:lnTo>
                  <a:pt x="82832" y="205739"/>
                </a:lnTo>
                <a:lnTo>
                  <a:pt x="61140" y="245109"/>
                </a:lnTo>
                <a:lnTo>
                  <a:pt x="43741" y="285749"/>
                </a:lnTo>
                <a:lnTo>
                  <a:pt x="30938" y="328929"/>
                </a:lnTo>
                <a:lnTo>
                  <a:pt x="23034" y="373379"/>
                </a:lnTo>
                <a:lnTo>
                  <a:pt x="20551" y="416559"/>
                </a:lnTo>
                <a:lnTo>
                  <a:pt x="20478" y="417829"/>
                </a:lnTo>
                <a:lnTo>
                  <a:pt x="23034" y="467359"/>
                </a:lnTo>
                <a:lnTo>
                  <a:pt x="30938" y="513079"/>
                </a:lnTo>
                <a:lnTo>
                  <a:pt x="43741" y="556259"/>
                </a:lnTo>
                <a:lnTo>
                  <a:pt x="61140" y="596899"/>
                </a:lnTo>
                <a:lnTo>
                  <a:pt x="82831" y="634999"/>
                </a:lnTo>
                <a:lnTo>
                  <a:pt x="108512" y="671829"/>
                </a:lnTo>
                <a:lnTo>
                  <a:pt x="137880" y="703579"/>
                </a:lnTo>
                <a:lnTo>
                  <a:pt x="170631" y="732789"/>
                </a:lnTo>
                <a:lnTo>
                  <a:pt x="206462" y="759459"/>
                </a:lnTo>
                <a:lnTo>
                  <a:pt x="245071" y="781049"/>
                </a:lnTo>
                <a:lnTo>
                  <a:pt x="286153" y="797559"/>
                </a:lnTo>
                <a:lnTo>
                  <a:pt x="329407" y="811529"/>
                </a:lnTo>
                <a:lnTo>
                  <a:pt x="374528" y="819149"/>
                </a:lnTo>
                <a:lnTo>
                  <a:pt x="421215" y="821689"/>
                </a:lnTo>
                <a:lnTo>
                  <a:pt x="549233" y="821689"/>
                </a:lnTo>
                <a:lnTo>
                  <a:pt x="527823" y="828039"/>
                </a:lnTo>
                <a:lnTo>
                  <a:pt x="492844" y="835659"/>
                </a:lnTo>
                <a:lnTo>
                  <a:pt x="457267" y="840739"/>
                </a:lnTo>
                <a:lnTo>
                  <a:pt x="421215" y="842009"/>
                </a:lnTo>
                <a:close/>
              </a:path>
              <a:path w="876300" h="842010">
                <a:moveTo>
                  <a:pt x="794536" y="125729"/>
                </a:moveTo>
                <a:lnTo>
                  <a:pt x="785830" y="125729"/>
                </a:lnTo>
                <a:lnTo>
                  <a:pt x="778290" y="120649"/>
                </a:lnTo>
                <a:lnTo>
                  <a:pt x="774581" y="113029"/>
                </a:lnTo>
                <a:lnTo>
                  <a:pt x="678036" y="113029"/>
                </a:lnTo>
                <a:lnTo>
                  <a:pt x="676207" y="111759"/>
                </a:lnTo>
                <a:lnTo>
                  <a:pt x="638934" y="83819"/>
                </a:lnTo>
                <a:lnTo>
                  <a:pt x="598954" y="60959"/>
                </a:lnTo>
                <a:lnTo>
                  <a:pt x="556729" y="43179"/>
                </a:lnTo>
                <a:lnTo>
                  <a:pt x="512723" y="30479"/>
                </a:lnTo>
                <a:lnTo>
                  <a:pt x="467397" y="22859"/>
                </a:lnTo>
                <a:lnTo>
                  <a:pt x="421215" y="20319"/>
                </a:lnTo>
                <a:lnTo>
                  <a:pt x="550427" y="20319"/>
                </a:lnTo>
                <a:lnTo>
                  <a:pt x="598163" y="38099"/>
                </a:lnTo>
                <a:lnTo>
                  <a:pt x="658399" y="72389"/>
                </a:lnTo>
                <a:lnTo>
                  <a:pt x="686332" y="92709"/>
                </a:lnTo>
                <a:lnTo>
                  <a:pt x="813591" y="92709"/>
                </a:lnTo>
                <a:lnTo>
                  <a:pt x="815192" y="95249"/>
                </a:lnTo>
                <a:lnTo>
                  <a:pt x="816954" y="102869"/>
                </a:lnTo>
                <a:lnTo>
                  <a:pt x="815192" y="111759"/>
                </a:lnTo>
                <a:lnTo>
                  <a:pt x="810388" y="119379"/>
                </a:lnTo>
                <a:lnTo>
                  <a:pt x="803262" y="124459"/>
                </a:lnTo>
                <a:lnTo>
                  <a:pt x="794536" y="125729"/>
                </a:lnTo>
                <a:close/>
              </a:path>
              <a:path w="876300" h="842010">
                <a:moveTo>
                  <a:pt x="813591" y="92709"/>
                </a:moveTo>
                <a:lnTo>
                  <a:pt x="774581" y="92709"/>
                </a:lnTo>
                <a:lnTo>
                  <a:pt x="778290" y="86359"/>
                </a:lnTo>
                <a:lnTo>
                  <a:pt x="785830" y="81279"/>
                </a:lnTo>
                <a:lnTo>
                  <a:pt x="794536" y="81279"/>
                </a:lnTo>
                <a:lnTo>
                  <a:pt x="803262" y="82549"/>
                </a:lnTo>
                <a:lnTo>
                  <a:pt x="810388" y="87629"/>
                </a:lnTo>
                <a:lnTo>
                  <a:pt x="813591" y="92709"/>
                </a:lnTo>
                <a:close/>
              </a:path>
              <a:path w="876300" h="842010">
                <a:moveTo>
                  <a:pt x="354752" y="184149"/>
                </a:moveTo>
                <a:lnTo>
                  <a:pt x="308258" y="184149"/>
                </a:lnTo>
                <a:lnTo>
                  <a:pt x="314984" y="180339"/>
                </a:lnTo>
                <a:lnTo>
                  <a:pt x="327084" y="175259"/>
                </a:lnTo>
                <a:lnTo>
                  <a:pt x="334032" y="172719"/>
                </a:lnTo>
                <a:lnTo>
                  <a:pt x="334611" y="172719"/>
                </a:lnTo>
                <a:lnTo>
                  <a:pt x="344850" y="128269"/>
                </a:lnTo>
                <a:lnTo>
                  <a:pt x="370468" y="95249"/>
                </a:lnTo>
                <a:lnTo>
                  <a:pt x="386846" y="88899"/>
                </a:lnTo>
                <a:lnTo>
                  <a:pt x="454604" y="88899"/>
                </a:lnTo>
                <a:lnTo>
                  <a:pt x="488117" y="110489"/>
                </a:lnTo>
                <a:lnTo>
                  <a:pt x="388827" y="110489"/>
                </a:lnTo>
                <a:lnTo>
                  <a:pt x="382219" y="113029"/>
                </a:lnTo>
                <a:lnTo>
                  <a:pt x="371685" y="120649"/>
                </a:lnTo>
                <a:lnTo>
                  <a:pt x="367939" y="126999"/>
                </a:lnTo>
                <a:lnTo>
                  <a:pt x="354752" y="184149"/>
                </a:lnTo>
                <a:close/>
              </a:path>
              <a:path w="876300" h="842010">
                <a:moveTo>
                  <a:pt x="857815" y="207009"/>
                </a:moveTo>
                <a:lnTo>
                  <a:pt x="849216" y="207009"/>
                </a:lnTo>
                <a:lnTo>
                  <a:pt x="841731" y="201929"/>
                </a:lnTo>
                <a:lnTo>
                  <a:pt x="837830" y="195579"/>
                </a:lnTo>
                <a:lnTo>
                  <a:pt x="503092" y="195579"/>
                </a:lnTo>
                <a:lnTo>
                  <a:pt x="501731" y="194309"/>
                </a:lnTo>
                <a:lnTo>
                  <a:pt x="500488" y="194309"/>
                </a:lnTo>
                <a:lnTo>
                  <a:pt x="492720" y="191769"/>
                </a:lnTo>
                <a:lnTo>
                  <a:pt x="486971" y="185419"/>
                </a:lnTo>
                <a:lnTo>
                  <a:pt x="473510" y="126999"/>
                </a:lnTo>
                <a:lnTo>
                  <a:pt x="469763" y="120649"/>
                </a:lnTo>
                <a:lnTo>
                  <a:pt x="459229" y="113029"/>
                </a:lnTo>
                <a:lnTo>
                  <a:pt x="452622" y="110489"/>
                </a:lnTo>
                <a:lnTo>
                  <a:pt x="488117" y="110489"/>
                </a:lnTo>
                <a:lnTo>
                  <a:pt x="489868" y="113029"/>
                </a:lnTo>
                <a:lnTo>
                  <a:pt x="493899" y="120649"/>
                </a:lnTo>
                <a:lnTo>
                  <a:pt x="496598" y="128269"/>
                </a:lnTo>
                <a:lnTo>
                  <a:pt x="506746" y="172719"/>
                </a:lnTo>
                <a:lnTo>
                  <a:pt x="876268" y="172719"/>
                </a:lnTo>
                <a:lnTo>
                  <a:pt x="876268" y="196849"/>
                </a:lnTo>
                <a:lnTo>
                  <a:pt x="873974" y="200659"/>
                </a:lnTo>
                <a:lnTo>
                  <a:pt x="866710" y="204469"/>
                </a:lnTo>
                <a:lnTo>
                  <a:pt x="857815" y="207009"/>
                </a:lnTo>
                <a:close/>
              </a:path>
              <a:path w="876300" h="842010">
                <a:moveTo>
                  <a:pt x="242231" y="685799"/>
                </a:moveTo>
                <a:lnTo>
                  <a:pt x="229051" y="685799"/>
                </a:lnTo>
                <a:lnTo>
                  <a:pt x="222549" y="684529"/>
                </a:lnTo>
                <a:lnTo>
                  <a:pt x="216381" y="681989"/>
                </a:lnTo>
                <a:lnTo>
                  <a:pt x="210690" y="679449"/>
                </a:lnTo>
                <a:lnTo>
                  <a:pt x="205619" y="674369"/>
                </a:lnTo>
                <a:lnTo>
                  <a:pt x="168412" y="637539"/>
                </a:lnTo>
                <a:lnTo>
                  <a:pt x="156894" y="607059"/>
                </a:lnTo>
                <a:lnTo>
                  <a:pt x="157801" y="600709"/>
                </a:lnTo>
                <a:lnTo>
                  <a:pt x="159779" y="594359"/>
                </a:lnTo>
                <a:lnTo>
                  <a:pt x="162793" y="588009"/>
                </a:lnTo>
                <a:lnTo>
                  <a:pt x="190336" y="544829"/>
                </a:lnTo>
                <a:lnTo>
                  <a:pt x="190607" y="539749"/>
                </a:lnTo>
                <a:lnTo>
                  <a:pt x="190675" y="538479"/>
                </a:lnTo>
                <a:lnTo>
                  <a:pt x="188101" y="532129"/>
                </a:lnTo>
                <a:lnTo>
                  <a:pt x="185411" y="527049"/>
                </a:lnTo>
                <a:lnTo>
                  <a:pt x="182861" y="520699"/>
                </a:lnTo>
                <a:lnTo>
                  <a:pt x="180459" y="514349"/>
                </a:lnTo>
                <a:lnTo>
                  <a:pt x="178212" y="509269"/>
                </a:lnTo>
                <a:lnTo>
                  <a:pt x="176207" y="502919"/>
                </a:lnTo>
                <a:lnTo>
                  <a:pt x="171553" y="499109"/>
                </a:lnTo>
                <a:lnTo>
                  <a:pt x="120763" y="487679"/>
                </a:lnTo>
                <a:lnTo>
                  <a:pt x="114453" y="485139"/>
                </a:lnTo>
                <a:lnTo>
                  <a:pt x="108596" y="482599"/>
                </a:lnTo>
                <a:lnTo>
                  <a:pt x="103325" y="477519"/>
                </a:lnTo>
                <a:lnTo>
                  <a:pt x="98776" y="473709"/>
                </a:lnTo>
                <a:lnTo>
                  <a:pt x="90211" y="393699"/>
                </a:lnTo>
                <a:lnTo>
                  <a:pt x="90951" y="384809"/>
                </a:lnTo>
                <a:lnTo>
                  <a:pt x="114420" y="349249"/>
                </a:lnTo>
                <a:lnTo>
                  <a:pt x="174322" y="332739"/>
                </a:lnTo>
                <a:lnTo>
                  <a:pt x="174960" y="332739"/>
                </a:lnTo>
                <a:lnTo>
                  <a:pt x="175248" y="331469"/>
                </a:lnTo>
                <a:lnTo>
                  <a:pt x="177523" y="325119"/>
                </a:lnTo>
                <a:lnTo>
                  <a:pt x="179957" y="318769"/>
                </a:lnTo>
                <a:lnTo>
                  <a:pt x="182541" y="313689"/>
                </a:lnTo>
                <a:lnTo>
                  <a:pt x="185646" y="306069"/>
                </a:lnTo>
                <a:lnTo>
                  <a:pt x="161812" y="267969"/>
                </a:lnTo>
                <a:lnTo>
                  <a:pt x="157846" y="259079"/>
                </a:lnTo>
                <a:lnTo>
                  <a:pt x="155242" y="251459"/>
                </a:lnTo>
                <a:lnTo>
                  <a:pt x="154048" y="242569"/>
                </a:lnTo>
                <a:lnTo>
                  <a:pt x="154308" y="233679"/>
                </a:lnTo>
                <a:lnTo>
                  <a:pt x="204819" y="167639"/>
                </a:lnTo>
                <a:lnTo>
                  <a:pt x="235673" y="152399"/>
                </a:lnTo>
                <a:lnTo>
                  <a:pt x="244405" y="152399"/>
                </a:lnTo>
                <a:lnTo>
                  <a:pt x="253026" y="153669"/>
                </a:lnTo>
                <a:lnTo>
                  <a:pt x="261330" y="156209"/>
                </a:lnTo>
                <a:lnTo>
                  <a:pt x="269112" y="160019"/>
                </a:lnTo>
                <a:lnTo>
                  <a:pt x="291274" y="173989"/>
                </a:lnTo>
                <a:lnTo>
                  <a:pt x="244887" y="173989"/>
                </a:lnTo>
                <a:lnTo>
                  <a:pt x="231525" y="175259"/>
                </a:lnTo>
                <a:lnTo>
                  <a:pt x="225227" y="177799"/>
                </a:lnTo>
                <a:lnTo>
                  <a:pt x="180115" y="223519"/>
                </a:lnTo>
                <a:lnTo>
                  <a:pt x="177073" y="229869"/>
                </a:lnTo>
                <a:lnTo>
                  <a:pt x="175532" y="242569"/>
                </a:lnTo>
                <a:lnTo>
                  <a:pt x="177066" y="250189"/>
                </a:lnTo>
                <a:lnTo>
                  <a:pt x="208403" y="300989"/>
                </a:lnTo>
                <a:lnTo>
                  <a:pt x="208725" y="306069"/>
                </a:lnTo>
                <a:lnTo>
                  <a:pt x="208805" y="307339"/>
                </a:lnTo>
                <a:lnTo>
                  <a:pt x="208886" y="308609"/>
                </a:lnTo>
                <a:lnTo>
                  <a:pt x="201858" y="323849"/>
                </a:lnTo>
                <a:lnTo>
                  <a:pt x="198776" y="331469"/>
                </a:lnTo>
                <a:lnTo>
                  <a:pt x="193278" y="346709"/>
                </a:lnTo>
                <a:lnTo>
                  <a:pt x="186711" y="353059"/>
                </a:lnTo>
                <a:lnTo>
                  <a:pt x="128922" y="365759"/>
                </a:lnTo>
                <a:lnTo>
                  <a:pt x="123016" y="369569"/>
                </a:lnTo>
                <a:lnTo>
                  <a:pt x="114653" y="380999"/>
                </a:lnTo>
                <a:lnTo>
                  <a:pt x="112352" y="387349"/>
                </a:lnTo>
                <a:lnTo>
                  <a:pt x="112352" y="457199"/>
                </a:lnTo>
                <a:lnTo>
                  <a:pt x="117879" y="463549"/>
                </a:lnTo>
                <a:lnTo>
                  <a:pt x="170797" y="476249"/>
                </a:lnTo>
                <a:lnTo>
                  <a:pt x="180125" y="480059"/>
                </a:lnTo>
                <a:lnTo>
                  <a:pt x="188161" y="485139"/>
                </a:lnTo>
                <a:lnTo>
                  <a:pt x="194582" y="492759"/>
                </a:lnTo>
                <a:lnTo>
                  <a:pt x="199067" y="501649"/>
                </a:lnTo>
                <a:lnTo>
                  <a:pt x="201703" y="509269"/>
                </a:lnTo>
                <a:lnTo>
                  <a:pt x="204741" y="515619"/>
                </a:lnTo>
                <a:lnTo>
                  <a:pt x="208100" y="523239"/>
                </a:lnTo>
                <a:lnTo>
                  <a:pt x="211232" y="532129"/>
                </a:lnTo>
                <a:lnTo>
                  <a:pt x="211910" y="542289"/>
                </a:lnTo>
                <a:lnTo>
                  <a:pt x="210157" y="552449"/>
                </a:lnTo>
                <a:lnTo>
                  <a:pt x="205999" y="561339"/>
                </a:lnTo>
                <a:lnTo>
                  <a:pt x="177305" y="607059"/>
                </a:lnTo>
                <a:lnTo>
                  <a:pt x="178319" y="615949"/>
                </a:lnTo>
                <a:lnTo>
                  <a:pt x="227023" y="664209"/>
                </a:lnTo>
                <a:lnTo>
                  <a:pt x="235857" y="665479"/>
                </a:lnTo>
                <a:lnTo>
                  <a:pt x="278614" y="665479"/>
                </a:lnTo>
                <a:lnTo>
                  <a:pt x="254448" y="680719"/>
                </a:lnTo>
                <a:lnTo>
                  <a:pt x="248537" y="683259"/>
                </a:lnTo>
                <a:lnTo>
                  <a:pt x="242231" y="685799"/>
                </a:lnTo>
                <a:close/>
              </a:path>
              <a:path w="876300" h="842010">
                <a:moveTo>
                  <a:pt x="876268" y="172719"/>
                </a:moveTo>
                <a:lnTo>
                  <a:pt x="837830" y="172719"/>
                </a:lnTo>
                <a:lnTo>
                  <a:pt x="841731" y="166369"/>
                </a:lnTo>
                <a:lnTo>
                  <a:pt x="849216" y="161289"/>
                </a:lnTo>
                <a:lnTo>
                  <a:pt x="857815" y="161289"/>
                </a:lnTo>
                <a:lnTo>
                  <a:pt x="866710" y="162559"/>
                </a:lnTo>
                <a:lnTo>
                  <a:pt x="873974" y="167639"/>
                </a:lnTo>
                <a:lnTo>
                  <a:pt x="876268" y="171449"/>
                </a:lnTo>
                <a:lnTo>
                  <a:pt x="876268" y="172719"/>
                </a:lnTo>
                <a:close/>
              </a:path>
              <a:path w="876300" h="842010">
                <a:moveTo>
                  <a:pt x="310935" y="207009"/>
                </a:moveTo>
                <a:lnTo>
                  <a:pt x="302123" y="207009"/>
                </a:lnTo>
                <a:lnTo>
                  <a:pt x="251712" y="175259"/>
                </a:lnTo>
                <a:lnTo>
                  <a:pt x="244887" y="173989"/>
                </a:lnTo>
                <a:lnTo>
                  <a:pt x="291274" y="173989"/>
                </a:lnTo>
                <a:lnTo>
                  <a:pt x="307392" y="184149"/>
                </a:lnTo>
                <a:lnTo>
                  <a:pt x="354752" y="184149"/>
                </a:lnTo>
                <a:lnTo>
                  <a:pt x="354459" y="185419"/>
                </a:lnTo>
                <a:lnTo>
                  <a:pt x="348581" y="191769"/>
                </a:lnTo>
                <a:lnTo>
                  <a:pt x="333158" y="196849"/>
                </a:lnTo>
                <a:lnTo>
                  <a:pt x="325724" y="200659"/>
                </a:lnTo>
                <a:lnTo>
                  <a:pt x="310935" y="207009"/>
                </a:lnTo>
                <a:close/>
              </a:path>
              <a:path w="876300" h="842010">
                <a:moveTo>
                  <a:pt x="420724" y="608329"/>
                </a:moveTo>
                <a:lnTo>
                  <a:pt x="367190" y="600709"/>
                </a:lnTo>
                <a:lnTo>
                  <a:pt x="319521" y="577849"/>
                </a:lnTo>
                <a:lnTo>
                  <a:pt x="280769" y="542289"/>
                </a:lnTo>
                <a:lnTo>
                  <a:pt x="253740" y="497839"/>
                </a:lnTo>
                <a:lnTo>
                  <a:pt x="240390" y="445769"/>
                </a:lnTo>
                <a:lnTo>
                  <a:pt x="239493" y="426719"/>
                </a:lnTo>
                <a:lnTo>
                  <a:pt x="240390" y="408939"/>
                </a:lnTo>
                <a:lnTo>
                  <a:pt x="253740" y="356869"/>
                </a:lnTo>
                <a:lnTo>
                  <a:pt x="280769" y="312419"/>
                </a:lnTo>
                <a:lnTo>
                  <a:pt x="319521" y="276859"/>
                </a:lnTo>
                <a:lnTo>
                  <a:pt x="367190" y="253999"/>
                </a:lnTo>
                <a:lnTo>
                  <a:pt x="402525" y="246379"/>
                </a:lnTo>
                <a:lnTo>
                  <a:pt x="439202" y="246379"/>
                </a:lnTo>
                <a:lnTo>
                  <a:pt x="475043" y="253999"/>
                </a:lnTo>
                <a:lnTo>
                  <a:pt x="492285" y="260349"/>
                </a:lnTo>
                <a:lnTo>
                  <a:pt x="506977" y="267969"/>
                </a:lnTo>
                <a:lnTo>
                  <a:pt x="420724" y="267969"/>
                </a:lnTo>
                <a:lnTo>
                  <a:pt x="370492" y="276859"/>
                </a:lnTo>
                <a:lnTo>
                  <a:pt x="326826" y="298449"/>
                </a:lnTo>
                <a:lnTo>
                  <a:pt x="292367" y="334009"/>
                </a:lnTo>
                <a:lnTo>
                  <a:pt x="269755" y="377189"/>
                </a:lnTo>
                <a:lnTo>
                  <a:pt x="261631" y="426719"/>
                </a:lnTo>
                <a:lnTo>
                  <a:pt x="269755" y="477519"/>
                </a:lnTo>
                <a:lnTo>
                  <a:pt x="292367" y="520699"/>
                </a:lnTo>
                <a:lnTo>
                  <a:pt x="326826" y="556259"/>
                </a:lnTo>
                <a:lnTo>
                  <a:pt x="370492" y="577849"/>
                </a:lnTo>
                <a:lnTo>
                  <a:pt x="420724" y="586739"/>
                </a:lnTo>
                <a:lnTo>
                  <a:pt x="507038" y="586739"/>
                </a:lnTo>
                <a:lnTo>
                  <a:pt x="491274" y="594359"/>
                </a:lnTo>
                <a:lnTo>
                  <a:pt x="474261" y="600709"/>
                </a:lnTo>
                <a:lnTo>
                  <a:pt x="456790" y="604519"/>
                </a:lnTo>
                <a:lnTo>
                  <a:pt x="438924" y="607059"/>
                </a:lnTo>
                <a:lnTo>
                  <a:pt x="420724" y="608329"/>
                </a:lnTo>
                <a:close/>
              </a:path>
              <a:path w="876300" h="842010">
                <a:moveTo>
                  <a:pt x="741448" y="330199"/>
                </a:moveTo>
                <a:lnTo>
                  <a:pt x="732842" y="330199"/>
                </a:lnTo>
                <a:lnTo>
                  <a:pt x="725354" y="325119"/>
                </a:lnTo>
                <a:lnTo>
                  <a:pt x="721456" y="318769"/>
                </a:lnTo>
                <a:lnTo>
                  <a:pt x="537865" y="318769"/>
                </a:lnTo>
                <a:lnTo>
                  <a:pt x="534609" y="317499"/>
                </a:lnTo>
                <a:lnTo>
                  <a:pt x="532600" y="313689"/>
                </a:lnTo>
                <a:lnTo>
                  <a:pt x="508417" y="294639"/>
                </a:lnTo>
                <a:lnTo>
                  <a:pt x="481275" y="280669"/>
                </a:lnTo>
                <a:lnTo>
                  <a:pt x="451826" y="271779"/>
                </a:lnTo>
                <a:lnTo>
                  <a:pt x="420724" y="267969"/>
                </a:lnTo>
                <a:lnTo>
                  <a:pt x="506977" y="267969"/>
                </a:lnTo>
                <a:lnTo>
                  <a:pt x="520897" y="275589"/>
                </a:lnTo>
                <a:lnTo>
                  <a:pt x="534007" y="285749"/>
                </a:lnTo>
                <a:lnTo>
                  <a:pt x="546268" y="297179"/>
                </a:lnTo>
                <a:lnTo>
                  <a:pt x="761526" y="297179"/>
                </a:lnTo>
                <a:lnTo>
                  <a:pt x="762505" y="298449"/>
                </a:lnTo>
                <a:lnTo>
                  <a:pt x="764301" y="307339"/>
                </a:lnTo>
                <a:lnTo>
                  <a:pt x="762505" y="316229"/>
                </a:lnTo>
                <a:lnTo>
                  <a:pt x="757607" y="323849"/>
                </a:lnTo>
                <a:lnTo>
                  <a:pt x="750343" y="328929"/>
                </a:lnTo>
                <a:lnTo>
                  <a:pt x="741448" y="330199"/>
                </a:lnTo>
                <a:close/>
              </a:path>
              <a:path w="876300" h="842010">
                <a:moveTo>
                  <a:pt x="761526" y="297179"/>
                </a:moveTo>
                <a:lnTo>
                  <a:pt x="721456" y="297179"/>
                </a:lnTo>
                <a:lnTo>
                  <a:pt x="725354" y="289559"/>
                </a:lnTo>
                <a:lnTo>
                  <a:pt x="732842" y="284479"/>
                </a:lnTo>
                <a:lnTo>
                  <a:pt x="741448" y="284479"/>
                </a:lnTo>
                <a:lnTo>
                  <a:pt x="750343" y="287019"/>
                </a:lnTo>
                <a:lnTo>
                  <a:pt x="757607" y="292099"/>
                </a:lnTo>
                <a:lnTo>
                  <a:pt x="761526" y="297179"/>
                </a:lnTo>
                <a:close/>
              </a:path>
              <a:path w="876300" h="842010">
                <a:moveTo>
                  <a:pt x="507038" y="586739"/>
                </a:moveTo>
                <a:lnTo>
                  <a:pt x="420724" y="586739"/>
                </a:lnTo>
                <a:lnTo>
                  <a:pt x="470957" y="577849"/>
                </a:lnTo>
                <a:lnTo>
                  <a:pt x="514623" y="556259"/>
                </a:lnTo>
                <a:lnTo>
                  <a:pt x="549080" y="520699"/>
                </a:lnTo>
                <a:lnTo>
                  <a:pt x="571691" y="477519"/>
                </a:lnTo>
                <a:lnTo>
                  <a:pt x="579814" y="426719"/>
                </a:lnTo>
                <a:lnTo>
                  <a:pt x="579814" y="421639"/>
                </a:lnTo>
                <a:lnTo>
                  <a:pt x="584777" y="416559"/>
                </a:lnTo>
                <a:lnTo>
                  <a:pt x="789455" y="416559"/>
                </a:lnTo>
                <a:lnTo>
                  <a:pt x="793356" y="408939"/>
                </a:lnTo>
                <a:lnTo>
                  <a:pt x="800841" y="403859"/>
                </a:lnTo>
                <a:lnTo>
                  <a:pt x="809439" y="403859"/>
                </a:lnTo>
                <a:lnTo>
                  <a:pt x="818334" y="406399"/>
                </a:lnTo>
                <a:lnTo>
                  <a:pt x="825599" y="411479"/>
                </a:lnTo>
                <a:lnTo>
                  <a:pt x="830496" y="417829"/>
                </a:lnTo>
                <a:lnTo>
                  <a:pt x="832292" y="426719"/>
                </a:lnTo>
                <a:lnTo>
                  <a:pt x="830496" y="435609"/>
                </a:lnTo>
                <a:lnTo>
                  <a:pt x="828864" y="438149"/>
                </a:lnTo>
                <a:lnTo>
                  <a:pt x="601627" y="438149"/>
                </a:lnTo>
                <a:lnTo>
                  <a:pt x="600062" y="453389"/>
                </a:lnTo>
                <a:lnTo>
                  <a:pt x="587716" y="497839"/>
                </a:lnTo>
                <a:lnTo>
                  <a:pt x="560677" y="542289"/>
                </a:lnTo>
                <a:lnTo>
                  <a:pt x="521927" y="577849"/>
                </a:lnTo>
                <a:lnTo>
                  <a:pt x="507038" y="586739"/>
                </a:lnTo>
                <a:close/>
              </a:path>
              <a:path w="876300" h="842010">
                <a:moveTo>
                  <a:pt x="809439" y="449579"/>
                </a:moveTo>
                <a:lnTo>
                  <a:pt x="800841" y="449579"/>
                </a:lnTo>
                <a:lnTo>
                  <a:pt x="793356" y="445769"/>
                </a:lnTo>
                <a:lnTo>
                  <a:pt x="789455" y="438149"/>
                </a:lnTo>
                <a:lnTo>
                  <a:pt x="828864" y="438149"/>
                </a:lnTo>
                <a:lnTo>
                  <a:pt x="825599" y="443229"/>
                </a:lnTo>
                <a:lnTo>
                  <a:pt x="818334" y="448309"/>
                </a:lnTo>
                <a:lnTo>
                  <a:pt x="809439" y="449579"/>
                </a:lnTo>
                <a:close/>
              </a:path>
              <a:path w="876300" h="842010">
                <a:moveTo>
                  <a:pt x="644812" y="665479"/>
                </a:moveTo>
                <a:lnTo>
                  <a:pt x="605591" y="665479"/>
                </a:lnTo>
                <a:lnTo>
                  <a:pt x="614425" y="664209"/>
                </a:lnTo>
                <a:lnTo>
                  <a:pt x="663133" y="615949"/>
                </a:lnTo>
                <a:lnTo>
                  <a:pt x="664143" y="607059"/>
                </a:lnTo>
                <a:lnTo>
                  <a:pt x="636939" y="563879"/>
                </a:lnTo>
                <a:lnTo>
                  <a:pt x="634778" y="561339"/>
                </a:lnTo>
                <a:lnTo>
                  <a:pt x="633429" y="558799"/>
                </a:lnTo>
                <a:lnTo>
                  <a:pt x="633429" y="548639"/>
                </a:lnTo>
                <a:lnTo>
                  <a:pt x="638384" y="544829"/>
                </a:lnTo>
                <a:lnTo>
                  <a:pt x="824409" y="544829"/>
                </a:lnTo>
                <a:lnTo>
                  <a:pt x="828306" y="537209"/>
                </a:lnTo>
                <a:lnTo>
                  <a:pt x="835802" y="532129"/>
                </a:lnTo>
                <a:lnTo>
                  <a:pt x="844401" y="532129"/>
                </a:lnTo>
                <a:lnTo>
                  <a:pt x="853296" y="534669"/>
                </a:lnTo>
                <a:lnTo>
                  <a:pt x="860560" y="539749"/>
                </a:lnTo>
                <a:lnTo>
                  <a:pt x="865458" y="546099"/>
                </a:lnTo>
                <a:lnTo>
                  <a:pt x="867254" y="554989"/>
                </a:lnTo>
                <a:lnTo>
                  <a:pt x="865458" y="563879"/>
                </a:lnTo>
                <a:lnTo>
                  <a:pt x="863825" y="566419"/>
                </a:lnTo>
                <a:lnTo>
                  <a:pt x="664869" y="566419"/>
                </a:lnTo>
                <a:lnTo>
                  <a:pt x="678659" y="588009"/>
                </a:lnTo>
                <a:lnTo>
                  <a:pt x="681671" y="594359"/>
                </a:lnTo>
                <a:lnTo>
                  <a:pt x="683647" y="600709"/>
                </a:lnTo>
                <a:lnTo>
                  <a:pt x="684555" y="607059"/>
                </a:lnTo>
                <a:lnTo>
                  <a:pt x="684360" y="613409"/>
                </a:lnTo>
                <a:lnTo>
                  <a:pt x="683045" y="621029"/>
                </a:lnTo>
                <a:lnTo>
                  <a:pt x="680672" y="626109"/>
                </a:lnTo>
                <a:lnTo>
                  <a:pt x="677312" y="632459"/>
                </a:lnTo>
                <a:lnTo>
                  <a:pt x="673033" y="637539"/>
                </a:lnTo>
                <a:lnTo>
                  <a:pt x="644812" y="665479"/>
                </a:lnTo>
                <a:close/>
              </a:path>
              <a:path w="876300" h="842010">
                <a:moveTo>
                  <a:pt x="844401" y="577849"/>
                </a:moveTo>
                <a:lnTo>
                  <a:pt x="835802" y="577849"/>
                </a:lnTo>
                <a:lnTo>
                  <a:pt x="828306" y="574039"/>
                </a:lnTo>
                <a:lnTo>
                  <a:pt x="824409" y="566419"/>
                </a:lnTo>
                <a:lnTo>
                  <a:pt x="863825" y="566419"/>
                </a:lnTo>
                <a:lnTo>
                  <a:pt x="860560" y="571499"/>
                </a:lnTo>
                <a:lnTo>
                  <a:pt x="853296" y="576579"/>
                </a:lnTo>
                <a:lnTo>
                  <a:pt x="844401" y="577849"/>
                </a:lnTo>
                <a:close/>
              </a:path>
              <a:path w="876300" h="842010">
                <a:moveTo>
                  <a:pt x="278614" y="665479"/>
                </a:moveTo>
                <a:lnTo>
                  <a:pt x="235857" y="665479"/>
                </a:lnTo>
                <a:lnTo>
                  <a:pt x="282013" y="637539"/>
                </a:lnTo>
                <a:lnTo>
                  <a:pt x="291057" y="632459"/>
                </a:lnTo>
                <a:lnTo>
                  <a:pt x="300676" y="631189"/>
                </a:lnTo>
                <a:lnTo>
                  <a:pt x="310440" y="631189"/>
                </a:lnTo>
                <a:lnTo>
                  <a:pt x="319917" y="634999"/>
                </a:lnTo>
                <a:lnTo>
                  <a:pt x="326986" y="638809"/>
                </a:lnTo>
                <a:lnTo>
                  <a:pt x="341712" y="643889"/>
                </a:lnTo>
                <a:lnTo>
                  <a:pt x="350607" y="648969"/>
                </a:lnTo>
                <a:lnTo>
                  <a:pt x="355027" y="652779"/>
                </a:lnTo>
                <a:lnTo>
                  <a:pt x="298753" y="652779"/>
                </a:lnTo>
                <a:lnTo>
                  <a:pt x="278614" y="665479"/>
                </a:lnTo>
                <a:close/>
              </a:path>
              <a:path w="876300" h="842010">
                <a:moveTo>
                  <a:pt x="482722" y="730249"/>
                </a:moveTo>
                <a:lnTo>
                  <a:pt x="455159" y="730249"/>
                </a:lnTo>
                <a:lnTo>
                  <a:pt x="462127" y="725169"/>
                </a:lnTo>
                <a:lnTo>
                  <a:pt x="474472" y="671829"/>
                </a:lnTo>
                <a:lnTo>
                  <a:pt x="514466" y="638809"/>
                </a:lnTo>
                <a:lnTo>
                  <a:pt x="521535" y="634999"/>
                </a:lnTo>
                <a:lnTo>
                  <a:pt x="531012" y="631189"/>
                </a:lnTo>
                <a:lnTo>
                  <a:pt x="540775" y="631189"/>
                </a:lnTo>
                <a:lnTo>
                  <a:pt x="550394" y="632459"/>
                </a:lnTo>
                <a:lnTo>
                  <a:pt x="559435" y="637539"/>
                </a:lnTo>
                <a:lnTo>
                  <a:pt x="584611" y="652779"/>
                </a:lnTo>
                <a:lnTo>
                  <a:pt x="536449" y="652779"/>
                </a:lnTo>
                <a:lnTo>
                  <a:pt x="531033" y="655319"/>
                </a:lnTo>
                <a:lnTo>
                  <a:pt x="513232" y="662939"/>
                </a:lnTo>
                <a:lnTo>
                  <a:pt x="507181" y="664209"/>
                </a:lnTo>
                <a:lnTo>
                  <a:pt x="501554" y="666749"/>
                </a:lnTo>
                <a:lnTo>
                  <a:pt x="497391" y="671829"/>
                </a:lnTo>
                <a:lnTo>
                  <a:pt x="485537" y="722629"/>
                </a:lnTo>
                <a:lnTo>
                  <a:pt x="483487" y="728979"/>
                </a:lnTo>
                <a:lnTo>
                  <a:pt x="482722" y="730249"/>
                </a:lnTo>
                <a:close/>
              </a:path>
              <a:path w="876300" h="842010">
                <a:moveTo>
                  <a:pt x="447032" y="753109"/>
                </a:moveTo>
                <a:lnTo>
                  <a:pt x="394416" y="753109"/>
                </a:lnTo>
                <a:lnTo>
                  <a:pt x="381407" y="750569"/>
                </a:lnTo>
                <a:lnTo>
                  <a:pt x="344064" y="671829"/>
                </a:lnTo>
                <a:lnTo>
                  <a:pt x="339902" y="666749"/>
                </a:lnTo>
                <a:lnTo>
                  <a:pt x="334275" y="664209"/>
                </a:lnTo>
                <a:lnTo>
                  <a:pt x="328221" y="662939"/>
                </a:lnTo>
                <a:lnTo>
                  <a:pt x="310415" y="655319"/>
                </a:lnTo>
                <a:lnTo>
                  <a:pt x="305003" y="652779"/>
                </a:lnTo>
                <a:lnTo>
                  <a:pt x="355027" y="652779"/>
                </a:lnTo>
                <a:lnTo>
                  <a:pt x="357973" y="655319"/>
                </a:lnTo>
                <a:lnTo>
                  <a:pt x="363525" y="662939"/>
                </a:lnTo>
                <a:lnTo>
                  <a:pt x="366973" y="671829"/>
                </a:lnTo>
                <a:lnTo>
                  <a:pt x="379321" y="725169"/>
                </a:lnTo>
                <a:lnTo>
                  <a:pt x="386290" y="730249"/>
                </a:lnTo>
                <a:lnTo>
                  <a:pt x="482722" y="730249"/>
                </a:lnTo>
                <a:lnTo>
                  <a:pt x="480426" y="734059"/>
                </a:lnTo>
                <a:lnTo>
                  <a:pt x="476439" y="739139"/>
                </a:lnTo>
                <a:lnTo>
                  <a:pt x="471614" y="744219"/>
                </a:lnTo>
                <a:lnTo>
                  <a:pt x="466082" y="748029"/>
                </a:lnTo>
                <a:lnTo>
                  <a:pt x="460041" y="750569"/>
                </a:lnTo>
                <a:lnTo>
                  <a:pt x="447032" y="753109"/>
                </a:lnTo>
                <a:close/>
              </a:path>
              <a:path w="876300" h="842010">
                <a:moveTo>
                  <a:pt x="612397" y="685799"/>
                </a:moveTo>
                <a:lnTo>
                  <a:pt x="599220" y="685799"/>
                </a:lnTo>
                <a:lnTo>
                  <a:pt x="592915" y="683259"/>
                </a:lnTo>
                <a:lnTo>
                  <a:pt x="587008" y="680719"/>
                </a:lnTo>
                <a:lnTo>
                  <a:pt x="542699" y="652779"/>
                </a:lnTo>
                <a:lnTo>
                  <a:pt x="584611" y="652779"/>
                </a:lnTo>
                <a:lnTo>
                  <a:pt x="605591" y="665479"/>
                </a:lnTo>
                <a:lnTo>
                  <a:pt x="644812" y="665479"/>
                </a:lnTo>
                <a:lnTo>
                  <a:pt x="635833" y="674369"/>
                </a:lnTo>
                <a:lnTo>
                  <a:pt x="630760" y="679449"/>
                </a:lnTo>
                <a:lnTo>
                  <a:pt x="625068" y="681989"/>
                </a:lnTo>
                <a:lnTo>
                  <a:pt x="618899" y="684529"/>
                </a:lnTo>
                <a:lnTo>
                  <a:pt x="612397" y="685799"/>
                </a:lnTo>
                <a:close/>
              </a:path>
              <a:path w="876300" h="842010">
                <a:moveTo>
                  <a:pt x="549233" y="821689"/>
                </a:moveTo>
                <a:lnTo>
                  <a:pt x="421215" y="821689"/>
                </a:lnTo>
                <a:lnTo>
                  <a:pt x="475321" y="817879"/>
                </a:lnTo>
                <a:lnTo>
                  <a:pt x="527704" y="807719"/>
                </a:lnTo>
                <a:lnTo>
                  <a:pt x="577918" y="789939"/>
                </a:lnTo>
                <a:lnTo>
                  <a:pt x="625515" y="765809"/>
                </a:lnTo>
                <a:lnTo>
                  <a:pt x="670050" y="735329"/>
                </a:lnTo>
                <a:lnTo>
                  <a:pt x="671853" y="734059"/>
                </a:lnTo>
                <a:lnTo>
                  <a:pt x="674091" y="732789"/>
                </a:lnTo>
                <a:lnTo>
                  <a:pt x="757107" y="732789"/>
                </a:lnTo>
                <a:lnTo>
                  <a:pt x="760960" y="726439"/>
                </a:lnTo>
                <a:lnTo>
                  <a:pt x="768246" y="721359"/>
                </a:lnTo>
                <a:lnTo>
                  <a:pt x="776609" y="721359"/>
                </a:lnTo>
                <a:lnTo>
                  <a:pt x="785331" y="722629"/>
                </a:lnTo>
                <a:lnTo>
                  <a:pt x="792454" y="727709"/>
                </a:lnTo>
                <a:lnTo>
                  <a:pt x="797258" y="735329"/>
                </a:lnTo>
                <a:lnTo>
                  <a:pt x="799019" y="744219"/>
                </a:lnTo>
                <a:lnTo>
                  <a:pt x="797258" y="753109"/>
                </a:lnTo>
                <a:lnTo>
                  <a:pt x="679917" y="753109"/>
                </a:lnTo>
                <a:lnTo>
                  <a:pt x="652421" y="773429"/>
                </a:lnTo>
                <a:lnTo>
                  <a:pt x="623549" y="789939"/>
                </a:lnTo>
                <a:lnTo>
                  <a:pt x="593401" y="805179"/>
                </a:lnTo>
                <a:lnTo>
                  <a:pt x="562079" y="817879"/>
                </a:lnTo>
                <a:lnTo>
                  <a:pt x="549233" y="821689"/>
                </a:lnTo>
                <a:close/>
              </a:path>
              <a:path w="876300" h="842010">
                <a:moveTo>
                  <a:pt x="776609" y="765809"/>
                </a:moveTo>
                <a:lnTo>
                  <a:pt x="767568" y="765809"/>
                </a:lnTo>
                <a:lnTo>
                  <a:pt x="759781" y="760729"/>
                </a:lnTo>
                <a:lnTo>
                  <a:pt x="756230" y="753109"/>
                </a:lnTo>
                <a:lnTo>
                  <a:pt x="797258" y="753109"/>
                </a:lnTo>
                <a:lnTo>
                  <a:pt x="792454" y="759459"/>
                </a:lnTo>
                <a:lnTo>
                  <a:pt x="785331" y="764539"/>
                </a:lnTo>
                <a:lnTo>
                  <a:pt x="776609" y="765809"/>
                </a:lnTo>
                <a:close/>
              </a:path>
            </a:pathLst>
          </a:custGeom>
          <a:solidFill>
            <a:srgbClr val="504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1010" y="2307590"/>
            <a:ext cx="6189345" cy="6950709"/>
            <a:chOff x="91010" y="2307590"/>
            <a:chExt cx="6189345" cy="6950709"/>
          </a:xfrm>
        </p:grpSpPr>
        <p:sp>
          <p:nvSpPr>
            <p:cNvPr id="5" name="object 5"/>
            <p:cNvSpPr/>
            <p:nvPr/>
          </p:nvSpPr>
          <p:spPr>
            <a:xfrm>
              <a:off x="2451030" y="3549872"/>
              <a:ext cx="878840" cy="795655"/>
            </a:xfrm>
            <a:custGeom>
              <a:avLst/>
              <a:gdLst/>
              <a:ahLst/>
              <a:cxnLst/>
              <a:rect l="l" t="t" r="r" b="b"/>
              <a:pathLst>
                <a:path w="878839" h="795654">
                  <a:moveTo>
                    <a:pt x="460339" y="83698"/>
                  </a:moveTo>
                  <a:lnTo>
                    <a:pt x="418490" y="83698"/>
                  </a:lnTo>
                  <a:lnTo>
                    <a:pt x="418490" y="18149"/>
                  </a:lnTo>
                  <a:lnTo>
                    <a:pt x="436640" y="0"/>
                  </a:lnTo>
                  <a:lnTo>
                    <a:pt x="442189" y="0"/>
                  </a:lnTo>
                  <a:lnTo>
                    <a:pt x="460339" y="83698"/>
                  </a:lnTo>
                  <a:close/>
                </a:path>
                <a:path w="878839" h="795654">
                  <a:moveTo>
                    <a:pt x="441137" y="795129"/>
                  </a:moveTo>
                  <a:lnTo>
                    <a:pt x="437692" y="795129"/>
                  </a:lnTo>
                  <a:lnTo>
                    <a:pt x="435996" y="794920"/>
                  </a:lnTo>
                  <a:lnTo>
                    <a:pt x="344514" y="669578"/>
                  </a:lnTo>
                  <a:lnTo>
                    <a:pt x="223301" y="669578"/>
                  </a:lnTo>
                  <a:lnTo>
                    <a:pt x="183803" y="658963"/>
                  </a:lnTo>
                  <a:lnTo>
                    <a:pt x="151362" y="634056"/>
                  </a:lnTo>
                  <a:lnTo>
                    <a:pt x="130905" y="598640"/>
                  </a:lnTo>
                  <a:lnTo>
                    <a:pt x="125553" y="571830"/>
                  </a:lnTo>
                  <a:lnTo>
                    <a:pt x="125553" y="181452"/>
                  </a:lnTo>
                  <a:lnTo>
                    <a:pt x="136168" y="141954"/>
                  </a:lnTo>
                  <a:lnTo>
                    <a:pt x="161074" y="109513"/>
                  </a:lnTo>
                  <a:lnTo>
                    <a:pt x="196491" y="89056"/>
                  </a:lnTo>
                  <a:lnTo>
                    <a:pt x="223365" y="83698"/>
                  </a:lnTo>
                  <a:lnTo>
                    <a:pt x="655464" y="83698"/>
                  </a:lnTo>
                  <a:lnTo>
                    <a:pt x="695026" y="94318"/>
                  </a:lnTo>
                  <a:lnTo>
                    <a:pt x="727467" y="119225"/>
                  </a:lnTo>
                  <a:lnTo>
                    <a:pt x="732501" y="125551"/>
                  </a:lnTo>
                  <a:lnTo>
                    <a:pt x="226049" y="125551"/>
                  </a:lnTo>
                  <a:lnTo>
                    <a:pt x="221968" y="125957"/>
                  </a:lnTo>
                  <a:lnTo>
                    <a:pt x="182888" y="146866"/>
                  </a:lnTo>
                  <a:lnTo>
                    <a:pt x="167400" y="184200"/>
                  </a:lnTo>
                  <a:lnTo>
                    <a:pt x="167396" y="460339"/>
                  </a:lnTo>
                  <a:lnTo>
                    <a:pt x="753276" y="460339"/>
                  </a:lnTo>
                  <a:lnTo>
                    <a:pt x="753276" y="502188"/>
                  </a:lnTo>
                  <a:lnTo>
                    <a:pt x="167396" y="502188"/>
                  </a:lnTo>
                  <a:lnTo>
                    <a:pt x="167400" y="569082"/>
                  </a:lnTo>
                  <a:lnTo>
                    <a:pt x="182888" y="606416"/>
                  </a:lnTo>
                  <a:lnTo>
                    <a:pt x="221968" y="627325"/>
                  </a:lnTo>
                  <a:lnTo>
                    <a:pt x="226049" y="627731"/>
                  </a:lnTo>
                  <a:lnTo>
                    <a:pt x="363147" y="627731"/>
                  </a:lnTo>
                  <a:lnTo>
                    <a:pt x="368979" y="630852"/>
                  </a:lnTo>
                  <a:lnTo>
                    <a:pt x="439415" y="736486"/>
                  </a:lnTo>
                  <a:lnTo>
                    <a:pt x="489709" y="736486"/>
                  </a:lnTo>
                  <a:lnTo>
                    <a:pt x="455868" y="787246"/>
                  </a:lnTo>
                  <a:lnTo>
                    <a:pt x="442833" y="794920"/>
                  </a:lnTo>
                  <a:lnTo>
                    <a:pt x="441137" y="795129"/>
                  </a:lnTo>
                  <a:close/>
                </a:path>
                <a:path w="878839" h="795654">
                  <a:moveTo>
                    <a:pt x="753276" y="460339"/>
                  </a:moveTo>
                  <a:lnTo>
                    <a:pt x="711433" y="460339"/>
                  </a:lnTo>
                  <a:lnTo>
                    <a:pt x="711429" y="184200"/>
                  </a:lnTo>
                  <a:lnTo>
                    <a:pt x="711023" y="180119"/>
                  </a:lnTo>
                  <a:lnTo>
                    <a:pt x="690114" y="141039"/>
                  </a:lnTo>
                  <a:lnTo>
                    <a:pt x="652780" y="125551"/>
                  </a:lnTo>
                  <a:lnTo>
                    <a:pt x="732501" y="125551"/>
                  </a:lnTo>
                  <a:lnTo>
                    <a:pt x="749912" y="161181"/>
                  </a:lnTo>
                  <a:lnTo>
                    <a:pt x="753276" y="181452"/>
                  </a:lnTo>
                  <a:lnTo>
                    <a:pt x="753276" y="460339"/>
                  </a:lnTo>
                  <a:close/>
                </a:path>
                <a:path w="878839" h="795654">
                  <a:moveTo>
                    <a:pt x="319417" y="355716"/>
                  </a:moveTo>
                  <a:lnTo>
                    <a:pt x="308318" y="355716"/>
                  </a:lnTo>
                  <a:lnTo>
                    <a:pt x="302979" y="354655"/>
                  </a:lnTo>
                  <a:lnTo>
                    <a:pt x="273080" y="324755"/>
                  </a:lnTo>
                  <a:lnTo>
                    <a:pt x="272018" y="319417"/>
                  </a:lnTo>
                  <a:lnTo>
                    <a:pt x="272018" y="308318"/>
                  </a:lnTo>
                  <a:lnTo>
                    <a:pt x="302979" y="273080"/>
                  </a:lnTo>
                  <a:lnTo>
                    <a:pt x="308318" y="272018"/>
                  </a:lnTo>
                  <a:lnTo>
                    <a:pt x="319417" y="272018"/>
                  </a:lnTo>
                  <a:lnTo>
                    <a:pt x="354655" y="302979"/>
                  </a:lnTo>
                  <a:lnTo>
                    <a:pt x="355716" y="308318"/>
                  </a:lnTo>
                  <a:lnTo>
                    <a:pt x="355716" y="319417"/>
                  </a:lnTo>
                  <a:lnTo>
                    <a:pt x="324755" y="354655"/>
                  </a:lnTo>
                  <a:lnTo>
                    <a:pt x="319417" y="355716"/>
                  </a:lnTo>
                  <a:close/>
                </a:path>
                <a:path w="878839" h="795654">
                  <a:moveTo>
                    <a:pt x="570511" y="355716"/>
                  </a:moveTo>
                  <a:lnTo>
                    <a:pt x="559412" y="355716"/>
                  </a:lnTo>
                  <a:lnTo>
                    <a:pt x="554074" y="354655"/>
                  </a:lnTo>
                  <a:lnTo>
                    <a:pt x="524174" y="324755"/>
                  </a:lnTo>
                  <a:lnTo>
                    <a:pt x="523113" y="319417"/>
                  </a:lnTo>
                  <a:lnTo>
                    <a:pt x="523113" y="308318"/>
                  </a:lnTo>
                  <a:lnTo>
                    <a:pt x="554074" y="273080"/>
                  </a:lnTo>
                  <a:lnTo>
                    <a:pt x="559412" y="272018"/>
                  </a:lnTo>
                  <a:lnTo>
                    <a:pt x="570511" y="272018"/>
                  </a:lnTo>
                  <a:lnTo>
                    <a:pt x="605749" y="302979"/>
                  </a:lnTo>
                  <a:lnTo>
                    <a:pt x="606811" y="308318"/>
                  </a:lnTo>
                  <a:lnTo>
                    <a:pt x="606811" y="319417"/>
                  </a:lnTo>
                  <a:lnTo>
                    <a:pt x="575850" y="354655"/>
                  </a:lnTo>
                  <a:lnTo>
                    <a:pt x="570511" y="355716"/>
                  </a:lnTo>
                  <a:close/>
                </a:path>
                <a:path w="878839" h="795654">
                  <a:moveTo>
                    <a:pt x="489709" y="736486"/>
                  </a:moveTo>
                  <a:lnTo>
                    <a:pt x="439415" y="736486"/>
                  </a:lnTo>
                  <a:lnTo>
                    <a:pt x="509851" y="630852"/>
                  </a:lnTo>
                  <a:lnTo>
                    <a:pt x="515683" y="627731"/>
                  </a:lnTo>
                  <a:lnTo>
                    <a:pt x="652780" y="627731"/>
                  </a:lnTo>
                  <a:lnTo>
                    <a:pt x="656861" y="627325"/>
                  </a:lnTo>
                  <a:lnTo>
                    <a:pt x="695941" y="606416"/>
                  </a:lnTo>
                  <a:lnTo>
                    <a:pt x="711429" y="569082"/>
                  </a:lnTo>
                  <a:lnTo>
                    <a:pt x="711433" y="502188"/>
                  </a:lnTo>
                  <a:lnTo>
                    <a:pt x="753276" y="502188"/>
                  </a:lnTo>
                  <a:lnTo>
                    <a:pt x="753276" y="571830"/>
                  </a:lnTo>
                  <a:lnTo>
                    <a:pt x="752601" y="578631"/>
                  </a:lnTo>
                  <a:lnTo>
                    <a:pt x="739438" y="617355"/>
                  </a:lnTo>
                  <a:lnTo>
                    <a:pt x="712472" y="648106"/>
                  </a:lnTo>
                  <a:lnTo>
                    <a:pt x="675799" y="666214"/>
                  </a:lnTo>
                  <a:lnTo>
                    <a:pt x="655528" y="669578"/>
                  </a:lnTo>
                  <a:lnTo>
                    <a:pt x="534315" y="669578"/>
                  </a:lnTo>
                  <a:lnTo>
                    <a:pt x="489709" y="736486"/>
                  </a:lnTo>
                  <a:close/>
                </a:path>
                <a:path w="878839" h="795654">
                  <a:moveTo>
                    <a:pt x="23699" y="418490"/>
                  </a:moveTo>
                  <a:lnTo>
                    <a:pt x="18149" y="418490"/>
                  </a:lnTo>
                  <a:lnTo>
                    <a:pt x="15480" y="417959"/>
                  </a:lnTo>
                  <a:lnTo>
                    <a:pt x="0" y="400340"/>
                  </a:lnTo>
                  <a:lnTo>
                    <a:pt x="0" y="227394"/>
                  </a:lnTo>
                  <a:lnTo>
                    <a:pt x="18149" y="209245"/>
                  </a:lnTo>
                  <a:lnTo>
                    <a:pt x="23699" y="209245"/>
                  </a:lnTo>
                  <a:lnTo>
                    <a:pt x="41849" y="227394"/>
                  </a:lnTo>
                  <a:lnTo>
                    <a:pt x="41849" y="400340"/>
                  </a:lnTo>
                  <a:lnTo>
                    <a:pt x="23699" y="418490"/>
                  </a:lnTo>
                  <a:close/>
                </a:path>
                <a:path w="878839" h="795654">
                  <a:moveTo>
                    <a:pt x="860680" y="418490"/>
                  </a:moveTo>
                  <a:lnTo>
                    <a:pt x="855130" y="418490"/>
                  </a:lnTo>
                  <a:lnTo>
                    <a:pt x="852461" y="417959"/>
                  </a:lnTo>
                  <a:lnTo>
                    <a:pt x="836980" y="400340"/>
                  </a:lnTo>
                  <a:lnTo>
                    <a:pt x="836980" y="227394"/>
                  </a:lnTo>
                  <a:lnTo>
                    <a:pt x="855130" y="209245"/>
                  </a:lnTo>
                  <a:lnTo>
                    <a:pt x="860680" y="209245"/>
                  </a:lnTo>
                  <a:lnTo>
                    <a:pt x="878830" y="227394"/>
                  </a:lnTo>
                  <a:lnTo>
                    <a:pt x="878830" y="400340"/>
                  </a:lnTo>
                  <a:lnTo>
                    <a:pt x="860680" y="418490"/>
                  </a:lnTo>
                  <a:close/>
                </a:path>
              </a:pathLst>
            </a:custGeom>
            <a:solidFill>
              <a:srgbClr val="FBB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010" y="2307590"/>
              <a:ext cx="6189042" cy="695070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7544" y="1764936"/>
            <a:ext cx="411645" cy="4709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34670" y="2307590"/>
            <a:ext cx="11449049" cy="6553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51030" y="2906600"/>
            <a:ext cx="1066799" cy="12001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43879" y="268303"/>
            <a:ext cx="845185" cy="6870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250" b="1" spc="-20" dirty="0">
                <a:solidFill>
                  <a:srgbClr val="E7E7E7"/>
                </a:solidFill>
                <a:latin typeface="Tahoma"/>
                <a:cs typeface="Tahoma"/>
              </a:rPr>
              <a:t>AUTO</a:t>
            </a:r>
            <a:endParaRPr sz="2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50" b="1" spc="-10" dirty="0">
                <a:solidFill>
                  <a:srgbClr val="E7E7E7"/>
                </a:solidFill>
                <a:latin typeface="Roboto Bk"/>
                <a:cs typeface="Roboto Bk"/>
              </a:rPr>
              <a:t>FORGE</a:t>
            </a:r>
            <a:endParaRPr sz="1850">
              <a:latin typeface="Roboto Bk"/>
              <a:cs typeface="Roboto Bk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</a:t>
            </a:r>
            <a:r>
              <a:rPr spc="-90" dirty="0"/>
              <a:t> </a:t>
            </a:r>
            <a:r>
              <a:rPr dirty="0"/>
              <a:t>OVERVIEW</a:t>
            </a:r>
            <a:r>
              <a:rPr spc="-90" dirty="0"/>
              <a:t> </a:t>
            </a:r>
            <a:r>
              <a:rPr dirty="0"/>
              <a:t>,</a:t>
            </a:r>
            <a:r>
              <a:rPr spc="-90" dirty="0"/>
              <a:t> </a:t>
            </a:r>
            <a:r>
              <a:rPr spc="50" dirty="0"/>
              <a:t>ARCHITECTURE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32654" y="2387761"/>
            <a:ext cx="191579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1" spc="-10" dirty="0">
                <a:solidFill>
                  <a:srgbClr val="E7E7E7"/>
                </a:solidFill>
                <a:latin typeface="Roboto"/>
                <a:cs typeface="Roboto"/>
              </a:rPr>
              <a:t>SOLUTION</a:t>
            </a:r>
            <a:endParaRPr sz="31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70801" y="1752853"/>
            <a:ext cx="2962910" cy="5118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1" spc="-10" dirty="0">
                <a:solidFill>
                  <a:srgbClr val="E7E7E7"/>
                </a:solidFill>
                <a:latin typeface="Roboto"/>
                <a:cs typeface="Roboto"/>
              </a:rPr>
              <a:t>ARCHITECTURE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0899" y="4196453"/>
            <a:ext cx="5636895" cy="4654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AutoForge is a </a:t>
            </a:r>
            <a:r>
              <a:rPr sz="2700" b="1" spc="-65" dirty="0">
                <a:solidFill>
                  <a:srgbClr val="E7E7E7"/>
                </a:solidFill>
                <a:latin typeface="Roboto"/>
                <a:cs typeface="Roboto"/>
              </a:rPr>
              <a:t>7-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agent, </a:t>
            </a:r>
            <a:r>
              <a:rPr sz="2700" b="1" spc="-25" dirty="0">
                <a:solidFill>
                  <a:srgbClr val="E7E7E7"/>
                </a:solidFill>
                <a:latin typeface="Roboto"/>
                <a:cs typeface="Roboto"/>
              </a:rPr>
              <a:t>human-in-</a:t>
            </a:r>
            <a:r>
              <a:rPr sz="2700" b="1" spc="-30" dirty="0">
                <a:solidFill>
                  <a:srgbClr val="E7E7E7"/>
                </a:solidFill>
                <a:latin typeface="Roboto"/>
                <a:cs typeface="Roboto"/>
              </a:rPr>
              <a:t>the-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loop</a:t>
            </a:r>
            <a:r>
              <a:rPr sz="2700" b="1" spc="3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pipeline</a:t>
            </a:r>
            <a:r>
              <a:rPr sz="2700" b="1" spc="3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—</a:t>
            </a:r>
            <a:r>
              <a:rPr sz="2700" b="1" spc="3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Requirement</a:t>
            </a:r>
            <a:r>
              <a:rPr sz="2700" b="1" spc="3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1300" b="1" spc="1535" dirty="0">
                <a:solidFill>
                  <a:srgbClr val="E7E7E7"/>
                </a:solidFill>
                <a:latin typeface="Arial"/>
                <a:cs typeface="Arial"/>
              </a:rPr>
              <a:t>→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Domain</a:t>
            </a:r>
            <a:r>
              <a:rPr sz="2700" b="1" spc="2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1300" b="1" spc="1585" dirty="0">
                <a:solidFill>
                  <a:srgbClr val="E7E7E7"/>
                </a:solidFill>
                <a:latin typeface="Arial"/>
                <a:cs typeface="Arial"/>
              </a:rPr>
              <a:t>→</a:t>
            </a:r>
            <a:r>
              <a:rPr sz="1300" b="1" spc="180" dirty="0">
                <a:solidFill>
                  <a:srgbClr val="E7E7E7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Architecture</a:t>
            </a:r>
            <a:r>
              <a:rPr sz="2700" b="1" spc="3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1300" b="1" spc="1585" dirty="0">
                <a:solidFill>
                  <a:srgbClr val="E7E7E7"/>
                </a:solidFill>
                <a:latin typeface="Arial"/>
                <a:cs typeface="Arial"/>
              </a:rPr>
              <a:t>→</a:t>
            </a:r>
            <a:r>
              <a:rPr sz="1300" b="1" spc="175" dirty="0">
                <a:solidFill>
                  <a:srgbClr val="E7E7E7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E7E7E7"/>
                </a:solidFill>
                <a:latin typeface="Roboto"/>
                <a:cs typeface="Roboto"/>
              </a:rPr>
              <a:t>UI/UX</a:t>
            </a:r>
            <a:r>
              <a:rPr sz="2700" b="1" spc="3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1300" b="1" spc="1535" dirty="0">
                <a:solidFill>
                  <a:srgbClr val="E7E7E7"/>
                </a:solidFill>
                <a:latin typeface="Arial"/>
                <a:cs typeface="Arial"/>
              </a:rPr>
              <a:t>→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Coder</a:t>
            </a:r>
            <a:r>
              <a:rPr sz="2700" b="1" spc="7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1300" b="1" spc="1585" dirty="0">
                <a:solidFill>
                  <a:srgbClr val="E7E7E7"/>
                </a:solidFill>
                <a:latin typeface="Arial"/>
                <a:cs typeface="Arial"/>
              </a:rPr>
              <a:t>→</a:t>
            </a:r>
            <a:r>
              <a:rPr sz="1300" b="1" spc="220" dirty="0">
                <a:solidFill>
                  <a:srgbClr val="E7E7E7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Security</a:t>
            </a:r>
            <a:r>
              <a:rPr sz="2700" b="1" spc="8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1300" b="1" spc="1585" dirty="0">
                <a:solidFill>
                  <a:srgbClr val="E7E7E7"/>
                </a:solidFill>
                <a:latin typeface="Arial"/>
                <a:cs typeface="Arial"/>
              </a:rPr>
              <a:t>→</a:t>
            </a:r>
            <a:r>
              <a:rPr sz="1300" b="1" spc="215" dirty="0">
                <a:solidFill>
                  <a:srgbClr val="E7E7E7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QA</a:t>
            </a:r>
            <a:r>
              <a:rPr sz="2700" b="1" spc="8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spc="-50" dirty="0">
                <a:solidFill>
                  <a:srgbClr val="E7E7E7"/>
                </a:solidFill>
                <a:latin typeface="Roboto"/>
                <a:cs typeface="Roboto"/>
              </a:rPr>
              <a:t>—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orchestrated</a:t>
            </a:r>
            <a:r>
              <a:rPr sz="2700" b="1" spc="5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as</a:t>
            </a:r>
            <a:r>
              <a:rPr sz="2700" b="1" spc="6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a</a:t>
            </a:r>
            <a:r>
              <a:rPr sz="2700" b="1" spc="6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spc="-10" dirty="0">
                <a:solidFill>
                  <a:srgbClr val="E7E7E7"/>
                </a:solidFill>
                <a:latin typeface="Roboto"/>
                <a:cs typeface="Roboto"/>
              </a:rPr>
              <a:t>checkpointed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LangGraph</a:t>
            </a:r>
            <a:r>
              <a:rPr sz="2700" b="1" spc="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state</a:t>
            </a:r>
            <a:r>
              <a:rPr sz="2700" b="1" spc="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graph,</a:t>
            </a:r>
            <a:r>
              <a:rPr sz="2700" b="1" spc="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that</a:t>
            </a:r>
            <a:r>
              <a:rPr sz="2700" b="1" spc="1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turns</a:t>
            </a:r>
            <a:r>
              <a:rPr sz="2700" b="1" spc="2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spc="-50" dirty="0">
                <a:solidFill>
                  <a:srgbClr val="E7E7E7"/>
                </a:solidFill>
                <a:latin typeface="Roboto"/>
                <a:cs typeface="Roboto"/>
              </a:rPr>
              <a:t>a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business</a:t>
            </a:r>
            <a:r>
              <a:rPr sz="2700" b="1" spc="6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requirement</a:t>
            </a:r>
            <a:r>
              <a:rPr sz="2700" b="1" spc="6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into</a:t>
            </a:r>
            <a:r>
              <a:rPr sz="2700" b="1" spc="6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spc="-50" dirty="0">
                <a:solidFill>
                  <a:srgbClr val="E7E7E7"/>
                </a:solidFill>
                <a:latin typeface="Roboto"/>
                <a:cs typeface="Roboto"/>
              </a:rPr>
              <a:t>a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reviewed,</a:t>
            </a:r>
            <a:r>
              <a:rPr sz="2700" b="1" spc="15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working</a:t>
            </a:r>
            <a:r>
              <a:rPr sz="2700" b="1" spc="155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spc="-45" dirty="0">
                <a:solidFill>
                  <a:srgbClr val="E7E7E7"/>
                </a:solidFill>
                <a:latin typeface="Roboto"/>
                <a:cs typeface="Roboto"/>
              </a:rPr>
              <a:t>e-</a:t>
            </a:r>
            <a:r>
              <a:rPr sz="2700" b="1" dirty="0">
                <a:solidFill>
                  <a:srgbClr val="E7E7E7"/>
                </a:solidFill>
                <a:latin typeface="Roboto"/>
                <a:cs typeface="Roboto"/>
              </a:rPr>
              <a:t>commerce</a:t>
            </a:r>
            <a:r>
              <a:rPr sz="2700" b="1" spc="150" dirty="0">
                <a:solidFill>
                  <a:srgbClr val="E7E7E7"/>
                </a:solidFill>
                <a:latin typeface="Roboto"/>
                <a:cs typeface="Roboto"/>
              </a:rPr>
              <a:t> </a:t>
            </a:r>
            <a:r>
              <a:rPr sz="2700" b="1" spc="-25" dirty="0">
                <a:solidFill>
                  <a:srgbClr val="E7E7E7"/>
                </a:solidFill>
                <a:latin typeface="Roboto"/>
                <a:cs typeface="Roboto"/>
              </a:rPr>
              <a:t>web </a:t>
            </a:r>
            <a:r>
              <a:rPr sz="2700" b="1" spc="-10" dirty="0">
                <a:solidFill>
                  <a:srgbClr val="E7E7E7"/>
                </a:solidFill>
                <a:latin typeface="Roboto"/>
                <a:cs typeface="Roboto"/>
              </a:rPr>
              <a:t>application.</a:t>
            </a:r>
            <a:endParaRPr sz="2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5082" y="1115265"/>
            <a:ext cx="1819274" cy="1524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15666" y="1115265"/>
            <a:ext cx="1438274" cy="14668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5151782" y="5033988"/>
            <a:ext cx="1738630" cy="271145"/>
          </a:xfrm>
          <a:custGeom>
            <a:avLst/>
            <a:gdLst/>
            <a:ahLst/>
            <a:cxnLst/>
            <a:rect l="l" t="t" r="r" b="b"/>
            <a:pathLst>
              <a:path w="1738630" h="271145">
                <a:moveTo>
                  <a:pt x="890595" y="271012"/>
                </a:moveTo>
                <a:lnTo>
                  <a:pt x="847917" y="271012"/>
                </a:lnTo>
                <a:lnTo>
                  <a:pt x="805316" y="270686"/>
                </a:lnTo>
                <a:lnTo>
                  <a:pt x="762843" y="270034"/>
                </a:lnTo>
                <a:lnTo>
                  <a:pt x="720652" y="269058"/>
                </a:lnTo>
                <a:lnTo>
                  <a:pt x="678794" y="267759"/>
                </a:lnTo>
                <a:lnTo>
                  <a:pt x="637420" y="266143"/>
                </a:lnTo>
                <a:lnTo>
                  <a:pt x="596580" y="264211"/>
                </a:lnTo>
                <a:lnTo>
                  <a:pt x="556420" y="261971"/>
                </a:lnTo>
                <a:lnTo>
                  <a:pt x="516991" y="259424"/>
                </a:lnTo>
                <a:lnTo>
                  <a:pt x="478434" y="256580"/>
                </a:lnTo>
                <a:lnTo>
                  <a:pt x="404211" y="250024"/>
                </a:lnTo>
                <a:lnTo>
                  <a:pt x="351440" y="244378"/>
                </a:lnTo>
                <a:lnTo>
                  <a:pt x="301476" y="238143"/>
                </a:lnTo>
                <a:lnTo>
                  <a:pt x="254599" y="231352"/>
                </a:lnTo>
                <a:lnTo>
                  <a:pt x="211051" y="224042"/>
                </a:lnTo>
                <a:lnTo>
                  <a:pt x="171062" y="216251"/>
                </a:lnTo>
                <a:lnTo>
                  <a:pt x="123669" y="205191"/>
                </a:lnTo>
                <a:lnTo>
                  <a:pt x="83457" y="193460"/>
                </a:lnTo>
                <a:lnTo>
                  <a:pt x="43874" y="178025"/>
                </a:lnTo>
                <a:lnTo>
                  <a:pt x="11148" y="157596"/>
                </a:lnTo>
                <a:lnTo>
                  <a:pt x="0" y="139945"/>
                </a:lnTo>
                <a:lnTo>
                  <a:pt x="0" y="131067"/>
                </a:lnTo>
                <a:lnTo>
                  <a:pt x="29165" y="100407"/>
                </a:lnTo>
                <a:lnTo>
                  <a:pt x="66167" y="83634"/>
                </a:lnTo>
                <a:lnTo>
                  <a:pt x="102640" y="71609"/>
                </a:lnTo>
                <a:lnTo>
                  <a:pt x="146495" y="60200"/>
                </a:lnTo>
                <a:lnTo>
                  <a:pt x="183976" y="52114"/>
                </a:lnTo>
                <a:lnTo>
                  <a:pt x="225179" y="44478"/>
                </a:lnTo>
                <a:lnTo>
                  <a:pt x="269873" y="37336"/>
                </a:lnTo>
                <a:lnTo>
                  <a:pt x="317805" y="30727"/>
                </a:lnTo>
                <a:lnTo>
                  <a:pt x="368725" y="24685"/>
                </a:lnTo>
                <a:lnTo>
                  <a:pt x="440795" y="17568"/>
                </a:lnTo>
                <a:lnTo>
                  <a:pt x="516991" y="11587"/>
                </a:lnTo>
                <a:lnTo>
                  <a:pt x="556420" y="9041"/>
                </a:lnTo>
                <a:lnTo>
                  <a:pt x="596580" y="6800"/>
                </a:lnTo>
                <a:lnTo>
                  <a:pt x="637420" y="4868"/>
                </a:lnTo>
                <a:lnTo>
                  <a:pt x="678794" y="3252"/>
                </a:lnTo>
                <a:lnTo>
                  <a:pt x="720652" y="1954"/>
                </a:lnTo>
                <a:lnTo>
                  <a:pt x="762843" y="978"/>
                </a:lnTo>
                <a:lnTo>
                  <a:pt x="805316" y="326"/>
                </a:lnTo>
                <a:lnTo>
                  <a:pt x="847917" y="0"/>
                </a:lnTo>
                <a:lnTo>
                  <a:pt x="890595" y="0"/>
                </a:lnTo>
                <a:lnTo>
                  <a:pt x="933196" y="326"/>
                </a:lnTo>
                <a:lnTo>
                  <a:pt x="975668" y="978"/>
                </a:lnTo>
                <a:lnTo>
                  <a:pt x="1017859" y="1954"/>
                </a:lnTo>
                <a:lnTo>
                  <a:pt x="1059717" y="3252"/>
                </a:lnTo>
                <a:lnTo>
                  <a:pt x="1101091" y="4868"/>
                </a:lnTo>
                <a:lnTo>
                  <a:pt x="1141931" y="6800"/>
                </a:lnTo>
                <a:lnTo>
                  <a:pt x="1182090" y="9041"/>
                </a:lnTo>
                <a:lnTo>
                  <a:pt x="1221520" y="11587"/>
                </a:lnTo>
                <a:lnTo>
                  <a:pt x="1260077" y="14431"/>
                </a:lnTo>
                <a:lnTo>
                  <a:pt x="1334300" y="20987"/>
                </a:lnTo>
                <a:lnTo>
                  <a:pt x="1387071" y="26633"/>
                </a:lnTo>
                <a:lnTo>
                  <a:pt x="1437035" y="32869"/>
                </a:lnTo>
                <a:lnTo>
                  <a:pt x="1483912" y="39659"/>
                </a:lnTo>
                <a:lnTo>
                  <a:pt x="1527460" y="46969"/>
                </a:lnTo>
                <a:lnTo>
                  <a:pt x="1567449" y="54760"/>
                </a:lnTo>
                <a:lnTo>
                  <a:pt x="1614842" y="65820"/>
                </a:lnTo>
                <a:lnTo>
                  <a:pt x="1655054" y="77552"/>
                </a:lnTo>
                <a:lnTo>
                  <a:pt x="1694637" y="92986"/>
                </a:lnTo>
                <a:lnTo>
                  <a:pt x="1727363" y="113416"/>
                </a:lnTo>
                <a:lnTo>
                  <a:pt x="1738512" y="135506"/>
                </a:lnTo>
                <a:lnTo>
                  <a:pt x="1738511" y="139945"/>
                </a:lnTo>
                <a:lnTo>
                  <a:pt x="1709346" y="170605"/>
                </a:lnTo>
                <a:lnTo>
                  <a:pt x="1672343" y="187377"/>
                </a:lnTo>
                <a:lnTo>
                  <a:pt x="1635871" y="199402"/>
                </a:lnTo>
                <a:lnTo>
                  <a:pt x="1592015" y="210812"/>
                </a:lnTo>
                <a:lnTo>
                  <a:pt x="1554535" y="218898"/>
                </a:lnTo>
                <a:lnTo>
                  <a:pt x="1513333" y="226534"/>
                </a:lnTo>
                <a:lnTo>
                  <a:pt x="1468638" y="233677"/>
                </a:lnTo>
                <a:lnTo>
                  <a:pt x="1420706" y="240285"/>
                </a:lnTo>
                <a:lnTo>
                  <a:pt x="1369786" y="246326"/>
                </a:lnTo>
                <a:lnTo>
                  <a:pt x="1297716" y="253443"/>
                </a:lnTo>
                <a:lnTo>
                  <a:pt x="1221520" y="259424"/>
                </a:lnTo>
                <a:lnTo>
                  <a:pt x="1182090" y="261971"/>
                </a:lnTo>
                <a:lnTo>
                  <a:pt x="1141931" y="264212"/>
                </a:lnTo>
                <a:lnTo>
                  <a:pt x="1101091" y="266144"/>
                </a:lnTo>
                <a:lnTo>
                  <a:pt x="1059717" y="267759"/>
                </a:lnTo>
                <a:lnTo>
                  <a:pt x="1017859" y="269058"/>
                </a:lnTo>
                <a:lnTo>
                  <a:pt x="975668" y="270034"/>
                </a:lnTo>
                <a:lnTo>
                  <a:pt x="933196" y="270686"/>
                </a:lnTo>
                <a:lnTo>
                  <a:pt x="890595" y="271012"/>
                </a:lnTo>
                <a:close/>
              </a:path>
            </a:pathLst>
          </a:custGeom>
          <a:solidFill>
            <a:srgbClr val="208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4889996" y="1532944"/>
            <a:ext cx="1961514" cy="1797050"/>
            <a:chOff x="14889996" y="1532944"/>
            <a:chExt cx="1961514" cy="1797050"/>
          </a:xfrm>
        </p:grpSpPr>
        <p:sp>
          <p:nvSpPr>
            <p:cNvPr id="6" name="object 6"/>
            <p:cNvSpPr/>
            <p:nvPr/>
          </p:nvSpPr>
          <p:spPr>
            <a:xfrm>
              <a:off x="14889996" y="2032685"/>
              <a:ext cx="1961514" cy="1297305"/>
            </a:xfrm>
            <a:custGeom>
              <a:avLst/>
              <a:gdLst/>
              <a:ahLst/>
              <a:cxnLst/>
              <a:rect l="l" t="t" r="r" b="b"/>
              <a:pathLst>
                <a:path w="1961515" h="1297304">
                  <a:moveTo>
                    <a:pt x="1760884" y="1296717"/>
                  </a:moveTo>
                  <a:lnTo>
                    <a:pt x="200213" y="1296717"/>
                  </a:lnTo>
                  <a:lnTo>
                    <a:pt x="0" y="1040447"/>
                  </a:lnTo>
                  <a:lnTo>
                    <a:pt x="2930" y="971464"/>
                  </a:lnTo>
                  <a:lnTo>
                    <a:pt x="24927" y="797124"/>
                  </a:lnTo>
                  <a:lnTo>
                    <a:pt x="85801" y="566339"/>
                  </a:lnTo>
                  <a:lnTo>
                    <a:pt x="205360" y="328021"/>
                  </a:lnTo>
                  <a:lnTo>
                    <a:pt x="421748" y="138384"/>
                  </a:lnTo>
                  <a:lnTo>
                    <a:pt x="677643" y="41002"/>
                  </a:lnTo>
                  <a:lnTo>
                    <a:pt x="891200" y="5125"/>
                  </a:lnTo>
                  <a:lnTo>
                    <a:pt x="980573" y="0"/>
                  </a:lnTo>
                  <a:lnTo>
                    <a:pt x="1069932" y="5125"/>
                  </a:lnTo>
                  <a:lnTo>
                    <a:pt x="1283460" y="41002"/>
                  </a:lnTo>
                  <a:lnTo>
                    <a:pt x="1539336" y="138384"/>
                  </a:lnTo>
                  <a:lnTo>
                    <a:pt x="1755736" y="328021"/>
                  </a:lnTo>
                  <a:lnTo>
                    <a:pt x="1875296" y="566339"/>
                  </a:lnTo>
                  <a:lnTo>
                    <a:pt x="1936170" y="797124"/>
                  </a:lnTo>
                  <a:lnTo>
                    <a:pt x="1958167" y="971464"/>
                  </a:lnTo>
                  <a:lnTo>
                    <a:pt x="1961097" y="1040447"/>
                  </a:lnTo>
                  <a:lnTo>
                    <a:pt x="1760884" y="1296717"/>
                  </a:lnTo>
                  <a:close/>
                </a:path>
              </a:pathLst>
            </a:custGeom>
            <a:solidFill>
              <a:srgbClr val="D5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024478" y="2106363"/>
              <a:ext cx="1827530" cy="1223645"/>
            </a:xfrm>
            <a:custGeom>
              <a:avLst/>
              <a:gdLst/>
              <a:ahLst/>
              <a:cxnLst/>
              <a:rect l="l" t="t" r="r" b="b"/>
              <a:pathLst>
                <a:path w="1827530" h="1223645">
                  <a:moveTo>
                    <a:pt x="1626699" y="1223038"/>
                  </a:moveTo>
                  <a:lnTo>
                    <a:pt x="66028" y="1223038"/>
                  </a:lnTo>
                  <a:lnTo>
                    <a:pt x="0" y="1138438"/>
                  </a:lnTo>
                  <a:lnTo>
                    <a:pt x="1447176" y="1138438"/>
                  </a:lnTo>
                  <a:lnTo>
                    <a:pt x="1647389" y="882169"/>
                  </a:lnTo>
                  <a:lnTo>
                    <a:pt x="1644435" y="813193"/>
                  </a:lnTo>
                  <a:lnTo>
                    <a:pt x="1622387" y="638864"/>
                  </a:lnTo>
                  <a:lnTo>
                    <a:pt x="1561462" y="408081"/>
                  </a:lnTo>
                  <a:lnTo>
                    <a:pt x="1441880" y="169742"/>
                  </a:lnTo>
                  <a:lnTo>
                    <a:pt x="1410865" y="129038"/>
                  </a:lnTo>
                  <a:lnTo>
                    <a:pt x="1376709" y="91897"/>
                  </a:lnTo>
                  <a:lnTo>
                    <a:pt x="1339811" y="58134"/>
                  </a:lnTo>
                  <a:lnTo>
                    <a:pt x="1300570" y="27563"/>
                  </a:lnTo>
                  <a:lnTo>
                    <a:pt x="1259387" y="0"/>
                  </a:lnTo>
                  <a:lnTo>
                    <a:pt x="1304545" y="17012"/>
                  </a:lnTo>
                  <a:lnTo>
                    <a:pt x="1349484" y="36465"/>
                  </a:lnTo>
                  <a:lnTo>
                    <a:pt x="1393769" y="58517"/>
                  </a:lnTo>
                  <a:lnTo>
                    <a:pt x="1436970" y="83328"/>
                  </a:lnTo>
                  <a:lnTo>
                    <a:pt x="1478653" y="111056"/>
                  </a:lnTo>
                  <a:lnTo>
                    <a:pt x="1518385" y="141863"/>
                  </a:lnTo>
                  <a:lnTo>
                    <a:pt x="1555734" y="175906"/>
                  </a:lnTo>
                  <a:lnTo>
                    <a:pt x="1590267" y="213346"/>
                  </a:lnTo>
                  <a:lnTo>
                    <a:pt x="1621552" y="254342"/>
                  </a:lnTo>
                  <a:lnTo>
                    <a:pt x="1741111" y="492660"/>
                  </a:lnTo>
                  <a:lnTo>
                    <a:pt x="1801985" y="723445"/>
                  </a:lnTo>
                  <a:lnTo>
                    <a:pt x="1823982" y="897785"/>
                  </a:lnTo>
                  <a:lnTo>
                    <a:pt x="1826913" y="966768"/>
                  </a:lnTo>
                  <a:lnTo>
                    <a:pt x="1626699" y="1223038"/>
                  </a:lnTo>
                  <a:close/>
                </a:path>
              </a:pathLst>
            </a:custGeom>
            <a:solidFill>
              <a:srgbClr val="A7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151832" y="2308177"/>
              <a:ext cx="1437640" cy="703580"/>
            </a:xfrm>
            <a:custGeom>
              <a:avLst/>
              <a:gdLst/>
              <a:ahLst/>
              <a:cxnLst/>
              <a:rect l="l" t="t" r="r" b="b"/>
              <a:pathLst>
                <a:path w="1437640" h="703580">
                  <a:moveTo>
                    <a:pt x="1437425" y="703481"/>
                  </a:moveTo>
                  <a:lnTo>
                    <a:pt x="0" y="703481"/>
                  </a:lnTo>
                  <a:lnTo>
                    <a:pt x="2356" y="636445"/>
                  </a:lnTo>
                  <a:lnTo>
                    <a:pt x="24680" y="476027"/>
                  </a:lnTo>
                  <a:lnTo>
                    <a:pt x="89852" y="283263"/>
                  </a:lnTo>
                  <a:lnTo>
                    <a:pt x="220754" y="119190"/>
                  </a:lnTo>
                  <a:lnTo>
                    <a:pt x="286620" y="79788"/>
                  </a:lnTo>
                  <a:lnTo>
                    <a:pt x="325307" y="63042"/>
                  </a:lnTo>
                  <a:lnTo>
                    <a:pt x="367284" y="48267"/>
                  </a:lnTo>
                  <a:lnTo>
                    <a:pt x="412138" y="35461"/>
                  </a:lnTo>
                  <a:lnTo>
                    <a:pt x="459458" y="24626"/>
                  </a:lnTo>
                  <a:lnTo>
                    <a:pt x="508835" y="15760"/>
                  </a:lnTo>
                  <a:lnTo>
                    <a:pt x="559855" y="8865"/>
                  </a:lnTo>
                  <a:lnTo>
                    <a:pt x="612110" y="3940"/>
                  </a:lnTo>
                  <a:lnTo>
                    <a:pt x="665187" y="985"/>
                  </a:lnTo>
                  <a:lnTo>
                    <a:pt x="718675" y="0"/>
                  </a:lnTo>
                  <a:lnTo>
                    <a:pt x="772164" y="985"/>
                  </a:lnTo>
                  <a:lnTo>
                    <a:pt x="825243" y="3940"/>
                  </a:lnTo>
                  <a:lnTo>
                    <a:pt x="877501" y="8865"/>
                  </a:lnTo>
                  <a:lnTo>
                    <a:pt x="928526" y="15760"/>
                  </a:lnTo>
                  <a:lnTo>
                    <a:pt x="977907" y="24626"/>
                  </a:lnTo>
                  <a:lnTo>
                    <a:pt x="1025235" y="35461"/>
                  </a:lnTo>
                  <a:lnTo>
                    <a:pt x="1070097" y="48267"/>
                  </a:lnTo>
                  <a:lnTo>
                    <a:pt x="1112082" y="63042"/>
                  </a:lnTo>
                  <a:lnTo>
                    <a:pt x="1150781" y="79788"/>
                  </a:lnTo>
                  <a:lnTo>
                    <a:pt x="1185780" y="98504"/>
                  </a:lnTo>
                  <a:lnTo>
                    <a:pt x="1347573" y="283243"/>
                  </a:lnTo>
                  <a:lnTo>
                    <a:pt x="1412745" y="476009"/>
                  </a:lnTo>
                  <a:lnTo>
                    <a:pt x="1435069" y="636438"/>
                  </a:lnTo>
                  <a:lnTo>
                    <a:pt x="1437425" y="703481"/>
                  </a:lnTo>
                  <a:close/>
                </a:path>
              </a:pathLst>
            </a:custGeom>
            <a:solidFill>
              <a:srgbClr val="002A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151832" y="2308171"/>
              <a:ext cx="1437640" cy="703580"/>
            </a:xfrm>
            <a:custGeom>
              <a:avLst/>
              <a:gdLst/>
              <a:ahLst/>
              <a:cxnLst/>
              <a:rect l="l" t="t" r="r" b="b"/>
              <a:pathLst>
                <a:path w="1437640" h="703580">
                  <a:moveTo>
                    <a:pt x="1437425" y="703438"/>
                  </a:moveTo>
                  <a:lnTo>
                    <a:pt x="1431436" y="703438"/>
                  </a:lnTo>
                  <a:lnTo>
                    <a:pt x="1426725" y="664690"/>
                  </a:lnTo>
                  <a:lnTo>
                    <a:pt x="1420063" y="622360"/>
                  </a:lnTo>
                  <a:lnTo>
                    <a:pt x="1411111" y="577343"/>
                  </a:lnTo>
                  <a:lnTo>
                    <a:pt x="1399534" y="530536"/>
                  </a:lnTo>
                  <a:lnTo>
                    <a:pt x="1384994" y="482835"/>
                  </a:lnTo>
                  <a:lnTo>
                    <a:pt x="1367154" y="435137"/>
                  </a:lnTo>
                  <a:lnTo>
                    <a:pt x="1345678" y="388337"/>
                  </a:lnTo>
                  <a:lnTo>
                    <a:pt x="1320229" y="343334"/>
                  </a:lnTo>
                  <a:lnTo>
                    <a:pt x="1290469" y="301022"/>
                  </a:lnTo>
                  <a:lnTo>
                    <a:pt x="1256062" y="262298"/>
                  </a:lnTo>
                  <a:lnTo>
                    <a:pt x="1216671" y="228059"/>
                  </a:lnTo>
                  <a:lnTo>
                    <a:pt x="1150783" y="188670"/>
                  </a:lnTo>
                  <a:lnTo>
                    <a:pt x="1112087" y="171929"/>
                  </a:lnTo>
                  <a:lnTo>
                    <a:pt x="1070105" y="157158"/>
                  </a:lnTo>
                  <a:lnTo>
                    <a:pt x="1025247" y="144356"/>
                  </a:lnTo>
                  <a:lnTo>
                    <a:pt x="977923" y="133524"/>
                  </a:lnTo>
                  <a:lnTo>
                    <a:pt x="928546" y="124661"/>
                  </a:lnTo>
                  <a:lnTo>
                    <a:pt x="877526" y="117768"/>
                  </a:lnTo>
                  <a:lnTo>
                    <a:pt x="825273" y="112844"/>
                  </a:lnTo>
                  <a:lnTo>
                    <a:pt x="772198" y="109890"/>
                  </a:lnTo>
                  <a:lnTo>
                    <a:pt x="718712" y="108906"/>
                  </a:lnTo>
                  <a:lnTo>
                    <a:pt x="665227" y="109890"/>
                  </a:lnTo>
                  <a:lnTo>
                    <a:pt x="612152" y="112844"/>
                  </a:lnTo>
                  <a:lnTo>
                    <a:pt x="559899" y="117768"/>
                  </a:lnTo>
                  <a:lnTo>
                    <a:pt x="508878" y="124661"/>
                  </a:lnTo>
                  <a:lnTo>
                    <a:pt x="459501" y="133524"/>
                  </a:lnTo>
                  <a:lnTo>
                    <a:pt x="412178" y="144356"/>
                  </a:lnTo>
                  <a:lnTo>
                    <a:pt x="367320" y="157158"/>
                  </a:lnTo>
                  <a:lnTo>
                    <a:pt x="325338" y="171929"/>
                  </a:lnTo>
                  <a:lnTo>
                    <a:pt x="286642" y="188670"/>
                  </a:lnTo>
                  <a:lnTo>
                    <a:pt x="251644" y="207380"/>
                  </a:lnTo>
                  <a:lnTo>
                    <a:pt x="181363" y="262300"/>
                  </a:lnTo>
                  <a:lnTo>
                    <a:pt x="146956" y="301030"/>
                  </a:lnTo>
                  <a:lnTo>
                    <a:pt x="117196" y="343350"/>
                  </a:lnTo>
                  <a:lnTo>
                    <a:pt x="91747" y="388362"/>
                  </a:lnTo>
                  <a:lnTo>
                    <a:pt x="70271" y="435170"/>
                  </a:lnTo>
                  <a:lnTo>
                    <a:pt x="52431" y="482875"/>
                  </a:lnTo>
                  <a:lnTo>
                    <a:pt x="37891" y="530579"/>
                  </a:lnTo>
                  <a:lnTo>
                    <a:pt x="26314" y="577386"/>
                  </a:lnTo>
                  <a:lnTo>
                    <a:pt x="17362" y="622396"/>
                  </a:lnTo>
                  <a:lnTo>
                    <a:pt x="10699" y="664713"/>
                  </a:lnTo>
                  <a:lnTo>
                    <a:pt x="5989" y="703438"/>
                  </a:lnTo>
                  <a:lnTo>
                    <a:pt x="0" y="703487"/>
                  </a:lnTo>
                  <a:lnTo>
                    <a:pt x="2356" y="636451"/>
                  </a:lnTo>
                  <a:lnTo>
                    <a:pt x="24680" y="476033"/>
                  </a:lnTo>
                  <a:lnTo>
                    <a:pt x="89852" y="283270"/>
                  </a:lnTo>
                  <a:lnTo>
                    <a:pt x="220754" y="119196"/>
                  </a:lnTo>
                  <a:lnTo>
                    <a:pt x="286620" y="79794"/>
                  </a:lnTo>
                  <a:lnTo>
                    <a:pt x="325307" y="63049"/>
                  </a:lnTo>
                  <a:lnTo>
                    <a:pt x="367284" y="48273"/>
                  </a:lnTo>
                  <a:lnTo>
                    <a:pt x="412138" y="35467"/>
                  </a:lnTo>
                  <a:lnTo>
                    <a:pt x="459458" y="24631"/>
                  </a:lnTo>
                  <a:lnTo>
                    <a:pt x="508835" y="15765"/>
                  </a:lnTo>
                  <a:lnTo>
                    <a:pt x="559855" y="8869"/>
                  </a:lnTo>
                  <a:lnTo>
                    <a:pt x="612110" y="3942"/>
                  </a:lnTo>
                  <a:lnTo>
                    <a:pt x="665187" y="986"/>
                  </a:lnTo>
                  <a:lnTo>
                    <a:pt x="718675" y="0"/>
                  </a:lnTo>
                  <a:lnTo>
                    <a:pt x="772164" y="983"/>
                  </a:lnTo>
                  <a:lnTo>
                    <a:pt x="825243" y="3936"/>
                  </a:lnTo>
                  <a:lnTo>
                    <a:pt x="877501" y="8858"/>
                  </a:lnTo>
                  <a:lnTo>
                    <a:pt x="928526" y="15751"/>
                  </a:lnTo>
                  <a:lnTo>
                    <a:pt x="977907" y="24613"/>
                  </a:lnTo>
                  <a:lnTo>
                    <a:pt x="1025235" y="35445"/>
                  </a:lnTo>
                  <a:lnTo>
                    <a:pt x="1070097" y="48246"/>
                  </a:lnTo>
                  <a:lnTo>
                    <a:pt x="1112082" y="63017"/>
                  </a:lnTo>
                  <a:lnTo>
                    <a:pt x="1150781" y="79757"/>
                  </a:lnTo>
                  <a:lnTo>
                    <a:pt x="1185781" y="98467"/>
                  </a:lnTo>
                  <a:lnTo>
                    <a:pt x="1347573" y="283220"/>
                  </a:lnTo>
                  <a:lnTo>
                    <a:pt x="1412745" y="475984"/>
                  </a:lnTo>
                  <a:lnTo>
                    <a:pt x="1435069" y="636402"/>
                  </a:lnTo>
                  <a:lnTo>
                    <a:pt x="1437425" y="703438"/>
                  </a:lnTo>
                  <a:close/>
                </a:path>
              </a:pathLst>
            </a:custGeom>
            <a:solidFill>
              <a:srgbClr val="000E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667775" y="1607273"/>
              <a:ext cx="405765" cy="518159"/>
            </a:xfrm>
            <a:custGeom>
              <a:avLst/>
              <a:gdLst/>
              <a:ahLst/>
              <a:cxnLst/>
              <a:rect l="l" t="t" r="r" b="b"/>
              <a:pathLst>
                <a:path w="405765" h="518160">
                  <a:moveTo>
                    <a:pt x="405574" y="375183"/>
                  </a:moveTo>
                  <a:lnTo>
                    <a:pt x="378866" y="348526"/>
                  </a:lnTo>
                  <a:lnTo>
                    <a:pt x="279641" y="348526"/>
                  </a:lnTo>
                  <a:lnTo>
                    <a:pt x="219024" y="0"/>
                  </a:lnTo>
                  <a:lnTo>
                    <a:pt x="157403" y="0"/>
                  </a:lnTo>
                  <a:lnTo>
                    <a:pt x="120015" y="348526"/>
                  </a:lnTo>
                  <a:lnTo>
                    <a:pt x="30784" y="348526"/>
                  </a:lnTo>
                  <a:lnTo>
                    <a:pt x="26708" y="348526"/>
                  </a:lnTo>
                  <a:lnTo>
                    <a:pt x="22783" y="349300"/>
                  </a:lnTo>
                  <a:lnTo>
                    <a:pt x="0" y="375183"/>
                  </a:lnTo>
                  <a:lnTo>
                    <a:pt x="0" y="491020"/>
                  </a:lnTo>
                  <a:lnTo>
                    <a:pt x="26708" y="517677"/>
                  </a:lnTo>
                  <a:lnTo>
                    <a:pt x="378866" y="517677"/>
                  </a:lnTo>
                  <a:lnTo>
                    <a:pt x="405574" y="491020"/>
                  </a:lnTo>
                  <a:lnTo>
                    <a:pt x="405574" y="375183"/>
                  </a:lnTo>
                  <a:close/>
                </a:path>
              </a:pathLst>
            </a:custGeom>
            <a:solidFill>
              <a:srgbClr val="D5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83654" y="1532944"/>
              <a:ext cx="148489" cy="1482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889996" y="3073132"/>
              <a:ext cx="1961514" cy="256540"/>
            </a:xfrm>
            <a:custGeom>
              <a:avLst/>
              <a:gdLst/>
              <a:ahLst/>
              <a:cxnLst/>
              <a:rect l="l" t="t" r="r" b="b"/>
              <a:pathLst>
                <a:path w="1961515" h="256539">
                  <a:moveTo>
                    <a:pt x="1760884" y="256269"/>
                  </a:moveTo>
                  <a:lnTo>
                    <a:pt x="200213" y="256269"/>
                  </a:lnTo>
                  <a:lnTo>
                    <a:pt x="0" y="0"/>
                  </a:lnTo>
                  <a:lnTo>
                    <a:pt x="1961097" y="0"/>
                  </a:lnTo>
                  <a:lnTo>
                    <a:pt x="1760884" y="256269"/>
                  </a:lnTo>
                  <a:close/>
                </a:path>
              </a:pathLst>
            </a:custGeom>
            <a:solidFill>
              <a:srgbClr val="A7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70570" y="1955596"/>
              <a:ext cx="202984" cy="10802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157641" y="1562912"/>
              <a:ext cx="706120" cy="883919"/>
            </a:xfrm>
            <a:custGeom>
              <a:avLst/>
              <a:gdLst/>
              <a:ahLst/>
              <a:cxnLst/>
              <a:rect l="l" t="t" r="r" b="b"/>
              <a:pathLst>
                <a:path w="706119" h="883919">
                  <a:moveTo>
                    <a:pt x="405498" y="611162"/>
                  </a:moveTo>
                  <a:lnTo>
                    <a:pt x="372783" y="588073"/>
                  </a:lnTo>
                  <a:lnTo>
                    <a:pt x="322402" y="585190"/>
                  </a:lnTo>
                  <a:lnTo>
                    <a:pt x="269786" y="594537"/>
                  </a:lnTo>
                  <a:lnTo>
                    <a:pt x="230327" y="608139"/>
                  </a:lnTo>
                  <a:lnTo>
                    <a:pt x="172212" y="640537"/>
                  </a:lnTo>
                  <a:lnTo>
                    <a:pt x="139763" y="662825"/>
                  </a:lnTo>
                  <a:lnTo>
                    <a:pt x="90258" y="704507"/>
                  </a:lnTo>
                  <a:lnTo>
                    <a:pt x="53340" y="742734"/>
                  </a:lnTo>
                  <a:lnTo>
                    <a:pt x="21526" y="785710"/>
                  </a:lnTo>
                  <a:lnTo>
                    <a:pt x="0" y="842175"/>
                  </a:lnTo>
                  <a:lnTo>
                    <a:pt x="7048" y="868464"/>
                  </a:lnTo>
                  <a:lnTo>
                    <a:pt x="27330" y="883462"/>
                  </a:lnTo>
                  <a:lnTo>
                    <a:pt x="50342" y="881240"/>
                  </a:lnTo>
                  <a:lnTo>
                    <a:pt x="72631" y="868781"/>
                  </a:lnTo>
                  <a:lnTo>
                    <a:pt x="90805" y="853097"/>
                  </a:lnTo>
                  <a:lnTo>
                    <a:pt x="128079" y="813816"/>
                  </a:lnTo>
                  <a:lnTo>
                    <a:pt x="164833" y="775754"/>
                  </a:lnTo>
                  <a:lnTo>
                    <a:pt x="205041" y="741502"/>
                  </a:lnTo>
                  <a:lnTo>
                    <a:pt x="252704" y="713651"/>
                  </a:lnTo>
                  <a:lnTo>
                    <a:pt x="284708" y="702487"/>
                  </a:lnTo>
                  <a:lnTo>
                    <a:pt x="329971" y="687158"/>
                  </a:lnTo>
                  <a:lnTo>
                    <a:pt x="374497" y="667143"/>
                  </a:lnTo>
                  <a:lnTo>
                    <a:pt x="404329" y="641972"/>
                  </a:lnTo>
                  <a:lnTo>
                    <a:pt x="405498" y="611162"/>
                  </a:lnTo>
                  <a:close/>
                </a:path>
                <a:path w="706119" h="883919">
                  <a:moveTo>
                    <a:pt x="705789" y="22694"/>
                  </a:moveTo>
                  <a:lnTo>
                    <a:pt x="701446" y="7581"/>
                  </a:lnTo>
                  <a:lnTo>
                    <a:pt x="686955" y="0"/>
                  </a:lnTo>
                  <a:lnTo>
                    <a:pt x="670407" y="1511"/>
                  </a:lnTo>
                  <a:lnTo>
                    <a:pt x="652919" y="17208"/>
                  </a:lnTo>
                  <a:lnTo>
                    <a:pt x="651840" y="40551"/>
                  </a:lnTo>
                  <a:lnTo>
                    <a:pt x="665416" y="54927"/>
                  </a:lnTo>
                  <a:lnTo>
                    <a:pt x="691883" y="43713"/>
                  </a:lnTo>
                  <a:lnTo>
                    <a:pt x="705789" y="22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4806792" y="3384748"/>
            <a:ext cx="2127885" cy="1784350"/>
            <a:chOff x="14806792" y="3384748"/>
            <a:chExt cx="2127885" cy="1784350"/>
          </a:xfrm>
        </p:grpSpPr>
        <p:sp>
          <p:nvSpPr>
            <p:cNvPr id="16" name="object 16"/>
            <p:cNvSpPr/>
            <p:nvPr/>
          </p:nvSpPr>
          <p:spPr>
            <a:xfrm>
              <a:off x="14806792" y="3384748"/>
              <a:ext cx="2127885" cy="1553845"/>
            </a:xfrm>
            <a:custGeom>
              <a:avLst/>
              <a:gdLst/>
              <a:ahLst/>
              <a:cxnLst/>
              <a:rect l="l" t="t" r="r" b="b"/>
              <a:pathLst>
                <a:path w="2127884" h="1553845">
                  <a:moveTo>
                    <a:pt x="1060361" y="1553827"/>
                  </a:moveTo>
                  <a:lnTo>
                    <a:pt x="1060361" y="1553184"/>
                  </a:lnTo>
                  <a:lnTo>
                    <a:pt x="680823" y="1518346"/>
                  </a:lnTo>
                  <a:lnTo>
                    <a:pt x="307264" y="1374448"/>
                  </a:lnTo>
                  <a:lnTo>
                    <a:pt x="307444" y="1374448"/>
                  </a:lnTo>
                  <a:lnTo>
                    <a:pt x="288909" y="1350516"/>
                  </a:lnTo>
                  <a:lnTo>
                    <a:pt x="239482" y="1274585"/>
                  </a:lnTo>
                  <a:lnTo>
                    <a:pt x="168848" y="1140995"/>
                  </a:lnTo>
                  <a:lnTo>
                    <a:pt x="86589" y="943889"/>
                  </a:lnTo>
                  <a:lnTo>
                    <a:pt x="42034" y="794145"/>
                  </a:lnTo>
                  <a:lnTo>
                    <a:pt x="15708" y="659526"/>
                  </a:lnTo>
                  <a:lnTo>
                    <a:pt x="3184" y="562413"/>
                  </a:lnTo>
                  <a:lnTo>
                    <a:pt x="0" y="525091"/>
                  </a:lnTo>
                  <a:lnTo>
                    <a:pt x="304996" y="0"/>
                  </a:lnTo>
                  <a:lnTo>
                    <a:pt x="1822507" y="0"/>
                  </a:lnTo>
                  <a:lnTo>
                    <a:pt x="2127405" y="525091"/>
                  </a:lnTo>
                  <a:lnTo>
                    <a:pt x="2109444" y="658735"/>
                  </a:lnTo>
                  <a:lnTo>
                    <a:pt x="2082865" y="793228"/>
                  </a:lnTo>
                  <a:lnTo>
                    <a:pt x="2040885" y="943889"/>
                  </a:lnTo>
                  <a:lnTo>
                    <a:pt x="1970328" y="1119277"/>
                  </a:lnTo>
                  <a:lnTo>
                    <a:pt x="1898398" y="1255269"/>
                  </a:lnTo>
                  <a:lnTo>
                    <a:pt x="1842485" y="1343211"/>
                  </a:lnTo>
                  <a:lnTo>
                    <a:pt x="1819983" y="1374448"/>
                  </a:lnTo>
                  <a:lnTo>
                    <a:pt x="1446681" y="1518346"/>
                  </a:lnTo>
                  <a:lnTo>
                    <a:pt x="1067142" y="1553184"/>
                  </a:lnTo>
                  <a:lnTo>
                    <a:pt x="1067142" y="1553481"/>
                  </a:lnTo>
                  <a:lnTo>
                    <a:pt x="1062886" y="1553481"/>
                  </a:lnTo>
                  <a:lnTo>
                    <a:pt x="1060361" y="1553827"/>
                  </a:lnTo>
                  <a:close/>
                </a:path>
                <a:path w="2127884" h="1553845">
                  <a:moveTo>
                    <a:pt x="1067142" y="1553827"/>
                  </a:moveTo>
                  <a:lnTo>
                    <a:pt x="1064667" y="1553481"/>
                  </a:lnTo>
                  <a:lnTo>
                    <a:pt x="1067142" y="1553481"/>
                  </a:lnTo>
                  <a:lnTo>
                    <a:pt x="1067142" y="1553827"/>
                  </a:lnTo>
                  <a:close/>
                </a:path>
              </a:pathLst>
            </a:custGeom>
            <a:solidFill>
              <a:srgbClr val="D5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806790" y="3384752"/>
              <a:ext cx="2127885" cy="1553845"/>
            </a:xfrm>
            <a:custGeom>
              <a:avLst/>
              <a:gdLst/>
              <a:ahLst/>
              <a:cxnLst/>
              <a:rect l="l" t="t" r="r" b="b"/>
              <a:pathLst>
                <a:path w="2127884" h="1553845">
                  <a:moveTo>
                    <a:pt x="2127554" y="525195"/>
                  </a:moveTo>
                  <a:lnTo>
                    <a:pt x="2127389" y="525195"/>
                  </a:lnTo>
                  <a:lnTo>
                    <a:pt x="1822500" y="0"/>
                  </a:lnTo>
                  <a:lnTo>
                    <a:pt x="1463154" y="0"/>
                  </a:lnTo>
                  <a:lnTo>
                    <a:pt x="1768157" y="525094"/>
                  </a:lnTo>
                  <a:lnTo>
                    <a:pt x="0" y="525195"/>
                  </a:lnTo>
                  <a:lnTo>
                    <a:pt x="1749869" y="659980"/>
                  </a:lnTo>
                  <a:lnTo>
                    <a:pt x="1723517" y="793229"/>
                  </a:lnTo>
                  <a:lnTo>
                    <a:pt x="1681568" y="943889"/>
                  </a:lnTo>
                  <a:lnTo>
                    <a:pt x="1657197" y="1016368"/>
                  </a:lnTo>
                  <a:lnTo>
                    <a:pt x="1635061" y="1080249"/>
                  </a:lnTo>
                  <a:lnTo>
                    <a:pt x="1614487" y="1136357"/>
                  </a:lnTo>
                  <a:lnTo>
                    <a:pt x="1594840" y="1185456"/>
                  </a:lnTo>
                  <a:lnTo>
                    <a:pt x="1575460" y="1228293"/>
                  </a:lnTo>
                  <a:lnTo>
                    <a:pt x="1555750" y="1265605"/>
                  </a:lnTo>
                  <a:lnTo>
                    <a:pt x="1535036" y="1298143"/>
                  </a:lnTo>
                  <a:lnTo>
                    <a:pt x="1488122" y="1351864"/>
                  </a:lnTo>
                  <a:lnTo>
                    <a:pt x="1368463" y="1422247"/>
                  </a:lnTo>
                  <a:lnTo>
                    <a:pt x="1243901" y="1468869"/>
                  </a:lnTo>
                  <a:lnTo>
                    <a:pt x="1134376" y="1504289"/>
                  </a:lnTo>
                  <a:lnTo>
                    <a:pt x="1087335" y="1518348"/>
                  </a:lnTo>
                  <a:lnTo>
                    <a:pt x="884047" y="1537030"/>
                  </a:lnTo>
                  <a:lnTo>
                    <a:pt x="1060361" y="1553184"/>
                  </a:lnTo>
                  <a:lnTo>
                    <a:pt x="1060361" y="1553832"/>
                  </a:lnTo>
                  <a:lnTo>
                    <a:pt x="1062875" y="1553476"/>
                  </a:lnTo>
                  <a:lnTo>
                    <a:pt x="1064666" y="1553476"/>
                  </a:lnTo>
                  <a:lnTo>
                    <a:pt x="1067142" y="1553832"/>
                  </a:lnTo>
                  <a:lnTo>
                    <a:pt x="1067142" y="1553476"/>
                  </a:lnTo>
                  <a:lnTo>
                    <a:pt x="1067142" y="1553184"/>
                  </a:lnTo>
                  <a:lnTo>
                    <a:pt x="1446682" y="1518348"/>
                  </a:lnTo>
                  <a:lnTo>
                    <a:pt x="1819973" y="1374444"/>
                  </a:lnTo>
                  <a:lnTo>
                    <a:pt x="1842477" y="1343215"/>
                  </a:lnTo>
                  <a:lnTo>
                    <a:pt x="1898396" y="1255268"/>
                  </a:lnTo>
                  <a:lnTo>
                    <a:pt x="1970328" y="1119276"/>
                  </a:lnTo>
                  <a:lnTo>
                    <a:pt x="2040877" y="943889"/>
                  </a:lnTo>
                  <a:lnTo>
                    <a:pt x="2082863" y="793229"/>
                  </a:lnTo>
                  <a:lnTo>
                    <a:pt x="2109444" y="658710"/>
                  </a:lnTo>
                  <a:lnTo>
                    <a:pt x="2123376" y="562114"/>
                  </a:lnTo>
                  <a:lnTo>
                    <a:pt x="2127339" y="525589"/>
                  </a:lnTo>
                  <a:lnTo>
                    <a:pt x="2127554" y="525195"/>
                  </a:lnTo>
                  <a:close/>
                </a:path>
              </a:pathLst>
            </a:custGeom>
            <a:solidFill>
              <a:srgbClr val="A7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014959" y="4019918"/>
              <a:ext cx="243204" cy="487045"/>
            </a:xfrm>
            <a:custGeom>
              <a:avLst/>
              <a:gdLst/>
              <a:ahLst/>
              <a:cxnLst/>
              <a:rect l="l" t="t" r="r" b="b"/>
              <a:pathLst>
                <a:path w="243205" h="487045">
                  <a:moveTo>
                    <a:pt x="171451" y="486633"/>
                  </a:moveTo>
                  <a:lnTo>
                    <a:pt x="111537" y="451960"/>
                  </a:lnTo>
                  <a:lnTo>
                    <a:pt x="87852" y="417327"/>
                  </a:lnTo>
                  <a:lnTo>
                    <a:pt x="68233" y="377429"/>
                  </a:lnTo>
                  <a:lnTo>
                    <a:pt x="52597" y="336966"/>
                  </a:lnTo>
                  <a:lnTo>
                    <a:pt x="40858" y="300636"/>
                  </a:lnTo>
                  <a:lnTo>
                    <a:pt x="32929" y="273139"/>
                  </a:lnTo>
                  <a:lnTo>
                    <a:pt x="20641" y="231555"/>
                  </a:lnTo>
                  <a:lnTo>
                    <a:pt x="7866" y="183739"/>
                  </a:lnTo>
                  <a:lnTo>
                    <a:pt x="0" y="134914"/>
                  </a:lnTo>
                  <a:lnTo>
                    <a:pt x="2440" y="90301"/>
                  </a:lnTo>
                  <a:lnTo>
                    <a:pt x="14290" y="45419"/>
                  </a:lnTo>
                  <a:lnTo>
                    <a:pt x="55357" y="8007"/>
                  </a:lnTo>
                  <a:lnTo>
                    <a:pt x="96582" y="0"/>
                  </a:lnTo>
                  <a:lnTo>
                    <a:pt x="139662" y="4194"/>
                  </a:lnTo>
                  <a:lnTo>
                    <a:pt x="177805" y="16770"/>
                  </a:lnTo>
                  <a:lnTo>
                    <a:pt x="210694" y="41872"/>
                  </a:lnTo>
                  <a:lnTo>
                    <a:pt x="225853" y="75170"/>
                  </a:lnTo>
                  <a:lnTo>
                    <a:pt x="228768" y="114063"/>
                  </a:lnTo>
                  <a:lnTo>
                    <a:pt x="224922" y="155950"/>
                  </a:lnTo>
                  <a:lnTo>
                    <a:pt x="219800" y="198230"/>
                  </a:lnTo>
                  <a:lnTo>
                    <a:pt x="218887" y="238301"/>
                  </a:lnTo>
                  <a:lnTo>
                    <a:pt x="224508" y="272982"/>
                  </a:lnTo>
                  <a:lnTo>
                    <a:pt x="233624" y="316970"/>
                  </a:lnTo>
                  <a:lnTo>
                    <a:pt x="241377" y="364829"/>
                  </a:lnTo>
                  <a:lnTo>
                    <a:pt x="242906" y="411124"/>
                  </a:lnTo>
                  <a:lnTo>
                    <a:pt x="233350" y="450417"/>
                  </a:lnTo>
                  <a:lnTo>
                    <a:pt x="207850" y="477275"/>
                  </a:lnTo>
                  <a:lnTo>
                    <a:pt x="171451" y="4866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110007" y="4804708"/>
              <a:ext cx="366395" cy="364490"/>
            </a:xfrm>
            <a:custGeom>
              <a:avLst/>
              <a:gdLst/>
              <a:ahLst/>
              <a:cxnLst/>
              <a:rect l="l" t="t" r="r" b="b"/>
              <a:pathLst>
                <a:path w="366394" h="364489">
                  <a:moveTo>
                    <a:pt x="248967" y="364391"/>
                  </a:moveTo>
                  <a:lnTo>
                    <a:pt x="162185" y="302576"/>
                  </a:lnTo>
                  <a:lnTo>
                    <a:pt x="81922" y="177859"/>
                  </a:lnTo>
                  <a:lnTo>
                    <a:pt x="22940" y="55310"/>
                  </a:lnTo>
                  <a:lnTo>
                    <a:pt x="0" y="0"/>
                  </a:lnTo>
                  <a:lnTo>
                    <a:pt x="365778" y="134064"/>
                  </a:lnTo>
                  <a:lnTo>
                    <a:pt x="363487" y="171679"/>
                  </a:lnTo>
                  <a:lnTo>
                    <a:pt x="349933" y="253564"/>
                  </a:lnTo>
                  <a:lnTo>
                    <a:pt x="315099" y="333280"/>
                  </a:lnTo>
                  <a:lnTo>
                    <a:pt x="248967" y="364391"/>
                  </a:lnTo>
                  <a:close/>
                </a:path>
              </a:pathLst>
            </a:custGeom>
            <a:solidFill>
              <a:srgbClr val="D5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292896" y="4903885"/>
              <a:ext cx="187325" cy="265430"/>
            </a:xfrm>
            <a:custGeom>
              <a:avLst/>
              <a:gdLst/>
              <a:ahLst/>
              <a:cxnLst/>
              <a:rect l="l" t="t" r="r" b="b"/>
              <a:pathLst>
                <a:path w="187325" h="265429">
                  <a:moveTo>
                    <a:pt x="69938" y="265213"/>
                  </a:moveTo>
                  <a:lnTo>
                    <a:pt x="52648" y="260958"/>
                  </a:lnTo>
                  <a:lnTo>
                    <a:pt x="35154" y="252038"/>
                  </a:lnTo>
                  <a:lnTo>
                    <a:pt x="17568" y="238995"/>
                  </a:lnTo>
                  <a:lnTo>
                    <a:pt x="0" y="222370"/>
                  </a:lnTo>
                  <a:lnTo>
                    <a:pt x="34397" y="200933"/>
                  </a:lnTo>
                  <a:lnTo>
                    <a:pt x="58915" y="162929"/>
                  </a:lnTo>
                  <a:lnTo>
                    <a:pt x="75222" y="116096"/>
                  </a:lnTo>
                  <a:lnTo>
                    <a:pt x="84987" y="68171"/>
                  </a:lnTo>
                  <a:lnTo>
                    <a:pt x="89879" y="26893"/>
                  </a:lnTo>
                  <a:lnTo>
                    <a:pt x="91568" y="0"/>
                  </a:lnTo>
                  <a:lnTo>
                    <a:pt x="186750" y="34887"/>
                  </a:lnTo>
                  <a:lnTo>
                    <a:pt x="184458" y="72495"/>
                  </a:lnTo>
                  <a:lnTo>
                    <a:pt x="170904" y="154368"/>
                  </a:lnTo>
                  <a:lnTo>
                    <a:pt x="136071" y="234082"/>
                  </a:lnTo>
                  <a:lnTo>
                    <a:pt x="69938" y="265213"/>
                  </a:lnTo>
                  <a:close/>
                </a:path>
              </a:pathLst>
            </a:custGeom>
            <a:solidFill>
              <a:srgbClr val="A7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291982" y="4804707"/>
              <a:ext cx="427990" cy="344805"/>
            </a:xfrm>
            <a:custGeom>
              <a:avLst/>
              <a:gdLst/>
              <a:ahLst/>
              <a:cxnLst/>
              <a:rect l="l" t="t" r="r" b="b"/>
              <a:pathLst>
                <a:path w="427990" h="344804">
                  <a:moveTo>
                    <a:pt x="396565" y="344377"/>
                  </a:moveTo>
                  <a:lnTo>
                    <a:pt x="240385" y="334948"/>
                  </a:lnTo>
                  <a:lnTo>
                    <a:pt x="114534" y="260050"/>
                  </a:lnTo>
                  <a:lnTo>
                    <a:pt x="30557" y="174736"/>
                  </a:lnTo>
                  <a:lnTo>
                    <a:pt x="0" y="134064"/>
                  </a:lnTo>
                  <a:lnTo>
                    <a:pt x="342663" y="0"/>
                  </a:lnTo>
                  <a:lnTo>
                    <a:pt x="364220" y="50536"/>
                  </a:lnTo>
                  <a:lnTo>
                    <a:pt x="404639" y="163460"/>
                  </a:lnTo>
                  <a:lnTo>
                    <a:pt x="427546" y="280749"/>
                  </a:lnTo>
                  <a:lnTo>
                    <a:pt x="396565" y="344377"/>
                  </a:lnTo>
                  <a:close/>
                </a:path>
              </a:pathLst>
            </a:custGeom>
            <a:solidFill>
              <a:srgbClr val="D5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516646" y="4804708"/>
              <a:ext cx="203200" cy="351790"/>
            </a:xfrm>
            <a:custGeom>
              <a:avLst/>
              <a:gdLst/>
              <a:ahLst/>
              <a:cxnLst/>
              <a:rect l="l" t="t" r="r" b="b"/>
              <a:pathLst>
                <a:path w="203200" h="351789">
                  <a:moveTo>
                    <a:pt x="126143" y="351485"/>
                  </a:moveTo>
                  <a:lnTo>
                    <a:pt x="82071" y="350468"/>
                  </a:lnTo>
                  <a:lnTo>
                    <a:pt x="39938" y="342501"/>
                  </a:lnTo>
                  <a:lnTo>
                    <a:pt x="0" y="328762"/>
                  </a:lnTo>
                  <a:lnTo>
                    <a:pt x="13613" y="327976"/>
                  </a:lnTo>
                  <a:lnTo>
                    <a:pt x="27126" y="326471"/>
                  </a:lnTo>
                  <a:lnTo>
                    <a:pt x="40539" y="324245"/>
                  </a:lnTo>
                  <a:lnTo>
                    <a:pt x="53852" y="321300"/>
                  </a:lnTo>
                  <a:lnTo>
                    <a:pt x="75573" y="305123"/>
                  </a:lnTo>
                  <a:lnTo>
                    <a:pt x="84349" y="273846"/>
                  </a:lnTo>
                  <a:lnTo>
                    <a:pt x="82780" y="231623"/>
                  </a:lnTo>
                  <a:lnTo>
                    <a:pt x="73464" y="182610"/>
                  </a:lnTo>
                  <a:lnTo>
                    <a:pt x="59003" y="130960"/>
                  </a:lnTo>
                  <a:lnTo>
                    <a:pt x="41997" y="80829"/>
                  </a:lnTo>
                  <a:lnTo>
                    <a:pt x="25045" y="36369"/>
                  </a:lnTo>
                  <a:lnTo>
                    <a:pt x="117999" y="0"/>
                  </a:lnTo>
                  <a:lnTo>
                    <a:pt x="139555" y="50536"/>
                  </a:lnTo>
                  <a:lnTo>
                    <a:pt x="179975" y="163460"/>
                  </a:lnTo>
                  <a:lnTo>
                    <a:pt x="202882" y="280749"/>
                  </a:lnTo>
                  <a:lnTo>
                    <a:pt x="171901" y="344377"/>
                  </a:lnTo>
                  <a:lnTo>
                    <a:pt x="126143" y="351485"/>
                  </a:lnTo>
                  <a:close/>
                </a:path>
              </a:pathLst>
            </a:custGeom>
            <a:solidFill>
              <a:srgbClr val="A7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4078340" y="2090029"/>
            <a:ext cx="2278380" cy="1762125"/>
            <a:chOff x="14078340" y="2090029"/>
            <a:chExt cx="2278380" cy="1762125"/>
          </a:xfrm>
        </p:grpSpPr>
        <p:sp>
          <p:nvSpPr>
            <p:cNvPr id="24" name="object 24"/>
            <p:cNvSpPr/>
            <p:nvPr/>
          </p:nvSpPr>
          <p:spPr>
            <a:xfrm>
              <a:off x="16086391" y="2550413"/>
              <a:ext cx="269875" cy="132080"/>
            </a:xfrm>
            <a:custGeom>
              <a:avLst/>
              <a:gdLst/>
              <a:ahLst/>
              <a:cxnLst/>
              <a:rect l="l" t="t" r="r" b="b"/>
              <a:pathLst>
                <a:path w="269875" h="132080">
                  <a:moveTo>
                    <a:pt x="254945" y="131913"/>
                  </a:moveTo>
                  <a:lnTo>
                    <a:pt x="252512" y="131940"/>
                  </a:lnTo>
                  <a:lnTo>
                    <a:pt x="250243" y="131946"/>
                  </a:lnTo>
                  <a:lnTo>
                    <a:pt x="248058" y="131521"/>
                  </a:lnTo>
                  <a:lnTo>
                    <a:pt x="235287" y="114940"/>
                  </a:lnTo>
                  <a:lnTo>
                    <a:pt x="233858" y="103991"/>
                  </a:lnTo>
                  <a:lnTo>
                    <a:pt x="207340" y="56491"/>
                  </a:lnTo>
                  <a:lnTo>
                    <a:pt x="164208" y="36861"/>
                  </a:lnTo>
                  <a:lnTo>
                    <a:pt x="135849" y="34393"/>
                  </a:lnTo>
                  <a:lnTo>
                    <a:pt x="135057" y="34393"/>
                  </a:lnTo>
                  <a:lnTo>
                    <a:pt x="82277" y="46189"/>
                  </a:lnTo>
                  <a:lnTo>
                    <a:pt x="51928" y="71986"/>
                  </a:lnTo>
                  <a:lnTo>
                    <a:pt x="34431" y="111580"/>
                  </a:lnTo>
                  <a:lnTo>
                    <a:pt x="34103" y="113838"/>
                  </a:lnTo>
                  <a:lnTo>
                    <a:pt x="33354" y="115947"/>
                  </a:lnTo>
                  <a:lnTo>
                    <a:pt x="0" y="108896"/>
                  </a:lnTo>
                  <a:lnTo>
                    <a:pt x="328" y="106639"/>
                  </a:lnTo>
                  <a:lnTo>
                    <a:pt x="10472" y="74452"/>
                  </a:lnTo>
                  <a:lnTo>
                    <a:pt x="34487" y="39643"/>
                  </a:lnTo>
                  <a:lnTo>
                    <a:pt x="75104" y="11672"/>
                  </a:lnTo>
                  <a:lnTo>
                    <a:pt x="135057" y="0"/>
                  </a:lnTo>
                  <a:lnTo>
                    <a:pt x="136047" y="0"/>
                  </a:lnTo>
                  <a:lnTo>
                    <a:pt x="200275" y="11803"/>
                  </a:lnTo>
                  <a:lnTo>
                    <a:pt x="239709" y="39992"/>
                  </a:lnTo>
                  <a:lnTo>
                    <a:pt x="260393" y="73734"/>
                  </a:lnTo>
                  <a:lnTo>
                    <a:pt x="269687" y="114545"/>
                  </a:lnTo>
                  <a:lnTo>
                    <a:pt x="269714" y="116826"/>
                  </a:lnTo>
                  <a:lnTo>
                    <a:pt x="269302" y="119024"/>
                  </a:lnTo>
                  <a:lnTo>
                    <a:pt x="257137" y="131452"/>
                  </a:lnTo>
                  <a:lnTo>
                    <a:pt x="254945" y="131913"/>
                  </a:lnTo>
                  <a:close/>
                </a:path>
              </a:pathLst>
            </a:custGeom>
            <a:solidFill>
              <a:srgbClr val="3AE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78340" y="2090029"/>
              <a:ext cx="2007126" cy="1761598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6685181" y="3411135"/>
            <a:ext cx="680085" cy="823594"/>
            <a:chOff x="16685181" y="3411135"/>
            <a:chExt cx="680085" cy="823594"/>
          </a:xfrm>
        </p:grpSpPr>
        <p:sp>
          <p:nvSpPr>
            <p:cNvPr id="27" name="object 27"/>
            <p:cNvSpPr/>
            <p:nvPr/>
          </p:nvSpPr>
          <p:spPr>
            <a:xfrm>
              <a:off x="16685181" y="3411135"/>
              <a:ext cx="680085" cy="823594"/>
            </a:xfrm>
            <a:custGeom>
              <a:avLst/>
              <a:gdLst/>
              <a:ahLst/>
              <a:cxnLst/>
              <a:rect l="l" t="t" r="r" b="b"/>
              <a:pathLst>
                <a:path w="680084" h="823595">
                  <a:moveTo>
                    <a:pt x="623317" y="823462"/>
                  </a:moveTo>
                  <a:lnTo>
                    <a:pt x="513289" y="733555"/>
                  </a:lnTo>
                  <a:lnTo>
                    <a:pt x="407436" y="623657"/>
                  </a:lnTo>
                  <a:lnTo>
                    <a:pt x="321155" y="527777"/>
                  </a:lnTo>
                  <a:lnTo>
                    <a:pt x="285495" y="486744"/>
                  </a:lnTo>
                  <a:lnTo>
                    <a:pt x="0" y="0"/>
                  </a:lnTo>
                  <a:lnTo>
                    <a:pt x="38881" y="11715"/>
                  </a:lnTo>
                  <a:lnTo>
                    <a:pt x="144337" y="57254"/>
                  </a:lnTo>
                  <a:lnTo>
                    <a:pt x="299583" y="152205"/>
                  </a:lnTo>
                  <a:lnTo>
                    <a:pt x="487836" y="312158"/>
                  </a:lnTo>
                  <a:lnTo>
                    <a:pt x="537656" y="366248"/>
                  </a:lnTo>
                  <a:lnTo>
                    <a:pt x="578902" y="420271"/>
                  </a:lnTo>
                  <a:lnTo>
                    <a:pt x="612172" y="473569"/>
                  </a:lnTo>
                  <a:lnTo>
                    <a:pt x="638066" y="525482"/>
                  </a:lnTo>
                  <a:lnTo>
                    <a:pt x="657186" y="575352"/>
                  </a:lnTo>
                  <a:lnTo>
                    <a:pt x="670129" y="622519"/>
                  </a:lnTo>
                  <a:lnTo>
                    <a:pt x="677496" y="666324"/>
                  </a:lnTo>
                  <a:lnTo>
                    <a:pt x="679887" y="706109"/>
                  </a:lnTo>
                  <a:lnTo>
                    <a:pt x="677901" y="741213"/>
                  </a:lnTo>
                  <a:lnTo>
                    <a:pt x="663200" y="794744"/>
                  </a:lnTo>
                  <a:lnTo>
                    <a:pt x="623317" y="823462"/>
                  </a:lnTo>
                  <a:close/>
                </a:path>
              </a:pathLst>
            </a:custGeom>
            <a:solidFill>
              <a:srgbClr val="D5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685181" y="3411135"/>
              <a:ext cx="680085" cy="823594"/>
            </a:xfrm>
            <a:custGeom>
              <a:avLst/>
              <a:gdLst/>
              <a:ahLst/>
              <a:cxnLst/>
              <a:rect l="l" t="t" r="r" b="b"/>
              <a:pathLst>
                <a:path w="680084" h="823595">
                  <a:moveTo>
                    <a:pt x="623291" y="823462"/>
                  </a:moveTo>
                  <a:lnTo>
                    <a:pt x="584676" y="798563"/>
                  </a:lnTo>
                  <a:lnTo>
                    <a:pt x="540698" y="760118"/>
                  </a:lnTo>
                  <a:lnTo>
                    <a:pt x="519712" y="739752"/>
                  </a:lnTo>
                  <a:lnTo>
                    <a:pt x="525370" y="713107"/>
                  </a:lnTo>
                  <a:lnTo>
                    <a:pt x="527942" y="681891"/>
                  </a:lnTo>
                  <a:lnTo>
                    <a:pt x="521982" y="607776"/>
                  </a:lnTo>
                  <a:lnTo>
                    <a:pt x="512526" y="565890"/>
                  </a:lnTo>
                  <a:lnTo>
                    <a:pt x="498137" y="521460"/>
                  </a:lnTo>
                  <a:lnTo>
                    <a:pt x="478353" y="474994"/>
                  </a:lnTo>
                  <a:lnTo>
                    <a:pt x="452712" y="426999"/>
                  </a:lnTo>
                  <a:lnTo>
                    <a:pt x="420753" y="377980"/>
                  </a:lnTo>
                  <a:lnTo>
                    <a:pt x="382013" y="328446"/>
                  </a:lnTo>
                  <a:lnTo>
                    <a:pt x="336031" y="278902"/>
                  </a:lnTo>
                  <a:lnTo>
                    <a:pt x="292283" y="236996"/>
                  </a:lnTo>
                  <a:lnTo>
                    <a:pt x="249512" y="198890"/>
                  </a:lnTo>
                  <a:lnTo>
                    <a:pt x="207905" y="164414"/>
                  </a:lnTo>
                  <a:lnTo>
                    <a:pt x="167644" y="133397"/>
                  </a:lnTo>
                  <a:lnTo>
                    <a:pt x="128914" y="105670"/>
                  </a:lnTo>
                  <a:lnTo>
                    <a:pt x="91900" y="81061"/>
                  </a:lnTo>
                  <a:lnTo>
                    <a:pt x="56787" y="59402"/>
                  </a:lnTo>
                  <a:lnTo>
                    <a:pt x="23758" y="40520"/>
                  </a:lnTo>
                  <a:lnTo>
                    <a:pt x="0" y="0"/>
                  </a:lnTo>
                  <a:lnTo>
                    <a:pt x="38881" y="11715"/>
                  </a:lnTo>
                  <a:lnTo>
                    <a:pt x="144337" y="57254"/>
                  </a:lnTo>
                  <a:lnTo>
                    <a:pt x="299584" y="152205"/>
                  </a:lnTo>
                  <a:lnTo>
                    <a:pt x="487836" y="312158"/>
                  </a:lnTo>
                  <a:lnTo>
                    <a:pt x="537654" y="366248"/>
                  </a:lnTo>
                  <a:lnTo>
                    <a:pt x="578895" y="420271"/>
                  </a:lnTo>
                  <a:lnTo>
                    <a:pt x="612157" y="473569"/>
                  </a:lnTo>
                  <a:lnTo>
                    <a:pt x="638043" y="525482"/>
                  </a:lnTo>
                  <a:lnTo>
                    <a:pt x="657152" y="575352"/>
                  </a:lnTo>
                  <a:lnTo>
                    <a:pt x="670086" y="622519"/>
                  </a:lnTo>
                  <a:lnTo>
                    <a:pt x="677444" y="666324"/>
                  </a:lnTo>
                  <a:lnTo>
                    <a:pt x="679828" y="706109"/>
                  </a:lnTo>
                  <a:lnTo>
                    <a:pt x="677837" y="741213"/>
                  </a:lnTo>
                  <a:lnTo>
                    <a:pt x="672073" y="770978"/>
                  </a:lnTo>
                  <a:lnTo>
                    <a:pt x="663136" y="794744"/>
                  </a:lnTo>
                  <a:lnTo>
                    <a:pt x="651626" y="811853"/>
                  </a:lnTo>
                  <a:lnTo>
                    <a:pt x="638144" y="821645"/>
                  </a:lnTo>
                  <a:lnTo>
                    <a:pt x="623291" y="823462"/>
                  </a:lnTo>
                  <a:close/>
                </a:path>
              </a:pathLst>
            </a:custGeom>
            <a:solidFill>
              <a:srgbClr val="A7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06400">
              <a:lnSpc>
                <a:spcPct val="100000"/>
              </a:lnSpc>
              <a:spcBef>
                <a:spcPts val="110"/>
              </a:spcBef>
            </a:pPr>
            <a:r>
              <a:rPr sz="4000" spc="-25" dirty="0"/>
              <a:t>INTEGRATION</a:t>
            </a:r>
            <a:r>
              <a:rPr sz="4000" spc="-175" dirty="0"/>
              <a:t> </a:t>
            </a:r>
            <a:r>
              <a:rPr sz="4000" dirty="0"/>
              <a:t>AND</a:t>
            </a:r>
            <a:r>
              <a:rPr sz="4000" spc="-170" dirty="0"/>
              <a:t> </a:t>
            </a:r>
            <a:r>
              <a:rPr sz="4000" dirty="0"/>
              <a:t>COMPLETION</a:t>
            </a:r>
            <a:r>
              <a:rPr sz="4000" spc="-170" dirty="0"/>
              <a:t> </a:t>
            </a:r>
            <a:r>
              <a:rPr sz="4000" spc="-10" dirty="0"/>
              <a:t>STATUS</a:t>
            </a:r>
            <a:endParaRPr sz="4000"/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5501" y="3158022"/>
            <a:ext cx="133349" cy="13334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8639" y="4201433"/>
            <a:ext cx="133349" cy="13334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8639" y="4720969"/>
            <a:ext cx="133349" cy="13334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22315" y="6729034"/>
            <a:ext cx="133349" cy="13334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2315" y="7268381"/>
            <a:ext cx="133349" cy="13334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68616" y="2309813"/>
            <a:ext cx="17190085" cy="524891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3400" b="1" dirty="0">
                <a:solidFill>
                  <a:srgbClr val="FBB4FD"/>
                </a:solidFill>
                <a:latin typeface="Tahoma"/>
                <a:cs typeface="Tahoma"/>
              </a:rPr>
              <a:t>What's</a:t>
            </a:r>
            <a:r>
              <a:rPr sz="3400" b="1" spc="-40" dirty="0">
                <a:solidFill>
                  <a:srgbClr val="FBB4FD"/>
                </a:solidFill>
                <a:latin typeface="Tahoma"/>
                <a:cs typeface="Tahoma"/>
              </a:rPr>
              <a:t> </a:t>
            </a:r>
            <a:r>
              <a:rPr sz="3400" b="1" dirty="0">
                <a:solidFill>
                  <a:srgbClr val="FBB4FD"/>
                </a:solidFill>
                <a:latin typeface="Tahoma"/>
                <a:cs typeface="Tahoma"/>
              </a:rPr>
              <a:t>built</a:t>
            </a:r>
            <a:r>
              <a:rPr sz="3400" b="1" spc="-35" dirty="0">
                <a:solidFill>
                  <a:srgbClr val="FBB4FD"/>
                </a:solidFill>
                <a:latin typeface="Tahoma"/>
                <a:cs typeface="Tahoma"/>
              </a:rPr>
              <a:t> </a:t>
            </a:r>
            <a:r>
              <a:rPr sz="3400" b="1" spc="135" dirty="0">
                <a:solidFill>
                  <a:srgbClr val="FBB4FD"/>
                </a:solidFill>
                <a:latin typeface="Tahoma"/>
                <a:cs typeface="Tahoma"/>
              </a:rPr>
              <a:t>and</a:t>
            </a:r>
            <a:r>
              <a:rPr sz="3400" b="1" spc="-35" dirty="0">
                <a:solidFill>
                  <a:srgbClr val="FBB4FD"/>
                </a:solidFill>
                <a:latin typeface="Tahoma"/>
                <a:cs typeface="Tahoma"/>
              </a:rPr>
              <a:t> </a:t>
            </a:r>
            <a:r>
              <a:rPr sz="3400" b="1" spc="114" dirty="0">
                <a:solidFill>
                  <a:srgbClr val="FBB4FD"/>
                </a:solidFill>
                <a:latin typeface="Tahoma"/>
                <a:cs typeface="Tahoma"/>
              </a:rPr>
              <a:t>working</a:t>
            </a:r>
            <a:r>
              <a:rPr sz="3400" b="1" spc="-35" dirty="0">
                <a:solidFill>
                  <a:srgbClr val="FBB4FD"/>
                </a:solidFill>
                <a:latin typeface="Tahoma"/>
                <a:cs typeface="Tahoma"/>
              </a:rPr>
              <a:t> </a:t>
            </a:r>
            <a:r>
              <a:rPr sz="3400" b="1" spc="-10" dirty="0">
                <a:solidFill>
                  <a:srgbClr val="FBB4FD"/>
                </a:solidFill>
                <a:latin typeface="Tahoma"/>
                <a:cs typeface="Tahoma"/>
              </a:rPr>
              <a:t>together:</a:t>
            </a:r>
            <a:endParaRPr sz="3400">
              <a:latin typeface="Tahoma"/>
              <a:cs typeface="Tahoma"/>
            </a:endParaRPr>
          </a:p>
          <a:p>
            <a:pPr marL="1023619" marR="5264150" indent="-19050">
              <a:lnSpc>
                <a:spcPct val="101099"/>
              </a:lnSpc>
              <a:spcBef>
                <a:spcPts val="254"/>
              </a:spcBef>
            </a:pP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All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r>
              <a:rPr sz="3400" b="1" spc="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agents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run</a:t>
            </a:r>
            <a:r>
              <a:rPr sz="3400" b="1" spc="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as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one</a:t>
            </a:r>
            <a:r>
              <a:rPr sz="3400" b="1" spc="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connected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pipeline</a:t>
            </a:r>
            <a:r>
              <a:rPr sz="3400" b="1" spc="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(LangGraph),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separate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tools</a:t>
            </a:r>
            <a:endParaRPr sz="3400">
              <a:latin typeface="Roboto"/>
              <a:cs typeface="Roboto"/>
            </a:endParaRPr>
          </a:p>
          <a:p>
            <a:pPr marL="1027430" marR="7709534">
              <a:lnSpc>
                <a:spcPts val="4090"/>
              </a:lnSpc>
              <a:spcBef>
                <a:spcPts val="140"/>
              </a:spcBef>
            </a:pP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Every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stage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saves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its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progress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340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MongoDB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Full</a:t>
            </a:r>
            <a:r>
              <a:rPr sz="3400" b="1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tech</a:t>
            </a:r>
            <a:r>
              <a:rPr sz="340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stack</a:t>
            </a:r>
            <a:r>
              <a:rPr sz="3400" b="1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runs</a:t>
            </a:r>
            <a:r>
              <a:rPr sz="3400" b="1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together</a:t>
            </a:r>
            <a:endParaRPr sz="3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750"/>
              </a:spcBef>
            </a:pPr>
            <a:endParaRPr sz="3400">
              <a:latin typeface="Roboto"/>
              <a:cs typeface="Roboto"/>
            </a:endParaRPr>
          </a:p>
          <a:p>
            <a:pPr marL="37465">
              <a:lnSpc>
                <a:spcPct val="100000"/>
              </a:lnSpc>
            </a:pPr>
            <a:r>
              <a:rPr sz="3400" b="1" dirty="0">
                <a:solidFill>
                  <a:srgbClr val="FBB4FD"/>
                </a:solidFill>
                <a:latin typeface="Tahoma"/>
                <a:cs typeface="Tahoma"/>
              </a:rPr>
              <a:t>What</a:t>
            </a:r>
            <a:r>
              <a:rPr sz="3400" b="1" spc="-175" dirty="0">
                <a:solidFill>
                  <a:srgbClr val="FBB4FD"/>
                </a:solidFill>
                <a:latin typeface="Tahoma"/>
                <a:cs typeface="Tahoma"/>
              </a:rPr>
              <a:t> </a:t>
            </a:r>
            <a:r>
              <a:rPr sz="3400" b="1" spc="140" dirty="0">
                <a:solidFill>
                  <a:srgbClr val="FBB4FD"/>
                </a:solidFill>
                <a:latin typeface="Tahoma"/>
                <a:cs typeface="Tahoma"/>
              </a:rPr>
              <a:t>we</a:t>
            </a:r>
            <a:r>
              <a:rPr sz="3400" b="1" spc="-170" dirty="0">
                <a:solidFill>
                  <a:srgbClr val="FBB4FD"/>
                </a:solidFill>
                <a:latin typeface="Tahoma"/>
                <a:cs typeface="Tahoma"/>
              </a:rPr>
              <a:t> </a:t>
            </a:r>
            <a:r>
              <a:rPr sz="3400" b="1" spc="60" dirty="0">
                <a:solidFill>
                  <a:srgbClr val="FBB4FD"/>
                </a:solidFill>
                <a:latin typeface="Tahoma"/>
                <a:cs typeface="Tahoma"/>
              </a:rPr>
              <a:t>tested</a:t>
            </a:r>
            <a:r>
              <a:rPr sz="3400" b="1" spc="-175" dirty="0">
                <a:solidFill>
                  <a:srgbClr val="FBB4FD"/>
                </a:solidFill>
                <a:latin typeface="Tahoma"/>
                <a:cs typeface="Tahoma"/>
              </a:rPr>
              <a:t> </a:t>
            </a:r>
            <a:r>
              <a:rPr sz="3400" b="1" dirty="0">
                <a:solidFill>
                  <a:srgbClr val="FBB4FD"/>
                </a:solidFill>
                <a:latin typeface="Tahoma"/>
                <a:cs typeface="Tahoma"/>
              </a:rPr>
              <a:t>it</a:t>
            </a:r>
            <a:r>
              <a:rPr sz="3400" b="1" spc="-170" dirty="0">
                <a:solidFill>
                  <a:srgbClr val="FBB4FD"/>
                </a:solidFill>
                <a:latin typeface="Tahoma"/>
                <a:cs typeface="Tahoma"/>
              </a:rPr>
              <a:t> </a:t>
            </a:r>
            <a:r>
              <a:rPr sz="3400" b="1" spc="-25" dirty="0">
                <a:solidFill>
                  <a:srgbClr val="FBB4FD"/>
                </a:solidFill>
                <a:latin typeface="Tahoma"/>
                <a:cs typeface="Tahoma"/>
              </a:rPr>
              <a:t>on:</a:t>
            </a:r>
            <a:endParaRPr sz="3400">
              <a:latin typeface="Tahoma"/>
              <a:cs typeface="Tahoma"/>
            </a:endParaRPr>
          </a:p>
          <a:p>
            <a:pPr marL="1081405" marR="5080">
              <a:lnSpc>
                <a:spcPct val="104099"/>
              </a:lnSpc>
              <a:spcBef>
                <a:spcPts val="520"/>
              </a:spcBef>
            </a:pP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tested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on</a:t>
            </a:r>
            <a:r>
              <a:rPr sz="3400" b="1" spc="84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real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features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increasing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difficulty: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Item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Listing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,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Login/Authentication,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Every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output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is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saved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as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version,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so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reviewers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always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see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approved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2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endParaRPr sz="3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202" y="309864"/>
            <a:ext cx="1105535" cy="1056640"/>
          </a:xfrm>
          <a:custGeom>
            <a:avLst/>
            <a:gdLst/>
            <a:ahLst/>
            <a:cxnLst/>
            <a:rect l="l" t="t" r="r" b="b"/>
            <a:pathLst>
              <a:path w="1105535" h="1056640">
                <a:moveTo>
                  <a:pt x="528624" y="1056640"/>
                </a:moveTo>
                <a:lnTo>
                  <a:pt x="475534" y="1054100"/>
                </a:lnTo>
                <a:lnTo>
                  <a:pt x="423422" y="1046480"/>
                </a:lnTo>
                <a:lnTo>
                  <a:pt x="372469" y="1033780"/>
                </a:lnTo>
                <a:lnTo>
                  <a:pt x="322856" y="1014730"/>
                </a:lnTo>
                <a:lnTo>
                  <a:pt x="276870" y="993140"/>
                </a:lnTo>
                <a:lnTo>
                  <a:pt x="233439" y="966470"/>
                </a:lnTo>
                <a:lnTo>
                  <a:pt x="192709" y="935990"/>
                </a:lnTo>
                <a:lnTo>
                  <a:pt x="154828" y="901700"/>
                </a:lnTo>
                <a:lnTo>
                  <a:pt x="120392" y="863600"/>
                </a:lnTo>
                <a:lnTo>
                  <a:pt x="89967" y="822960"/>
                </a:lnTo>
                <a:lnTo>
                  <a:pt x="63652" y="779780"/>
                </a:lnTo>
                <a:lnTo>
                  <a:pt x="41547" y="734060"/>
                </a:lnTo>
                <a:lnTo>
                  <a:pt x="23424" y="684530"/>
                </a:lnTo>
                <a:lnTo>
                  <a:pt x="10434" y="633730"/>
                </a:lnTo>
                <a:lnTo>
                  <a:pt x="2614" y="581660"/>
                </a:lnTo>
                <a:lnTo>
                  <a:pt x="0" y="528320"/>
                </a:lnTo>
                <a:lnTo>
                  <a:pt x="2365" y="480060"/>
                </a:lnTo>
                <a:lnTo>
                  <a:pt x="2490" y="477520"/>
                </a:lnTo>
                <a:lnTo>
                  <a:pt x="10434" y="422910"/>
                </a:lnTo>
                <a:lnTo>
                  <a:pt x="23424" y="372110"/>
                </a:lnTo>
                <a:lnTo>
                  <a:pt x="41547" y="322580"/>
                </a:lnTo>
                <a:lnTo>
                  <a:pt x="63652" y="276860"/>
                </a:lnTo>
                <a:lnTo>
                  <a:pt x="89967" y="232410"/>
                </a:lnTo>
                <a:lnTo>
                  <a:pt x="120392" y="191770"/>
                </a:lnTo>
                <a:lnTo>
                  <a:pt x="154828" y="153670"/>
                </a:lnTo>
                <a:lnTo>
                  <a:pt x="192709" y="119380"/>
                </a:lnTo>
                <a:lnTo>
                  <a:pt x="233439" y="88900"/>
                </a:lnTo>
                <a:lnTo>
                  <a:pt x="276870" y="63500"/>
                </a:lnTo>
                <a:lnTo>
                  <a:pt x="322856" y="40640"/>
                </a:lnTo>
                <a:lnTo>
                  <a:pt x="372469" y="22860"/>
                </a:lnTo>
                <a:lnTo>
                  <a:pt x="423422" y="10160"/>
                </a:lnTo>
                <a:lnTo>
                  <a:pt x="475534" y="2540"/>
                </a:lnTo>
                <a:lnTo>
                  <a:pt x="528624" y="0"/>
                </a:lnTo>
                <a:lnTo>
                  <a:pt x="575202" y="1270"/>
                </a:lnTo>
                <a:lnTo>
                  <a:pt x="621127" y="7620"/>
                </a:lnTo>
                <a:lnTo>
                  <a:pt x="666239" y="17780"/>
                </a:lnTo>
                <a:lnTo>
                  <a:pt x="690316" y="25400"/>
                </a:lnTo>
                <a:lnTo>
                  <a:pt x="528624" y="25400"/>
                </a:lnTo>
                <a:lnTo>
                  <a:pt x="480248" y="26670"/>
                </a:lnTo>
                <a:lnTo>
                  <a:pt x="433158" y="34290"/>
                </a:lnTo>
                <a:lnTo>
                  <a:pt x="387567" y="45720"/>
                </a:lnTo>
                <a:lnTo>
                  <a:pt x="343687" y="59690"/>
                </a:lnTo>
                <a:lnTo>
                  <a:pt x="301730" y="78740"/>
                </a:lnTo>
                <a:lnTo>
                  <a:pt x="261908" y="101600"/>
                </a:lnTo>
                <a:lnTo>
                  <a:pt x="224435" y="127000"/>
                </a:lnTo>
                <a:lnTo>
                  <a:pt x="189522" y="156210"/>
                </a:lnTo>
                <a:lnTo>
                  <a:pt x="157383" y="189230"/>
                </a:lnTo>
                <a:lnTo>
                  <a:pt x="128229" y="223520"/>
                </a:lnTo>
                <a:lnTo>
                  <a:pt x="102273" y="261620"/>
                </a:lnTo>
                <a:lnTo>
                  <a:pt x="79727" y="300990"/>
                </a:lnTo>
                <a:lnTo>
                  <a:pt x="60804" y="342900"/>
                </a:lnTo>
                <a:lnTo>
                  <a:pt x="45717" y="387350"/>
                </a:lnTo>
                <a:lnTo>
                  <a:pt x="34677" y="433070"/>
                </a:lnTo>
                <a:lnTo>
                  <a:pt x="27897" y="480060"/>
                </a:lnTo>
                <a:lnTo>
                  <a:pt x="25711" y="525780"/>
                </a:lnTo>
                <a:lnTo>
                  <a:pt x="25590" y="528320"/>
                </a:lnTo>
                <a:lnTo>
                  <a:pt x="27897" y="576580"/>
                </a:lnTo>
                <a:lnTo>
                  <a:pt x="34676" y="623570"/>
                </a:lnTo>
                <a:lnTo>
                  <a:pt x="45716" y="669290"/>
                </a:lnTo>
                <a:lnTo>
                  <a:pt x="60804" y="712470"/>
                </a:lnTo>
                <a:lnTo>
                  <a:pt x="79726" y="754380"/>
                </a:lnTo>
                <a:lnTo>
                  <a:pt x="102272" y="795020"/>
                </a:lnTo>
                <a:lnTo>
                  <a:pt x="128227" y="831850"/>
                </a:lnTo>
                <a:lnTo>
                  <a:pt x="157381" y="867410"/>
                </a:lnTo>
                <a:lnTo>
                  <a:pt x="189520" y="899160"/>
                </a:lnTo>
                <a:lnTo>
                  <a:pt x="224433" y="928370"/>
                </a:lnTo>
                <a:lnTo>
                  <a:pt x="261906" y="953770"/>
                </a:lnTo>
                <a:lnTo>
                  <a:pt x="301728" y="976630"/>
                </a:lnTo>
                <a:lnTo>
                  <a:pt x="343685" y="995680"/>
                </a:lnTo>
                <a:lnTo>
                  <a:pt x="387565" y="1010920"/>
                </a:lnTo>
                <a:lnTo>
                  <a:pt x="433157" y="1022350"/>
                </a:lnTo>
                <a:lnTo>
                  <a:pt x="480247" y="1028700"/>
                </a:lnTo>
                <a:lnTo>
                  <a:pt x="528624" y="1031240"/>
                </a:lnTo>
                <a:lnTo>
                  <a:pt x="689751" y="1031240"/>
                </a:lnTo>
                <a:lnTo>
                  <a:pt x="662397" y="1040130"/>
                </a:lnTo>
                <a:lnTo>
                  <a:pt x="618506" y="1049020"/>
                </a:lnTo>
                <a:lnTo>
                  <a:pt x="573863" y="1054100"/>
                </a:lnTo>
                <a:lnTo>
                  <a:pt x="528624" y="1056640"/>
                </a:lnTo>
                <a:close/>
              </a:path>
              <a:path w="1105535" h="1056640">
                <a:moveTo>
                  <a:pt x="997073" y="157480"/>
                </a:moveTo>
                <a:lnTo>
                  <a:pt x="989207" y="157480"/>
                </a:lnTo>
                <a:lnTo>
                  <a:pt x="982202" y="153670"/>
                </a:lnTo>
                <a:lnTo>
                  <a:pt x="976373" y="148590"/>
                </a:lnTo>
                <a:lnTo>
                  <a:pt x="972033" y="142240"/>
                </a:lnTo>
                <a:lnTo>
                  <a:pt x="850888" y="142240"/>
                </a:lnTo>
                <a:lnTo>
                  <a:pt x="808725" y="110490"/>
                </a:lnTo>
                <a:lnTo>
                  <a:pt x="766300" y="85090"/>
                </a:lnTo>
                <a:lnTo>
                  <a:pt x="721685" y="63500"/>
                </a:lnTo>
                <a:lnTo>
                  <a:pt x="675244" y="46990"/>
                </a:lnTo>
                <a:lnTo>
                  <a:pt x="627343" y="34290"/>
                </a:lnTo>
                <a:lnTo>
                  <a:pt x="578348" y="27940"/>
                </a:lnTo>
                <a:lnTo>
                  <a:pt x="528624" y="25400"/>
                </a:lnTo>
                <a:lnTo>
                  <a:pt x="690316" y="25400"/>
                </a:lnTo>
                <a:lnTo>
                  <a:pt x="750662" y="48260"/>
                </a:lnTo>
                <a:lnTo>
                  <a:pt x="789326" y="68580"/>
                </a:lnTo>
                <a:lnTo>
                  <a:pt x="826246" y="91440"/>
                </a:lnTo>
                <a:lnTo>
                  <a:pt x="861298" y="116840"/>
                </a:lnTo>
                <a:lnTo>
                  <a:pt x="1021270" y="116840"/>
                </a:lnTo>
                <a:lnTo>
                  <a:pt x="1022993" y="119380"/>
                </a:lnTo>
                <a:lnTo>
                  <a:pt x="1025203" y="129540"/>
                </a:lnTo>
                <a:lnTo>
                  <a:pt x="1022993" y="140970"/>
                </a:lnTo>
                <a:lnTo>
                  <a:pt x="1016964" y="149860"/>
                </a:lnTo>
                <a:lnTo>
                  <a:pt x="1008023" y="156210"/>
                </a:lnTo>
                <a:lnTo>
                  <a:pt x="997073" y="157480"/>
                </a:lnTo>
                <a:close/>
              </a:path>
              <a:path w="1105535" h="1056640">
                <a:moveTo>
                  <a:pt x="1021270" y="116840"/>
                </a:moveTo>
                <a:lnTo>
                  <a:pt x="972033" y="116840"/>
                </a:lnTo>
                <a:lnTo>
                  <a:pt x="976373" y="110490"/>
                </a:lnTo>
                <a:lnTo>
                  <a:pt x="982202" y="106680"/>
                </a:lnTo>
                <a:lnTo>
                  <a:pt x="989207" y="102870"/>
                </a:lnTo>
                <a:lnTo>
                  <a:pt x="997073" y="101600"/>
                </a:lnTo>
                <a:lnTo>
                  <a:pt x="1008023" y="104140"/>
                </a:lnTo>
                <a:lnTo>
                  <a:pt x="1016964" y="110490"/>
                </a:lnTo>
                <a:lnTo>
                  <a:pt x="1021270" y="116840"/>
                </a:lnTo>
                <a:close/>
              </a:path>
              <a:path w="1105535" h="1056640">
                <a:moveTo>
                  <a:pt x="443473" y="231140"/>
                </a:moveTo>
                <a:lnTo>
                  <a:pt x="386885" y="231140"/>
                </a:lnTo>
                <a:lnTo>
                  <a:pt x="395325" y="227330"/>
                </a:lnTo>
                <a:lnTo>
                  <a:pt x="402874" y="223520"/>
                </a:lnTo>
                <a:lnTo>
                  <a:pt x="410508" y="220980"/>
                </a:lnTo>
                <a:lnTo>
                  <a:pt x="419225" y="217170"/>
                </a:lnTo>
                <a:lnTo>
                  <a:pt x="419952" y="217170"/>
                </a:lnTo>
                <a:lnTo>
                  <a:pt x="432800" y="161290"/>
                </a:lnTo>
                <a:lnTo>
                  <a:pt x="455813" y="125730"/>
                </a:lnTo>
                <a:lnTo>
                  <a:pt x="485497" y="111760"/>
                </a:lnTo>
                <a:lnTo>
                  <a:pt x="570522" y="111760"/>
                </a:lnTo>
                <a:lnTo>
                  <a:pt x="608182" y="133350"/>
                </a:lnTo>
                <a:lnTo>
                  <a:pt x="612574" y="138430"/>
                </a:lnTo>
                <a:lnTo>
                  <a:pt x="487983" y="138430"/>
                </a:lnTo>
                <a:lnTo>
                  <a:pt x="479692" y="142240"/>
                </a:lnTo>
                <a:lnTo>
                  <a:pt x="466473" y="152400"/>
                </a:lnTo>
                <a:lnTo>
                  <a:pt x="461772" y="160020"/>
                </a:lnTo>
                <a:lnTo>
                  <a:pt x="447245" y="222250"/>
                </a:lnTo>
                <a:lnTo>
                  <a:pt x="444556" y="229870"/>
                </a:lnTo>
                <a:lnTo>
                  <a:pt x="443473" y="231140"/>
                </a:lnTo>
                <a:close/>
              </a:path>
              <a:path w="1105535" h="1056640">
                <a:moveTo>
                  <a:pt x="1076477" y="259080"/>
                </a:moveTo>
                <a:lnTo>
                  <a:pt x="1068695" y="259080"/>
                </a:lnTo>
                <a:lnTo>
                  <a:pt x="1061728" y="255270"/>
                </a:lnTo>
                <a:lnTo>
                  <a:pt x="1055866" y="251460"/>
                </a:lnTo>
                <a:lnTo>
                  <a:pt x="1051400" y="245110"/>
                </a:lnTo>
                <a:lnTo>
                  <a:pt x="629657" y="245110"/>
                </a:lnTo>
                <a:lnTo>
                  <a:pt x="628098" y="243840"/>
                </a:lnTo>
                <a:lnTo>
                  <a:pt x="621298" y="240030"/>
                </a:lnTo>
                <a:lnTo>
                  <a:pt x="615665" y="234950"/>
                </a:lnTo>
                <a:lnTo>
                  <a:pt x="611416" y="228600"/>
                </a:lnTo>
                <a:lnTo>
                  <a:pt x="608768" y="222250"/>
                </a:lnTo>
                <a:lnTo>
                  <a:pt x="594244" y="160020"/>
                </a:lnTo>
                <a:lnTo>
                  <a:pt x="589544" y="152400"/>
                </a:lnTo>
                <a:lnTo>
                  <a:pt x="576325" y="142240"/>
                </a:lnTo>
                <a:lnTo>
                  <a:pt x="568034" y="138430"/>
                </a:lnTo>
                <a:lnTo>
                  <a:pt x="612574" y="138430"/>
                </a:lnTo>
                <a:lnTo>
                  <a:pt x="635949" y="215900"/>
                </a:lnTo>
                <a:lnTo>
                  <a:pt x="636208" y="217170"/>
                </a:lnTo>
                <a:lnTo>
                  <a:pt x="1101143" y="217170"/>
                </a:lnTo>
                <a:lnTo>
                  <a:pt x="1102899" y="219710"/>
                </a:lnTo>
                <a:lnTo>
                  <a:pt x="1105153" y="231140"/>
                </a:lnTo>
                <a:lnTo>
                  <a:pt x="1102899" y="242570"/>
                </a:lnTo>
                <a:lnTo>
                  <a:pt x="1096754" y="251460"/>
                </a:lnTo>
                <a:lnTo>
                  <a:pt x="1087639" y="257810"/>
                </a:lnTo>
                <a:lnTo>
                  <a:pt x="1076477" y="259080"/>
                </a:lnTo>
                <a:close/>
              </a:path>
              <a:path w="1105535" h="1056640">
                <a:moveTo>
                  <a:pt x="295816" y="861060"/>
                </a:moveTo>
                <a:lnTo>
                  <a:pt x="287494" y="861060"/>
                </a:lnTo>
                <a:lnTo>
                  <a:pt x="279335" y="859790"/>
                </a:lnTo>
                <a:lnTo>
                  <a:pt x="211403" y="800100"/>
                </a:lnTo>
                <a:lnTo>
                  <a:pt x="196985" y="763270"/>
                </a:lnTo>
                <a:lnTo>
                  <a:pt x="196950" y="762000"/>
                </a:lnTo>
                <a:lnTo>
                  <a:pt x="198088" y="754380"/>
                </a:lnTo>
                <a:lnTo>
                  <a:pt x="200570" y="746760"/>
                </a:lnTo>
                <a:lnTo>
                  <a:pt x="204352" y="739140"/>
                </a:lnTo>
                <a:lnTo>
                  <a:pt x="238913" y="683260"/>
                </a:lnTo>
                <a:lnTo>
                  <a:pt x="239268" y="676910"/>
                </a:lnTo>
                <a:lnTo>
                  <a:pt x="239339" y="675640"/>
                </a:lnTo>
                <a:lnTo>
                  <a:pt x="236110" y="668020"/>
                </a:lnTo>
                <a:lnTo>
                  <a:pt x="232734" y="661670"/>
                </a:lnTo>
                <a:lnTo>
                  <a:pt x="229534" y="654050"/>
                </a:lnTo>
                <a:lnTo>
                  <a:pt x="226519" y="646430"/>
                </a:lnTo>
                <a:lnTo>
                  <a:pt x="223701" y="638810"/>
                </a:lnTo>
                <a:lnTo>
                  <a:pt x="221184" y="631190"/>
                </a:lnTo>
                <a:lnTo>
                  <a:pt x="215345" y="626110"/>
                </a:lnTo>
                <a:lnTo>
                  <a:pt x="151612" y="610870"/>
                </a:lnTo>
                <a:lnTo>
                  <a:pt x="119420" y="586740"/>
                </a:lnTo>
                <a:lnTo>
                  <a:pt x="113476" y="565150"/>
                </a:lnTo>
                <a:lnTo>
                  <a:pt x="113376" y="563880"/>
                </a:lnTo>
                <a:lnTo>
                  <a:pt x="113275" y="494030"/>
                </a:lnTo>
                <a:lnTo>
                  <a:pt x="127428" y="453390"/>
                </a:lnTo>
                <a:lnTo>
                  <a:pt x="163757" y="430530"/>
                </a:lnTo>
                <a:lnTo>
                  <a:pt x="218820" y="417830"/>
                </a:lnTo>
                <a:lnTo>
                  <a:pt x="219620" y="416560"/>
                </a:lnTo>
                <a:lnTo>
                  <a:pt x="219981" y="416560"/>
                </a:lnTo>
                <a:lnTo>
                  <a:pt x="222836" y="408940"/>
                </a:lnTo>
                <a:lnTo>
                  <a:pt x="225890" y="401320"/>
                </a:lnTo>
                <a:lnTo>
                  <a:pt x="229132" y="393700"/>
                </a:lnTo>
                <a:lnTo>
                  <a:pt x="233028" y="384810"/>
                </a:lnTo>
                <a:lnTo>
                  <a:pt x="232982" y="383540"/>
                </a:lnTo>
                <a:lnTo>
                  <a:pt x="203121" y="335280"/>
                </a:lnTo>
                <a:lnTo>
                  <a:pt x="198144" y="326390"/>
                </a:lnTo>
                <a:lnTo>
                  <a:pt x="194877" y="314960"/>
                </a:lnTo>
                <a:lnTo>
                  <a:pt x="193379" y="304800"/>
                </a:lnTo>
                <a:lnTo>
                  <a:pt x="193706" y="293370"/>
                </a:lnTo>
                <a:lnTo>
                  <a:pt x="212412" y="255270"/>
                </a:lnTo>
                <a:lnTo>
                  <a:pt x="257087" y="210820"/>
                </a:lnTo>
                <a:lnTo>
                  <a:pt x="295803" y="191770"/>
                </a:lnTo>
                <a:lnTo>
                  <a:pt x="306760" y="191770"/>
                </a:lnTo>
                <a:lnTo>
                  <a:pt x="317578" y="193040"/>
                </a:lnTo>
                <a:lnTo>
                  <a:pt x="327998" y="195580"/>
                </a:lnTo>
                <a:lnTo>
                  <a:pt x="337763" y="200660"/>
                </a:lnTo>
                <a:lnTo>
                  <a:pt x="365783" y="218440"/>
                </a:lnTo>
                <a:lnTo>
                  <a:pt x="307365" y="218440"/>
                </a:lnTo>
                <a:lnTo>
                  <a:pt x="290598" y="219710"/>
                </a:lnTo>
                <a:lnTo>
                  <a:pt x="282696" y="223520"/>
                </a:lnTo>
                <a:lnTo>
                  <a:pt x="226088" y="280670"/>
                </a:lnTo>
                <a:lnTo>
                  <a:pt x="222271" y="288290"/>
                </a:lnTo>
                <a:lnTo>
                  <a:pt x="220337" y="304800"/>
                </a:lnTo>
                <a:lnTo>
                  <a:pt x="222262" y="313690"/>
                </a:lnTo>
                <a:lnTo>
                  <a:pt x="256018" y="368300"/>
                </a:lnTo>
                <a:lnTo>
                  <a:pt x="259260" y="374650"/>
                </a:lnTo>
                <a:lnTo>
                  <a:pt x="260623" y="382270"/>
                </a:lnTo>
                <a:lnTo>
                  <a:pt x="260090" y="389890"/>
                </a:lnTo>
                <a:lnTo>
                  <a:pt x="257642" y="397510"/>
                </a:lnTo>
                <a:lnTo>
                  <a:pt x="254517" y="403860"/>
                </a:lnTo>
                <a:lnTo>
                  <a:pt x="251552" y="411480"/>
                </a:lnTo>
                <a:lnTo>
                  <a:pt x="248760" y="417830"/>
                </a:lnTo>
                <a:lnTo>
                  <a:pt x="246149" y="425450"/>
                </a:lnTo>
                <a:lnTo>
                  <a:pt x="242653" y="431800"/>
                </a:lnTo>
                <a:lnTo>
                  <a:pt x="237646" y="438150"/>
                </a:lnTo>
                <a:lnTo>
                  <a:pt x="231379" y="441960"/>
                </a:lnTo>
                <a:lnTo>
                  <a:pt x="224103" y="444500"/>
                </a:lnTo>
                <a:lnTo>
                  <a:pt x="161851" y="459740"/>
                </a:lnTo>
                <a:lnTo>
                  <a:pt x="154439" y="464820"/>
                </a:lnTo>
                <a:lnTo>
                  <a:pt x="143946" y="477520"/>
                </a:lnTo>
                <a:lnTo>
                  <a:pt x="141058" y="486410"/>
                </a:lnTo>
                <a:lnTo>
                  <a:pt x="141058" y="562610"/>
                </a:lnTo>
                <a:lnTo>
                  <a:pt x="214396" y="598170"/>
                </a:lnTo>
                <a:lnTo>
                  <a:pt x="226101" y="601980"/>
                </a:lnTo>
                <a:lnTo>
                  <a:pt x="236184" y="608330"/>
                </a:lnTo>
                <a:lnTo>
                  <a:pt x="244241" y="618490"/>
                </a:lnTo>
                <a:lnTo>
                  <a:pt x="249869" y="628650"/>
                </a:lnTo>
                <a:lnTo>
                  <a:pt x="252443" y="636270"/>
                </a:lnTo>
                <a:lnTo>
                  <a:pt x="255197" y="642620"/>
                </a:lnTo>
                <a:lnTo>
                  <a:pt x="258121" y="650240"/>
                </a:lnTo>
                <a:lnTo>
                  <a:pt x="261205" y="656590"/>
                </a:lnTo>
                <a:lnTo>
                  <a:pt x="265134" y="668020"/>
                </a:lnTo>
                <a:lnTo>
                  <a:pt x="265985" y="680720"/>
                </a:lnTo>
                <a:lnTo>
                  <a:pt x="263786" y="693420"/>
                </a:lnTo>
                <a:lnTo>
                  <a:pt x="258568" y="703580"/>
                </a:lnTo>
                <a:lnTo>
                  <a:pt x="227943" y="753110"/>
                </a:lnTo>
                <a:lnTo>
                  <a:pt x="225144" y="760730"/>
                </a:lnTo>
                <a:lnTo>
                  <a:pt x="277736" y="826770"/>
                </a:lnTo>
                <a:lnTo>
                  <a:pt x="290673" y="833120"/>
                </a:lnTo>
                <a:lnTo>
                  <a:pt x="352307" y="833120"/>
                </a:lnTo>
                <a:lnTo>
                  <a:pt x="319362" y="853440"/>
                </a:lnTo>
                <a:lnTo>
                  <a:pt x="311946" y="857250"/>
                </a:lnTo>
                <a:lnTo>
                  <a:pt x="304032" y="859790"/>
                </a:lnTo>
                <a:lnTo>
                  <a:pt x="295816" y="861060"/>
                </a:lnTo>
                <a:close/>
              </a:path>
              <a:path w="1105535" h="1056640">
                <a:moveTo>
                  <a:pt x="1101143" y="217170"/>
                </a:moveTo>
                <a:lnTo>
                  <a:pt x="1051400" y="217170"/>
                </a:lnTo>
                <a:lnTo>
                  <a:pt x="1055866" y="210820"/>
                </a:lnTo>
                <a:lnTo>
                  <a:pt x="1061728" y="205740"/>
                </a:lnTo>
                <a:lnTo>
                  <a:pt x="1068695" y="203200"/>
                </a:lnTo>
                <a:lnTo>
                  <a:pt x="1076477" y="201930"/>
                </a:lnTo>
                <a:lnTo>
                  <a:pt x="1087639" y="204470"/>
                </a:lnTo>
                <a:lnTo>
                  <a:pt x="1096754" y="210820"/>
                </a:lnTo>
                <a:lnTo>
                  <a:pt x="1101143" y="217170"/>
                </a:lnTo>
                <a:close/>
              </a:path>
              <a:path w="1105535" h="1056640">
                <a:moveTo>
                  <a:pt x="384792" y="259080"/>
                </a:moveTo>
                <a:lnTo>
                  <a:pt x="377288" y="256540"/>
                </a:lnTo>
                <a:lnTo>
                  <a:pt x="370238" y="254000"/>
                </a:lnTo>
                <a:lnTo>
                  <a:pt x="315929" y="219710"/>
                </a:lnTo>
                <a:lnTo>
                  <a:pt x="307365" y="218440"/>
                </a:lnTo>
                <a:lnTo>
                  <a:pt x="365783" y="218440"/>
                </a:lnTo>
                <a:lnTo>
                  <a:pt x="385797" y="231140"/>
                </a:lnTo>
                <a:lnTo>
                  <a:pt x="443473" y="231140"/>
                </a:lnTo>
                <a:lnTo>
                  <a:pt x="440224" y="234950"/>
                </a:lnTo>
                <a:lnTo>
                  <a:pt x="434471" y="240030"/>
                </a:lnTo>
                <a:lnTo>
                  <a:pt x="427526" y="243840"/>
                </a:lnTo>
                <a:lnTo>
                  <a:pt x="413515" y="248920"/>
                </a:lnTo>
                <a:lnTo>
                  <a:pt x="406611" y="252730"/>
                </a:lnTo>
                <a:lnTo>
                  <a:pt x="399807" y="255270"/>
                </a:lnTo>
                <a:lnTo>
                  <a:pt x="392411" y="257810"/>
                </a:lnTo>
                <a:lnTo>
                  <a:pt x="384792" y="259080"/>
                </a:lnTo>
                <a:close/>
              </a:path>
              <a:path w="1105535" h="1056640">
                <a:moveTo>
                  <a:pt x="528008" y="763270"/>
                </a:moveTo>
                <a:lnTo>
                  <a:pt x="482755" y="759460"/>
                </a:lnTo>
                <a:lnTo>
                  <a:pt x="439486" y="745490"/>
                </a:lnTo>
                <a:lnTo>
                  <a:pt x="401017" y="725170"/>
                </a:lnTo>
                <a:lnTo>
                  <a:pt x="367203" y="697230"/>
                </a:lnTo>
                <a:lnTo>
                  <a:pt x="339302" y="662940"/>
                </a:lnTo>
                <a:lnTo>
                  <a:pt x="318474" y="624840"/>
                </a:lnTo>
                <a:lnTo>
                  <a:pt x="305087" y="581660"/>
                </a:lnTo>
                <a:lnTo>
                  <a:pt x="300597" y="535940"/>
                </a:lnTo>
                <a:lnTo>
                  <a:pt x="301534" y="516890"/>
                </a:lnTo>
                <a:lnTo>
                  <a:pt x="301597" y="515620"/>
                </a:lnTo>
                <a:lnTo>
                  <a:pt x="310676" y="468630"/>
                </a:lnTo>
                <a:lnTo>
                  <a:pt x="327983" y="427990"/>
                </a:lnTo>
                <a:lnTo>
                  <a:pt x="352390" y="392430"/>
                </a:lnTo>
                <a:lnTo>
                  <a:pt x="383497" y="360680"/>
                </a:lnTo>
                <a:lnTo>
                  <a:pt x="419701" y="336550"/>
                </a:lnTo>
                <a:lnTo>
                  <a:pt x="460833" y="318770"/>
                </a:lnTo>
                <a:lnTo>
                  <a:pt x="505172" y="309880"/>
                </a:lnTo>
                <a:lnTo>
                  <a:pt x="528008" y="308610"/>
                </a:lnTo>
                <a:lnTo>
                  <a:pt x="551195" y="309880"/>
                </a:lnTo>
                <a:lnTo>
                  <a:pt x="573940" y="313690"/>
                </a:lnTo>
                <a:lnTo>
                  <a:pt x="596168" y="318770"/>
                </a:lnTo>
                <a:lnTo>
                  <a:pt x="617803" y="327660"/>
                </a:lnTo>
                <a:lnTo>
                  <a:pt x="636240" y="336550"/>
                </a:lnTo>
                <a:lnTo>
                  <a:pt x="528008" y="336550"/>
                </a:lnTo>
                <a:lnTo>
                  <a:pt x="482290" y="341630"/>
                </a:lnTo>
                <a:lnTo>
                  <a:pt x="440292" y="356870"/>
                </a:lnTo>
                <a:lnTo>
                  <a:pt x="403222" y="381000"/>
                </a:lnTo>
                <a:lnTo>
                  <a:pt x="372288" y="411480"/>
                </a:lnTo>
                <a:lnTo>
                  <a:pt x="348697" y="448310"/>
                </a:lnTo>
                <a:lnTo>
                  <a:pt x="333657" y="490220"/>
                </a:lnTo>
                <a:lnTo>
                  <a:pt x="328375" y="535940"/>
                </a:lnTo>
                <a:lnTo>
                  <a:pt x="333657" y="581660"/>
                </a:lnTo>
                <a:lnTo>
                  <a:pt x="348697" y="623570"/>
                </a:lnTo>
                <a:lnTo>
                  <a:pt x="372288" y="661670"/>
                </a:lnTo>
                <a:lnTo>
                  <a:pt x="403222" y="692150"/>
                </a:lnTo>
                <a:lnTo>
                  <a:pt x="440292" y="715010"/>
                </a:lnTo>
                <a:lnTo>
                  <a:pt x="482290" y="730250"/>
                </a:lnTo>
                <a:lnTo>
                  <a:pt x="528008" y="735330"/>
                </a:lnTo>
                <a:lnTo>
                  <a:pt x="638392" y="735330"/>
                </a:lnTo>
                <a:lnTo>
                  <a:pt x="636316" y="736600"/>
                </a:lnTo>
                <a:lnTo>
                  <a:pt x="616536" y="745490"/>
                </a:lnTo>
                <a:lnTo>
                  <a:pt x="595187" y="753110"/>
                </a:lnTo>
                <a:lnTo>
                  <a:pt x="573264" y="759460"/>
                </a:lnTo>
                <a:lnTo>
                  <a:pt x="550845" y="762000"/>
                </a:lnTo>
                <a:lnTo>
                  <a:pt x="528008" y="763270"/>
                </a:lnTo>
                <a:close/>
              </a:path>
              <a:path w="1105535" h="1056640">
                <a:moveTo>
                  <a:pt x="930458" y="415290"/>
                </a:moveTo>
                <a:lnTo>
                  <a:pt x="922670" y="414020"/>
                </a:lnTo>
                <a:lnTo>
                  <a:pt x="915699" y="410210"/>
                </a:lnTo>
                <a:lnTo>
                  <a:pt x="909836" y="406400"/>
                </a:lnTo>
                <a:lnTo>
                  <a:pt x="905372" y="400050"/>
                </a:lnTo>
                <a:lnTo>
                  <a:pt x="674999" y="400050"/>
                </a:lnTo>
                <a:lnTo>
                  <a:pt x="670913" y="397510"/>
                </a:lnTo>
                <a:lnTo>
                  <a:pt x="668392" y="394970"/>
                </a:lnTo>
                <a:lnTo>
                  <a:pt x="638047" y="369570"/>
                </a:lnTo>
                <a:lnTo>
                  <a:pt x="603988" y="351790"/>
                </a:lnTo>
                <a:lnTo>
                  <a:pt x="567035" y="340360"/>
                </a:lnTo>
                <a:lnTo>
                  <a:pt x="528008" y="336550"/>
                </a:lnTo>
                <a:lnTo>
                  <a:pt x="636240" y="336550"/>
                </a:lnTo>
                <a:lnTo>
                  <a:pt x="653707" y="346710"/>
                </a:lnTo>
                <a:lnTo>
                  <a:pt x="670157" y="359410"/>
                </a:lnTo>
                <a:lnTo>
                  <a:pt x="685543" y="372110"/>
                </a:lnTo>
                <a:lnTo>
                  <a:pt x="955125" y="372110"/>
                </a:lnTo>
                <a:lnTo>
                  <a:pt x="956880" y="374650"/>
                </a:lnTo>
                <a:lnTo>
                  <a:pt x="959134" y="386080"/>
                </a:lnTo>
                <a:lnTo>
                  <a:pt x="956880" y="397510"/>
                </a:lnTo>
                <a:lnTo>
                  <a:pt x="950735" y="406400"/>
                </a:lnTo>
                <a:lnTo>
                  <a:pt x="941620" y="412750"/>
                </a:lnTo>
                <a:lnTo>
                  <a:pt x="930458" y="415290"/>
                </a:lnTo>
                <a:close/>
              </a:path>
              <a:path w="1105535" h="1056640">
                <a:moveTo>
                  <a:pt x="955125" y="372110"/>
                </a:moveTo>
                <a:lnTo>
                  <a:pt x="905372" y="372110"/>
                </a:lnTo>
                <a:lnTo>
                  <a:pt x="909836" y="365760"/>
                </a:lnTo>
                <a:lnTo>
                  <a:pt x="915699" y="361950"/>
                </a:lnTo>
                <a:lnTo>
                  <a:pt x="922670" y="358140"/>
                </a:lnTo>
                <a:lnTo>
                  <a:pt x="930458" y="358140"/>
                </a:lnTo>
                <a:lnTo>
                  <a:pt x="941620" y="359410"/>
                </a:lnTo>
                <a:lnTo>
                  <a:pt x="950735" y="365760"/>
                </a:lnTo>
                <a:lnTo>
                  <a:pt x="955125" y="372110"/>
                </a:lnTo>
                <a:close/>
              </a:path>
              <a:path w="1105535" h="1056640">
                <a:moveTo>
                  <a:pt x="638392" y="735330"/>
                </a:moveTo>
                <a:lnTo>
                  <a:pt x="528008" y="735330"/>
                </a:lnTo>
                <a:lnTo>
                  <a:pt x="573728" y="730250"/>
                </a:lnTo>
                <a:lnTo>
                  <a:pt x="615726" y="715010"/>
                </a:lnTo>
                <a:lnTo>
                  <a:pt x="652795" y="692150"/>
                </a:lnTo>
                <a:lnTo>
                  <a:pt x="683728" y="661670"/>
                </a:lnTo>
                <a:lnTo>
                  <a:pt x="707317" y="623570"/>
                </a:lnTo>
                <a:lnTo>
                  <a:pt x="722356" y="581660"/>
                </a:lnTo>
                <a:lnTo>
                  <a:pt x="727637" y="535940"/>
                </a:lnTo>
                <a:lnTo>
                  <a:pt x="727637" y="528320"/>
                </a:lnTo>
                <a:lnTo>
                  <a:pt x="733864" y="521970"/>
                </a:lnTo>
                <a:lnTo>
                  <a:pt x="990697" y="521970"/>
                </a:lnTo>
                <a:lnTo>
                  <a:pt x="995163" y="516890"/>
                </a:lnTo>
                <a:lnTo>
                  <a:pt x="1001025" y="511810"/>
                </a:lnTo>
                <a:lnTo>
                  <a:pt x="1007992" y="509270"/>
                </a:lnTo>
                <a:lnTo>
                  <a:pt x="1015774" y="508000"/>
                </a:lnTo>
                <a:lnTo>
                  <a:pt x="1026936" y="510540"/>
                </a:lnTo>
                <a:lnTo>
                  <a:pt x="1036051" y="515620"/>
                </a:lnTo>
                <a:lnTo>
                  <a:pt x="1042197" y="525780"/>
                </a:lnTo>
                <a:lnTo>
                  <a:pt x="1044450" y="535940"/>
                </a:lnTo>
                <a:lnTo>
                  <a:pt x="1042197" y="547370"/>
                </a:lnTo>
                <a:lnTo>
                  <a:pt x="1040441" y="549910"/>
                </a:lnTo>
                <a:lnTo>
                  <a:pt x="755008" y="549910"/>
                </a:lnTo>
                <a:lnTo>
                  <a:pt x="753045" y="568960"/>
                </a:lnTo>
                <a:lnTo>
                  <a:pt x="744304" y="607060"/>
                </a:lnTo>
                <a:lnTo>
                  <a:pt x="728039" y="645160"/>
                </a:lnTo>
                <a:lnTo>
                  <a:pt x="703623" y="680720"/>
                </a:lnTo>
                <a:lnTo>
                  <a:pt x="672519" y="712470"/>
                </a:lnTo>
                <a:lnTo>
                  <a:pt x="654999" y="725170"/>
                </a:lnTo>
                <a:lnTo>
                  <a:pt x="638392" y="735330"/>
                </a:lnTo>
                <a:close/>
              </a:path>
              <a:path w="1105535" h="1056640">
                <a:moveTo>
                  <a:pt x="1015774" y="565150"/>
                </a:moveTo>
                <a:lnTo>
                  <a:pt x="1007992" y="563880"/>
                </a:lnTo>
                <a:lnTo>
                  <a:pt x="1001025" y="561340"/>
                </a:lnTo>
                <a:lnTo>
                  <a:pt x="995163" y="556260"/>
                </a:lnTo>
                <a:lnTo>
                  <a:pt x="990697" y="549910"/>
                </a:lnTo>
                <a:lnTo>
                  <a:pt x="1040441" y="549910"/>
                </a:lnTo>
                <a:lnTo>
                  <a:pt x="1036051" y="556260"/>
                </a:lnTo>
                <a:lnTo>
                  <a:pt x="1026936" y="562610"/>
                </a:lnTo>
                <a:lnTo>
                  <a:pt x="1015774" y="565150"/>
                </a:lnTo>
                <a:close/>
              </a:path>
              <a:path w="1105535" h="1056640">
                <a:moveTo>
                  <a:pt x="811808" y="833120"/>
                </a:moveTo>
                <a:lnTo>
                  <a:pt x="765344" y="833120"/>
                </a:lnTo>
                <a:lnTo>
                  <a:pt x="772243" y="831850"/>
                </a:lnTo>
                <a:lnTo>
                  <a:pt x="778281" y="826770"/>
                </a:lnTo>
                <a:lnTo>
                  <a:pt x="824973" y="779780"/>
                </a:lnTo>
                <a:lnTo>
                  <a:pt x="829258" y="774700"/>
                </a:lnTo>
                <a:lnTo>
                  <a:pt x="831247" y="767080"/>
                </a:lnTo>
                <a:lnTo>
                  <a:pt x="831024" y="763270"/>
                </a:lnTo>
                <a:lnTo>
                  <a:pt x="830950" y="762000"/>
                </a:lnTo>
                <a:lnTo>
                  <a:pt x="830875" y="760730"/>
                </a:lnTo>
                <a:lnTo>
                  <a:pt x="828078" y="753110"/>
                </a:lnTo>
                <a:lnTo>
                  <a:pt x="799318" y="707390"/>
                </a:lnTo>
                <a:lnTo>
                  <a:pt x="796607" y="704850"/>
                </a:lnTo>
                <a:lnTo>
                  <a:pt x="794914" y="701040"/>
                </a:lnTo>
                <a:lnTo>
                  <a:pt x="794914" y="689610"/>
                </a:lnTo>
                <a:lnTo>
                  <a:pt x="801132" y="683260"/>
                </a:lnTo>
                <a:lnTo>
                  <a:pt x="1034559" y="683260"/>
                </a:lnTo>
                <a:lnTo>
                  <a:pt x="1039024" y="676910"/>
                </a:lnTo>
                <a:lnTo>
                  <a:pt x="1044889" y="671830"/>
                </a:lnTo>
                <a:lnTo>
                  <a:pt x="1051861" y="669290"/>
                </a:lnTo>
                <a:lnTo>
                  <a:pt x="1059645" y="668020"/>
                </a:lnTo>
                <a:lnTo>
                  <a:pt x="1070807" y="670560"/>
                </a:lnTo>
                <a:lnTo>
                  <a:pt x="1079922" y="676910"/>
                </a:lnTo>
                <a:lnTo>
                  <a:pt x="1086067" y="685800"/>
                </a:lnTo>
                <a:lnTo>
                  <a:pt x="1088321" y="697230"/>
                </a:lnTo>
                <a:lnTo>
                  <a:pt x="1086067" y="708660"/>
                </a:lnTo>
                <a:lnTo>
                  <a:pt x="1084311" y="711200"/>
                </a:lnTo>
                <a:lnTo>
                  <a:pt x="834366" y="711200"/>
                </a:lnTo>
                <a:lnTo>
                  <a:pt x="851670" y="739140"/>
                </a:lnTo>
                <a:lnTo>
                  <a:pt x="855448" y="746760"/>
                </a:lnTo>
                <a:lnTo>
                  <a:pt x="857928" y="754380"/>
                </a:lnTo>
                <a:lnTo>
                  <a:pt x="859067" y="762000"/>
                </a:lnTo>
                <a:lnTo>
                  <a:pt x="859032" y="763270"/>
                </a:lnTo>
                <a:lnTo>
                  <a:pt x="858927" y="767080"/>
                </a:lnTo>
                <a:lnTo>
                  <a:pt x="844609" y="800100"/>
                </a:lnTo>
                <a:lnTo>
                  <a:pt x="811808" y="833120"/>
                </a:lnTo>
                <a:close/>
              </a:path>
              <a:path w="1105535" h="1056640">
                <a:moveTo>
                  <a:pt x="1059645" y="725170"/>
                </a:moveTo>
                <a:lnTo>
                  <a:pt x="1051861" y="725170"/>
                </a:lnTo>
                <a:lnTo>
                  <a:pt x="1044889" y="721360"/>
                </a:lnTo>
                <a:lnTo>
                  <a:pt x="1039024" y="717550"/>
                </a:lnTo>
                <a:lnTo>
                  <a:pt x="1034559" y="711200"/>
                </a:lnTo>
                <a:lnTo>
                  <a:pt x="1084311" y="711200"/>
                </a:lnTo>
                <a:lnTo>
                  <a:pt x="1079922" y="717550"/>
                </a:lnTo>
                <a:lnTo>
                  <a:pt x="1070807" y="723900"/>
                </a:lnTo>
                <a:lnTo>
                  <a:pt x="1059645" y="725170"/>
                </a:lnTo>
                <a:close/>
              </a:path>
              <a:path w="1105535" h="1056640">
                <a:moveTo>
                  <a:pt x="352307" y="833120"/>
                </a:moveTo>
                <a:lnTo>
                  <a:pt x="297844" y="833120"/>
                </a:lnTo>
                <a:lnTo>
                  <a:pt x="304696" y="830580"/>
                </a:lnTo>
                <a:lnTo>
                  <a:pt x="353952" y="800100"/>
                </a:lnTo>
                <a:lnTo>
                  <a:pt x="365300" y="793750"/>
                </a:lnTo>
                <a:lnTo>
                  <a:pt x="377370" y="792480"/>
                </a:lnTo>
                <a:lnTo>
                  <a:pt x="389623" y="792480"/>
                </a:lnTo>
                <a:lnTo>
                  <a:pt x="401514" y="796290"/>
                </a:lnTo>
                <a:lnTo>
                  <a:pt x="408225" y="800100"/>
                </a:lnTo>
                <a:lnTo>
                  <a:pt x="428863" y="807720"/>
                </a:lnTo>
                <a:lnTo>
                  <a:pt x="440024" y="814070"/>
                </a:lnTo>
                <a:lnTo>
                  <a:pt x="446186" y="819150"/>
                </a:lnTo>
                <a:lnTo>
                  <a:pt x="374957" y="819150"/>
                </a:lnTo>
                <a:lnTo>
                  <a:pt x="352307" y="833120"/>
                </a:lnTo>
                <a:close/>
              </a:path>
              <a:path w="1105535" h="1056640">
                <a:moveTo>
                  <a:pt x="605484" y="916940"/>
                </a:moveTo>
                <a:lnTo>
                  <a:pt x="561020" y="916940"/>
                </a:lnTo>
                <a:lnTo>
                  <a:pt x="568318" y="915670"/>
                </a:lnTo>
                <a:lnTo>
                  <a:pt x="574604" y="911860"/>
                </a:lnTo>
                <a:lnTo>
                  <a:pt x="579414" y="906780"/>
                </a:lnTo>
                <a:lnTo>
                  <a:pt x="582280" y="900430"/>
                </a:lnTo>
                <a:lnTo>
                  <a:pt x="595452" y="843280"/>
                </a:lnTo>
                <a:lnTo>
                  <a:pt x="599780" y="831850"/>
                </a:lnTo>
                <a:lnTo>
                  <a:pt x="606749" y="821690"/>
                </a:lnTo>
                <a:lnTo>
                  <a:pt x="615996" y="814070"/>
                </a:lnTo>
                <a:lnTo>
                  <a:pt x="627159" y="807720"/>
                </a:lnTo>
                <a:lnTo>
                  <a:pt x="647797" y="800100"/>
                </a:lnTo>
                <a:lnTo>
                  <a:pt x="654507" y="796290"/>
                </a:lnTo>
                <a:lnTo>
                  <a:pt x="666399" y="792480"/>
                </a:lnTo>
                <a:lnTo>
                  <a:pt x="678650" y="792480"/>
                </a:lnTo>
                <a:lnTo>
                  <a:pt x="690720" y="793750"/>
                </a:lnTo>
                <a:lnTo>
                  <a:pt x="702065" y="800100"/>
                </a:lnTo>
                <a:lnTo>
                  <a:pt x="732853" y="819150"/>
                </a:lnTo>
                <a:lnTo>
                  <a:pt x="673222" y="819150"/>
                </a:lnTo>
                <a:lnTo>
                  <a:pt x="666426" y="821690"/>
                </a:lnTo>
                <a:lnTo>
                  <a:pt x="659079" y="825500"/>
                </a:lnTo>
                <a:lnTo>
                  <a:pt x="651625" y="828040"/>
                </a:lnTo>
                <a:lnTo>
                  <a:pt x="644089" y="831850"/>
                </a:lnTo>
                <a:lnTo>
                  <a:pt x="636495" y="834390"/>
                </a:lnTo>
                <a:lnTo>
                  <a:pt x="629435" y="836930"/>
                </a:lnTo>
                <a:lnTo>
                  <a:pt x="624211" y="843280"/>
                </a:lnTo>
                <a:lnTo>
                  <a:pt x="609337" y="906780"/>
                </a:lnTo>
                <a:lnTo>
                  <a:pt x="606764" y="914400"/>
                </a:lnTo>
                <a:lnTo>
                  <a:pt x="605484" y="916940"/>
                </a:lnTo>
                <a:close/>
              </a:path>
              <a:path w="1105535" h="1056640">
                <a:moveTo>
                  <a:pt x="561020" y="944880"/>
                </a:moveTo>
                <a:lnTo>
                  <a:pt x="494997" y="944880"/>
                </a:lnTo>
                <a:lnTo>
                  <a:pt x="478673" y="942340"/>
                </a:lnTo>
                <a:lnTo>
                  <a:pt x="449255" y="914400"/>
                </a:lnTo>
                <a:lnTo>
                  <a:pt x="431815" y="843280"/>
                </a:lnTo>
                <a:lnTo>
                  <a:pt x="426591" y="836930"/>
                </a:lnTo>
                <a:lnTo>
                  <a:pt x="419531" y="834390"/>
                </a:lnTo>
                <a:lnTo>
                  <a:pt x="411934" y="831850"/>
                </a:lnTo>
                <a:lnTo>
                  <a:pt x="404394" y="828040"/>
                </a:lnTo>
                <a:lnTo>
                  <a:pt x="396938" y="825500"/>
                </a:lnTo>
                <a:lnTo>
                  <a:pt x="389591" y="821690"/>
                </a:lnTo>
                <a:lnTo>
                  <a:pt x="382799" y="819150"/>
                </a:lnTo>
                <a:lnTo>
                  <a:pt x="446186" y="819150"/>
                </a:lnTo>
                <a:lnTo>
                  <a:pt x="449268" y="821690"/>
                </a:lnTo>
                <a:lnTo>
                  <a:pt x="456233" y="831850"/>
                </a:lnTo>
                <a:lnTo>
                  <a:pt x="460560" y="843280"/>
                </a:lnTo>
                <a:lnTo>
                  <a:pt x="473737" y="900430"/>
                </a:lnTo>
                <a:lnTo>
                  <a:pt x="476603" y="906780"/>
                </a:lnTo>
                <a:lnTo>
                  <a:pt x="481412" y="911860"/>
                </a:lnTo>
                <a:lnTo>
                  <a:pt x="487699" y="915670"/>
                </a:lnTo>
                <a:lnTo>
                  <a:pt x="494997" y="916940"/>
                </a:lnTo>
                <a:lnTo>
                  <a:pt x="605484" y="916940"/>
                </a:lnTo>
                <a:lnTo>
                  <a:pt x="602923" y="922020"/>
                </a:lnTo>
                <a:lnTo>
                  <a:pt x="597921" y="928370"/>
                </a:lnTo>
                <a:lnTo>
                  <a:pt x="591866" y="933450"/>
                </a:lnTo>
                <a:lnTo>
                  <a:pt x="584925" y="938530"/>
                </a:lnTo>
                <a:lnTo>
                  <a:pt x="577343" y="942340"/>
                </a:lnTo>
                <a:lnTo>
                  <a:pt x="561020" y="944880"/>
                </a:lnTo>
                <a:close/>
              </a:path>
              <a:path w="1105535" h="1056640">
                <a:moveTo>
                  <a:pt x="768523" y="861060"/>
                </a:moveTo>
                <a:lnTo>
                  <a:pt x="760203" y="861060"/>
                </a:lnTo>
                <a:lnTo>
                  <a:pt x="751988" y="859790"/>
                </a:lnTo>
                <a:lnTo>
                  <a:pt x="744076" y="857250"/>
                </a:lnTo>
                <a:lnTo>
                  <a:pt x="736664" y="853440"/>
                </a:lnTo>
                <a:lnTo>
                  <a:pt x="681064" y="819150"/>
                </a:lnTo>
                <a:lnTo>
                  <a:pt x="732853" y="819150"/>
                </a:lnTo>
                <a:lnTo>
                  <a:pt x="751326" y="830580"/>
                </a:lnTo>
                <a:lnTo>
                  <a:pt x="758175" y="833120"/>
                </a:lnTo>
                <a:lnTo>
                  <a:pt x="811808" y="833120"/>
                </a:lnTo>
                <a:lnTo>
                  <a:pt x="797930" y="847090"/>
                </a:lnTo>
                <a:lnTo>
                  <a:pt x="791565" y="852170"/>
                </a:lnTo>
                <a:lnTo>
                  <a:pt x="784422" y="855980"/>
                </a:lnTo>
                <a:lnTo>
                  <a:pt x="776681" y="859790"/>
                </a:lnTo>
                <a:lnTo>
                  <a:pt x="768523" y="861060"/>
                </a:lnTo>
                <a:close/>
              </a:path>
              <a:path w="1105535" h="1056640">
                <a:moveTo>
                  <a:pt x="689751" y="1031240"/>
                </a:moveTo>
                <a:lnTo>
                  <a:pt x="528624" y="1031240"/>
                </a:lnTo>
                <a:lnTo>
                  <a:pt x="577315" y="1028700"/>
                </a:lnTo>
                <a:lnTo>
                  <a:pt x="624985" y="1022350"/>
                </a:lnTo>
                <a:lnTo>
                  <a:pt x="671429" y="1010920"/>
                </a:lnTo>
                <a:lnTo>
                  <a:pt x="716444" y="994410"/>
                </a:lnTo>
                <a:lnTo>
                  <a:pt x="759824" y="975360"/>
                </a:lnTo>
                <a:lnTo>
                  <a:pt x="801367" y="951230"/>
                </a:lnTo>
                <a:lnTo>
                  <a:pt x="840866" y="922020"/>
                </a:lnTo>
                <a:lnTo>
                  <a:pt x="843129" y="920750"/>
                </a:lnTo>
                <a:lnTo>
                  <a:pt x="845937" y="919480"/>
                </a:lnTo>
                <a:lnTo>
                  <a:pt x="950107" y="919480"/>
                </a:lnTo>
                <a:lnTo>
                  <a:pt x="954495" y="914400"/>
                </a:lnTo>
                <a:lnTo>
                  <a:pt x="960221" y="909320"/>
                </a:lnTo>
                <a:lnTo>
                  <a:pt x="967007" y="906780"/>
                </a:lnTo>
                <a:lnTo>
                  <a:pt x="974578" y="905510"/>
                </a:lnTo>
                <a:lnTo>
                  <a:pt x="985522" y="908050"/>
                </a:lnTo>
                <a:lnTo>
                  <a:pt x="994461" y="913130"/>
                </a:lnTo>
                <a:lnTo>
                  <a:pt x="1000489" y="922020"/>
                </a:lnTo>
                <a:lnTo>
                  <a:pt x="1002699" y="933450"/>
                </a:lnTo>
                <a:lnTo>
                  <a:pt x="1000489" y="944880"/>
                </a:lnTo>
                <a:lnTo>
                  <a:pt x="853247" y="944880"/>
                </a:lnTo>
                <a:lnTo>
                  <a:pt x="818745" y="970280"/>
                </a:lnTo>
                <a:lnTo>
                  <a:pt x="782516" y="991870"/>
                </a:lnTo>
                <a:lnTo>
                  <a:pt x="744686" y="1010920"/>
                </a:lnTo>
                <a:lnTo>
                  <a:pt x="705382" y="1026160"/>
                </a:lnTo>
                <a:lnTo>
                  <a:pt x="689751" y="1031240"/>
                </a:lnTo>
                <a:close/>
              </a:path>
              <a:path w="1105535" h="1056640">
                <a:moveTo>
                  <a:pt x="974578" y="961390"/>
                </a:moveTo>
                <a:lnTo>
                  <a:pt x="966423" y="960120"/>
                </a:lnTo>
                <a:lnTo>
                  <a:pt x="959209" y="957580"/>
                </a:lnTo>
                <a:lnTo>
                  <a:pt x="953286" y="952500"/>
                </a:lnTo>
                <a:lnTo>
                  <a:pt x="949006" y="944880"/>
                </a:lnTo>
                <a:lnTo>
                  <a:pt x="1000489" y="944880"/>
                </a:lnTo>
                <a:lnTo>
                  <a:pt x="994461" y="953770"/>
                </a:lnTo>
                <a:lnTo>
                  <a:pt x="985522" y="958850"/>
                </a:lnTo>
                <a:lnTo>
                  <a:pt x="974578" y="961390"/>
                </a:lnTo>
                <a:close/>
              </a:path>
            </a:pathLst>
          </a:custGeom>
          <a:solidFill>
            <a:srgbClr val="504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137896" y="6991351"/>
            <a:ext cx="1369695" cy="152400"/>
            <a:chOff x="3195308" y="7642097"/>
            <a:chExt cx="1369695" cy="152400"/>
          </a:xfrm>
        </p:grpSpPr>
        <p:sp>
          <p:nvSpPr>
            <p:cNvPr id="4" name="object 4"/>
            <p:cNvSpPr/>
            <p:nvPr/>
          </p:nvSpPr>
          <p:spPr>
            <a:xfrm>
              <a:off x="3195308" y="7718297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>
                  <a:moveTo>
                    <a:pt x="0" y="0"/>
                  </a:moveTo>
                  <a:lnTo>
                    <a:pt x="1350383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69491" y="7661147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9" y="57149"/>
                  </a:lnTo>
                  <a:lnTo>
                    <a:pt x="0" y="114299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137896" y="7596103"/>
            <a:ext cx="1369695" cy="152400"/>
            <a:chOff x="3195308" y="8265085"/>
            <a:chExt cx="1369695" cy="152400"/>
          </a:xfrm>
        </p:grpSpPr>
        <p:sp>
          <p:nvSpPr>
            <p:cNvPr id="7" name="object 7"/>
            <p:cNvSpPr/>
            <p:nvPr/>
          </p:nvSpPr>
          <p:spPr>
            <a:xfrm>
              <a:off x="3195308" y="8341285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>
                  <a:moveTo>
                    <a:pt x="0" y="0"/>
                  </a:moveTo>
                  <a:lnTo>
                    <a:pt x="1350383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69491" y="828413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9" y="57149"/>
                  </a:lnTo>
                  <a:lnTo>
                    <a:pt x="0" y="114299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245177" y="8429454"/>
            <a:ext cx="1369695" cy="152400"/>
            <a:chOff x="3266824" y="8907123"/>
            <a:chExt cx="1369695" cy="152400"/>
          </a:xfrm>
        </p:grpSpPr>
        <p:sp>
          <p:nvSpPr>
            <p:cNvPr id="10" name="object 10"/>
            <p:cNvSpPr/>
            <p:nvPr/>
          </p:nvSpPr>
          <p:spPr>
            <a:xfrm>
              <a:off x="3266824" y="8983323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>
                  <a:moveTo>
                    <a:pt x="0" y="0"/>
                  </a:moveTo>
                  <a:lnTo>
                    <a:pt x="1350383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41008" y="8926173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9" y="57149"/>
                  </a:lnTo>
                  <a:lnTo>
                    <a:pt x="0" y="114299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322444" y="9430047"/>
            <a:ext cx="1369695" cy="152400"/>
            <a:chOff x="3314449" y="9545298"/>
            <a:chExt cx="1369695" cy="152400"/>
          </a:xfrm>
        </p:grpSpPr>
        <p:sp>
          <p:nvSpPr>
            <p:cNvPr id="13" name="object 13"/>
            <p:cNvSpPr/>
            <p:nvPr/>
          </p:nvSpPr>
          <p:spPr>
            <a:xfrm>
              <a:off x="3314449" y="9621498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>
                  <a:moveTo>
                    <a:pt x="0" y="0"/>
                  </a:moveTo>
                  <a:lnTo>
                    <a:pt x="1350383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88633" y="9564348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9" y="57149"/>
                  </a:lnTo>
                  <a:lnTo>
                    <a:pt x="0" y="114299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4103706" y="131739"/>
            <a:ext cx="4168775" cy="2709545"/>
            <a:chOff x="14103706" y="131739"/>
            <a:chExt cx="4168775" cy="270954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37304" y="131739"/>
              <a:ext cx="2594918" cy="19246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17142" y="1545259"/>
              <a:ext cx="1133474" cy="12953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29282" y="1313439"/>
              <a:ext cx="1343024" cy="15049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03706" y="309553"/>
              <a:ext cx="1409699" cy="123824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510724" y="416458"/>
            <a:ext cx="1263871" cy="85472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800" b="1" spc="30" dirty="0">
                <a:solidFill>
                  <a:srgbClr val="E7E7E7"/>
                </a:solidFill>
                <a:latin typeface="Tahoma"/>
                <a:cs typeface="Tahoma"/>
              </a:rPr>
              <a:t>AUTO</a:t>
            </a:r>
            <a:endParaRPr sz="2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350" b="1" spc="-10" dirty="0">
                <a:solidFill>
                  <a:srgbClr val="E7E7E7"/>
                </a:solidFill>
                <a:latin typeface="Roboto Bk"/>
                <a:cs typeface="Roboto Bk"/>
              </a:rPr>
              <a:t>FORGE</a:t>
            </a:r>
            <a:endParaRPr sz="2350" dirty="0">
              <a:latin typeface="Roboto Bk"/>
              <a:cs typeface="Roboto Bk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0351" rIns="0" bIns="0" rtlCol="0">
            <a:spAutoFit/>
          </a:bodyPr>
          <a:lstStyle/>
          <a:p>
            <a:pPr marL="86106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EVALUATION</a:t>
            </a:r>
            <a:r>
              <a:rPr spc="-204" dirty="0"/>
              <a:t> </a:t>
            </a:r>
            <a:r>
              <a:rPr spc="70" dirty="0"/>
              <a:t>EVIDENCE</a:t>
            </a:r>
            <a:r>
              <a:rPr spc="-204" dirty="0"/>
              <a:t> </a:t>
            </a:r>
            <a:r>
              <a:rPr dirty="0"/>
              <a:t>,</a:t>
            </a:r>
            <a:r>
              <a:rPr spc="-204" dirty="0"/>
              <a:t> </a:t>
            </a:r>
            <a:r>
              <a:rPr spc="150" dirty="0"/>
              <a:t>NFRS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895999" y="6689251"/>
            <a:ext cx="9883132" cy="31273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 marR="5080" indent="-13970">
              <a:lnSpc>
                <a:spcPct val="113100"/>
              </a:lnSpc>
              <a:spcBef>
                <a:spcPts val="95"/>
              </a:spcBef>
            </a:pP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Saves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progress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at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every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step,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resumes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after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3400" b="1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crash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sz="3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layers</a:t>
            </a:r>
            <a:r>
              <a:rPr sz="3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sz="3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automatic</a:t>
            </a:r>
            <a:r>
              <a:rPr sz="3400" b="1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checks</a:t>
            </a:r>
            <a:r>
              <a:rPr sz="3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+</a:t>
            </a:r>
            <a:r>
              <a:rPr sz="3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optional</a:t>
            </a:r>
            <a:r>
              <a:rPr sz="3400" b="1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55" dirty="0">
                <a:solidFill>
                  <a:srgbClr val="FFFFFF"/>
                </a:solidFill>
                <a:latin typeface="Roboto"/>
                <a:cs typeface="Roboto"/>
              </a:rPr>
              <a:t>AI</a:t>
            </a:r>
            <a:r>
              <a:rPr lang="en-US" sz="3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review</a:t>
            </a:r>
            <a:endParaRPr sz="3400" dirty="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Every</a:t>
            </a:r>
            <a:r>
              <a:rPr sz="3400" b="1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file</a:t>
            </a:r>
            <a:r>
              <a:rPr sz="3400" b="1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is</a:t>
            </a:r>
            <a:r>
              <a:rPr sz="3400" b="1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versioned,</a:t>
            </a:r>
            <a:r>
              <a:rPr sz="3400" b="1" spc="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every</a:t>
            </a:r>
            <a:r>
              <a:rPr sz="3400" b="1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decision</a:t>
            </a:r>
            <a:r>
              <a:rPr sz="3400" b="1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logged</a:t>
            </a:r>
            <a:endParaRPr sz="3400" dirty="0">
              <a:latin typeface="Roboto"/>
              <a:cs typeface="Roboto"/>
            </a:endParaRPr>
          </a:p>
          <a:p>
            <a:pPr marL="59690">
              <a:lnSpc>
                <a:spcPct val="100000"/>
              </a:lnSpc>
              <a:spcBef>
                <a:spcPts val="1440"/>
              </a:spcBef>
            </a:pP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Each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agent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is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separate,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dirty="0">
                <a:solidFill>
                  <a:srgbClr val="FFFFFF"/>
                </a:solidFill>
                <a:latin typeface="Roboto"/>
                <a:cs typeface="Roboto"/>
              </a:rPr>
              <a:t>swappable</a:t>
            </a:r>
            <a:r>
              <a:rPr sz="3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module</a:t>
            </a:r>
            <a:endParaRPr sz="3400" dirty="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4038" y="6722824"/>
            <a:ext cx="2312670" cy="2010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1115">
              <a:lnSpc>
                <a:spcPct val="127699"/>
              </a:lnSpc>
              <a:spcBef>
                <a:spcPts val="90"/>
              </a:spcBef>
            </a:pP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Reliability Security Traceability</a:t>
            </a:r>
            <a:endParaRPr sz="3400" dirty="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129" y="9120850"/>
            <a:ext cx="2919730" cy="546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00" b="1" spc="-10" dirty="0">
                <a:solidFill>
                  <a:srgbClr val="FFFFFF"/>
                </a:solidFill>
                <a:latin typeface="Roboto"/>
                <a:cs typeface="Roboto"/>
              </a:rPr>
              <a:t>Maintainability</a:t>
            </a:r>
            <a:endParaRPr sz="3400" dirty="0">
              <a:latin typeface="Roboto"/>
              <a:cs typeface="Roboto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5814" y="2587410"/>
            <a:ext cx="133349" cy="13334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5814" y="3206788"/>
            <a:ext cx="133349" cy="13334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5814" y="3904231"/>
            <a:ext cx="133349" cy="13334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5814" y="4605504"/>
            <a:ext cx="133349" cy="13334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5814" y="5316301"/>
            <a:ext cx="133349" cy="133349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body" idx="1"/>
          </p:nvPr>
        </p:nvSpPr>
        <p:spPr>
          <a:xfrm>
            <a:off x="607317" y="2232604"/>
            <a:ext cx="14331315" cy="44200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230" marR="7641590">
              <a:lnSpc>
                <a:spcPct val="119500"/>
              </a:lnSpc>
              <a:spcBef>
                <a:spcPts val="95"/>
              </a:spcBef>
            </a:pPr>
            <a:r>
              <a:rPr dirty="0"/>
              <a:t>Pipeline</a:t>
            </a:r>
            <a:r>
              <a:rPr spc="55" dirty="0"/>
              <a:t> </a:t>
            </a:r>
            <a:r>
              <a:rPr dirty="0"/>
              <a:t>works</a:t>
            </a:r>
            <a:r>
              <a:rPr spc="55" dirty="0"/>
              <a:t> </a:t>
            </a:r>
            <a:r>
              <a:rPr spc="-40" dirty="0"/>
              <a:t>end-</a:t>
            </a:r>
            <a:r>
              <a:rPr spc="-95" dirty="0"/>
              <a:t>to-</a:t>
            </a:r>
            <a:r>
              <a:rPr spc="-25" dirty="0"/>
              <a:t>end </a:t>
            </a:r>
            <a:r>
              <a:rPr dirty="0"/>
              <a:t>Human</a:t>
            </a:r>
            <a:r>
              <a:rPr spc="10" dirty="0"/>
              <a:t> </a:t>
            </a:r>
            <a:r>
              <a:rPr dirty="0"/>
              <a:t>review</a:t>
            </a:r>
            <a:r>
              <a:rPr spc="15" dirty="0"/>
              <a:t> </a:t>
            </a:r>
            <a:r>
              <a:rPr dirty="0"/>
              <a:t>catches</a:t>
            </a:r>
            <a:r>
              <a:rPr spc="10" dirty="0"/>
              <a:t> </a:t>
            </a:r>
            <a:r>
              <a:rPr spc="-10" dirty="0"/>
              <a:t>problems</a:t>
            </a:r>
          </a:p>
          <a:p>
            <a:pPr marL="316230">
              <a:lnSpc>
                <a:spcPct val="100000"/>
              </a:lnSpc>
              <a:spcBef>
                <a:spcPts val="1415"/>
              </a:spcBef>
            </a:pPr>
            <a:r>
              <a:rPr dirty="0"/>
              <a:t>Recovers</a:t>
            </a:r>
            <a:r>
              <a:rPr spc="30" dirty="0"/>
              <a:t> </a:t>
            </a:r>
            <a:r>
              <a:rPr dirty="0"/>
              <a:t>from</a:t>
            </a:r>
            <a:r>
              <a:rPr spc="30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spc="-10" dirty="0"/>
              <a:t>crash</a:t>
            </a:r>
          </a:p>
          <a:p>
            <a:pPr marL="316230">
              <a:lnSpc>
                <a:spcPct val="100000"/>
              </a:lnSpc>
              <a:spcBef>
                <a:spcPts val="1440"/>
              </a:spcBef>
            </a:pPr>
            <a:r>
              <a:rPr dirty="0"/>
              <a:t>Security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testing</a:t>
            </a:r>
            <a:r>
              <a:rPr spc="-50" dirty="0"/>
              <a:t> </a:t>
            </a:r>
            <a:r>
              <a:rPr dirty="0"/>
              <a:t>hold</a:t>
            </a:r>
            <a:r>
              <a:rPr spc="-50" dirty="0"/>
              <a:t> </a:t>
            </a:r>
            <a:r>
              <a:rPr dirty="0"/>
              <a:t>up</a:t>
            </a:r>
            <a:r>
              <a:rPr spc="-50" dirty="0"/>
              <a:t> </a:t>
            </a:r>
            <a:r>
              <a:rPr dirty="0"/>
              <a:t>-</a:t>
            </a:r>
            <a:r>
              <a:rPr spc="760" dirty="0"/>
              <a:t> </a:t>
            </a:r>
            <a:r>
              <a:rPr dirty="0"/>
              <a:t>bugs</a:t>
            </a:r>
            <a:r>
              <a:rPr spc="-50" dirty="0"/>
              <a:t> </a:t>
            </a:r>
            <a:r>
              <a:rPr dirty="0"/>
              <a:t>caught,</a:t>
            </a:r>
            <a:r>
              <a:rPr spc="-50" dirty="0"/>
              <a:t> </a:t>
            </a:r>
            <a:r>
              <a:rPr dirty="0"/>
              <a:t>tests</a:t>
            </a:r>
            <a:r>
              <a:rPr spc="-50" dirty="0"/>
              <a:t> </a:t>
            </a:r>
            <a:r>
              <a:rPr spc="-10" dirty="0"/>
              <a:t>passed</a:t>
            </a:r>
          </a:p>
          <a:p>
            <a:pPr marL="316230">
              <a:lnSpc>
                <a:spcPct val="100000"/>
              </a:lnSpc>
              <a:spcBef>
                <a:spcPts val="1515"/>
              </a:spcBef>
            </a:pPr>
            <a:r>
              <a:rPr dirty="0"/>
              <a:t>Domain</a:t>
            </a:r>
            <a:r>
              <a:rPr spc="10" dirty="0"/>
              <a:t> </a:t>
            </a:r>
            <a:r>
              <a:rPr dirty="0"/>
              <a:t>knowledge</a:t>
            </a:r>
            <a:r>
              <a:rPr spc="10" dirty="0"/>
              <a:t> </a:t>
            </a:r>
            <a:r>
              <a:rPr dirty="0"/>
              <a:t>helps</a:t>
            </a:r>
            <a:r>
              <a:rPr spc="10" dirty="0"/>
              <a:t> </a:t>
            </a:r>
            <a:r>
              <a:rPr dirty="0"/>
              <a:t>-</a:t>
            </a:r>
            <a:r>
              <a:rPr spc="10" dirty="0"/>
              <a:t> </a:t>
            </a:r>
            <a:r>
              <a:rPr dirty="0"/>
              <a:t>Fewer</a:t>
            </a:r>
            <a:r>
              <a:rPr spc="10" dirty="0"/>
              <a:t> </a:t>
            </a:r>
            <a:r>
              <a:rPr dirty="0"/>
              <a:t>missing</a:t>
            </a:r>
            <a:r>
              <a:rPr spc="10" dirty="0"/>
              <a:t> </a:t>
            </a:r>
            <a:r>
              <a:rPr dirty="0"/>
              <a:t>requirements,</a:t>
            </a:r>
            <a:r>
              <a:rPr spc="10" dirty="0"/>
              <a:t> </a:t>
            </a:r>
            <a:r>
              <a:rPr dirty="0"/>
              <a:t>fewer</a:t>
            </a:r>
            <a:r>
              <a:rPr spc="10" dirty="0"/>
              <a:t> </a:t>
            </a:r>
            <a:r>
              <a:rPr spc="-10" dirty="0"/>
              <a:t>revisions</a:t>
            </a:r>
          </a:p>
          <a:p>
            <a:pPr marL="12700">
              <a:lnSpc>
                <a:spcPct val="100000"/>
              </a:lnSpc>
            </a:pPr>
            <a:br>
              <a:rPr lang="en-US" spc="-10" dirty="0"/>
            </a:br>
            <a:r>
              <a:rPr sz="3300" spc="-10" dirty="0">
                <a:solidFill>
                  <a:srgbClr val="FBB4FD"/>
                </a:solidFill>
                <a:latin typeface="Tahoma"/>
                <a:cs typeface="Tahoma"/>
              </a:rPr>
              <a:t>NON-</a:t>
            </a:r>
            <a:r>
              <a:rPr sz="3300" dirty="0">
                <a:solidFill>
                  <a:srgbClr val="FBB4FD"/>
                </a:solidFill>
                <a:latin typeface="Tahoma"/>
                <a:cs typeface="Tahoma"/>
              </a:rPr>
              <a:t>FUNCTIONAL</a:t>
            </a:r>
            <a:r>
              <a:rPr sz="3300" spc="40" dirty="0">
                <a:solidFill>
                  <a:srgbClr val="FBB4FD"/>
                </a:solidFill>
                <a:latin typeface="Tahoma"/>
                <a:cs typeface="Tahoma"/>
              </a:rPr>
              <a:t> REQUIREMENTS</a:t>
            </a:r>
            <a:endParaRPr sz="33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490" y="1352523"/>
            <a:ext cx="16087724" cy="86867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952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COMMERCIALIZATION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946" y="518594"/>
            <a:ext cx="16440149" cy="92487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52785" y="1069373"/>
            <a:ext cx="17916525" cy="9217660"/>
            <a:chOff x="352785" y="1069373"/>
            <a:chExt cx="17916525" cy="921766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785" y="1069373"/>
              <a:ext cx="17916522" cy="92176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72716" y="6745166"/>
              <a:ext cx="133350" cy="1504315"/>
            </a:xfrm>
            <a:custGeom>
              <a:avLst/>
              <a:gdLst/>
              <a:ahLst/>
              <a:cxnLst/>
              <a:rect l="l" t="t" r="r" b="b"/>
              <a:pathLst>
                <a:path w="133350" h="1504315">
                  <a:moveTo>
                    <a:pt x="133349" y="0"/>
                  </a:moveTo>
                  <a:lnTo>
                    <a:pt x="133349" y="1503856"/>
                  </a:lnTo>
                  <a:lnTo>
                    <a:pt x="0" y="1503856"/>
                  </a:lnTo>
                  <a:lnTo>
                    <a:pt x="0" y="0"/>
                  </a:lnTo>
                  <a:lnTo>
                    <a:pt x="133349" y="0"/>
                  </a:lnTo>
                  <a:close/>
                </a:path>
              </a:pathLst>
            </a:custGeom>
            <a:solidFill>
              <a:srgbClr val="50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950076" y="6855535"/>
            <a:ext cx="2147570" cy="99568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750" b="1" i="1" spc="155" dirty="0">
                <a:solidFill>
                  <a:srgbClr val="E7E7E7"/>
                </a:solidFill>
                <a:latin typeface="Roboto Cn"/>
                <a:cs typeface="Roboto Cn"/>
              </a:rPr>
              <a:t>Presented</a:t>
            </a:r>
            <a:r>
              <a:rPr sz="2750" b="1" i="1" spc="95" dirty="0">
                <a:solidFill>
                  <a:srgbClr val="E7E7E7"/>
                </a:solidFill>
                <a:latin typeface="Roboto Cn"/>
                <a:cs typeface="Roboto Cn"/>
              </a:rPr>
              <a:t> </a:t>
            </a:r>
            <a:r>
              <a:rPr sz="2750" b="1" i="1" spc="75" dirty="0">
                <a:solidFill>
                  <a:srgbClr val="E7E7E7"/>
                </a:solidFill>
                <a:latin typeface="Roboto Cn"/>
                <a:cs typeface="Roboto Cn"/>
              </a:rPr>
              <a:t>by:</a:t>
            </a:r>
            <a:endParaRPr sz="2750">
              <a:latin typeface="Roboto Cn"/>
              <a:cs typeface="Roboto Cn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750" b="1" spc="-25" dirty="0">
                <a:solidFill>
                  <a:srgbClr val="E7E7E7"/>
                </a:solidFill>
                <a:latin typeface="Roboto"/>
                <a:cs typeface="Roboto"/>
              </a:rPr>
              <a:t>R26-</a:t>
            </a:r>
            <a:r>
              <a:rPr sz="2750" b="1" spc="-20" dirty="0">
                <a:solidFill>
                  <a:srgbClr val="E7E7E7"/>
                </a:solidFill>
                <a:latin typeface="Roboto"/>
                <a:cs typeface="Roboto"/>
              </a:rPr>
              <a:t>SE-</a:t>
            </a:r>
            <a:r>
              <a:rPr sz="2750" b="1" spc="-25" dirty="0">
                <a:solidFill>
                  <a:srgbClr val="E7E7E7"/>
                </a:solidFill>
                <a:latin typeface="Roboto"/>
                <a:cs typeface="Roboto"/>
              </a:rPr>
              <a:t>033</a:t>
            </a:r>
            <a:endParaRPr sz="275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1460521"/>
            <a:ext cx="18288000" cy="8852535"/>
            <a:chOff x="0" y="1460521"/>
            <a:chExt cx="18288000" cy="8852535"/>
          </a:xfrm>
        </p:grpSpPr>
        <p:sp>
          <p:nvSpPr>
            <p:cNvPr id="8" name="object 8"/>
            <p:cNvSpPr/>
            <p:nvPr/>
          </p:nvSpPr>
          <p:spPr>
            <a:xfrm>
              <a:off x="10731927" y="6745166"/>
              <a:ext cx="133350" cy="1504315"/>
            </a:xfrm>
            <a:custGeom>
              <a:avLst/>
              <a:gdLst/>
              <a:ahLst/>
              <a:cxnLst/>
              <a:rect l="l" t="t" r="r" b="b"/>
              <a:pathLst>
                <a:path w="133350" h="1504315">
                  <a:moveTo>
                    <a:pt x="133349" y="0"/>
                  </a:moveTo>
                  <a:lnTo>
                    <a:pt x="133349" y="1503856"/>
                  </a:lnTo>
                  <a:lnTo>
                    <a:pt x="0" y="1503856"/>
                  </a:lnTo>
                  <a:lnTo>
                    <a:pt x="0" y="0"/>
                  </a:lnTo>
                  <a:lnTo>
                    <a:pt x="133349" y="0"/>
                  </a:lnTo>
                  <a:close/>
                </a:path>
              </a:pathLst>
            </a:custGeom>
            <a:solidFill>
              <a:srgbClr val="50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9360316"/>
              <a:ext cx="18288000" cy="952500"/>
            </a:xfrm>
            <a:custGeom>
              <a:avLst/>
              <a:gdLst/>
              <a:ahLst/>
              <a:cxnLst/>
              <a:rect l="l" t="t" r="r" b="b"/>
              <a:pathLst>
                <a:path w="18288000" h="952500">
                  <a:moveTo>
                    <a:pt x="0" y="0"/>
                  </a:moveTo>
                  <a:lnTo>
                    <a:pt x="18287998" y="0"/>
                  </a:lnTo>
                  <a:lnTo>
                    <a:pt x="18287998" y="952499"/>
                  </a:lnTo>
                  <a:lnTo>
                    <a:pt x="0" y="952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70502" y="4162729"/>
              <a:ext cx="4317497" cy="58292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572727" y="1460521"/>
              <a:ext cx="1105535" cy="1056640"/>
            </a:xfrm>
            <a:custGeom>
              <a:avLst/>
              <a:gdLst/>
              <a:ahLst/>
              <a:cxnLst/>
              <a:rect l="l" t="t" r="r" b="b"/>
              <a:pathLst>
                <a:path w="1105534" h="1056639">
                  <a:moveTo>
                    <a:pt x="528624" y="1056640"/>
                  </a:moveTo>
                  <a:lnTo>
                    <a:pt x="475534" y="1054100"/>
                  </a:lnTo>
                  <a:lnTo>
                    <a:pt x="423422" y="1046480"/>
                  </a:lnTo>
                  <a:lnTo>
                    <a:pt x="372469" y="1033780"/>
                  </a:lnTo>
                  <a:lnTo>
                    <a:pt x="322856" y="1014730"/>
                  </a:lnTo>
                  <a:lnTo>
                    <a:pt x="276870" y="993140"/>
                  </a:lnTo>
                  <a:lnTo>
                    <a:pt x="233439" y="966470"/>
                  </a:lnTo>
                  <a:lnTo>
                    <a:pt x="192709" y="935990"/>
                  </a:lnTo>
                  <a:lnTo>
                    <a:pt x="154828" y="901700"/>
                  </a:lnTo>
                  <a:lnTo>
                    <a:pt x="120392" y="863600"/>
                  </a:lnTo>
                  <a:lnTo>
                    <a:pt x="89967" y="822960"/>
                  </a:lnTo>
                  <a:lnTo>
                    <a:pt x="63652" y="779780"/>
                  </a:lnTo>
                  <a:lnTo>
                    <a:pt x="41547" y="734060"/>
                  </a:lnTo>
                  <a:lnTo>
                    <a:pt x="23424" y="684530"/>
                  </a:lnTo>
                  <a:lnTo>
                    <a:pt x="10434" y="633730"/>
                  </a:lnTo>
                  <a:lnTo>
                    <a:pt x="2614" y="581660"/>
                  </a:lnTo>
                  <a:lnTo>
                    <a:pt x="0" y="528320"/>
                  </a:lnTo>
                  <a:lnTo>
                    <a:pt x="2365" y="480060"/>
                  </a:lnTo>
                  <a:lnTo>
                    <a:pt x="2490" y="477520"/>
                  </a:lnTo>
                  <a:lnTo>
                    <a:pt x="10434" y="422910"/>
                  </a:lnTo>
                  <a:lnTo>
                    <a:pt x="23424" y="372110"/>
                  </a:lnTo>
                  <a:lnTo>
                    <a:pt x="41547" y="322580"/>
                  </a:lnTo>
                  <a:lnTo>
                    <a:pt x="63652" y="276860"/>
                  </a:lnTo>
                  <a:lnTo>
                    <a:pt x="89967" y="232410"/>
                  </a:lnTo>
                  <a:lnTo>
                    <a:pt x="120392" y="191770"/>
                  </a:lnTo>
                  <a:lnTo>
                    <a:pt x="154828" y="153670"/>
                  </a:lnTo>
                  <a:lnTo>
                    <a:pt x="192709" y="119380"/>
                  </a:lnTo>
                  <a:lnTo>
                    <a:pt x="233439" y="88900"/>
                  </a:lnTo>
                  <a:lnTo>
                    <a:pt x="276870" y="63500"/>
                  </a:lnTo>
                  <a:lnTo>
                    <a:pt x="322856" y="40640"/>
                  </a:lnTo>
                  <a:lnTo>
                    <a:pt x="372469" y="22860"/>
                  </a:lnTo>
                  <a:lnTo>
                    <a:pt x="423422" y="10160"/>
                  </a:lnTo>
                  <a:lnTo>
                    <a:pt x="475534" y="2540"/>
                  </a:lnTo>
                  <a:lnTo>
                    <a:pt x="528624" y="0"/>
                  </a:lnTo>
                  <a:lnTo>
                    <a:pt x="575202" y="1270"/>
                  </a:lnTo>
                  <a:lnTo>
                    <a:pt x="621127" y="7620"/>
                  </a:lnTo>
                  <a:lnTo>
                    <a:pt x="666239" y="17780"/>
                  </a:lnTo>
                  <a:lnTo>
                    <a:pt x="690316" y="25400"/>
                  </a:lnTo>
                  <a:lnTo>
                    <a:pt x="528624" y="25400"/>
                  </a:lnTo>
                  <a:lnTo>
                    <a:pt x="480248" y="26670"/>
                  </a:lnTo>
                  <a:lnTo>
                    <a:pt x="433158" y="34290"/>
                  </a:lnTo>
                  <a:lnTo>
                    <a:pt x="387567" y="45720"/>
                  </a:lnTo>
                  <a:lnTo>
                    <a:pt x="343687" y="59690"/>
                  </a:lnTo>
                  <a:lnTo>
                    <a:pt x="301730" y="78740"/>
                  </a:lnTo>
                  <a:lnTo>
                    <a:pt x="261908" y="101600"/>
                  </a:lnTo>
                  <a:lnTo>
                    <a:pt x="224435" y="127000"/>
                  </a:lnTo>
                  <a:lnTo>
                    <a:pt x="189522" y="156210"/>
                  </a:lnTo>
                  <a:lnTo>
                    <a:pt x="157383" y="189230"/>
                  </a:lnTo>
                  <a:lnTo>
                    <a:pt x="128229" y="223520"/>
                  </a:lnTo>
                  <a:lnTo>
                    <a:pt x="102273" y="261620"/>
                  </a:lnTo>
                  <a:lnTo>
                    <a:pt x="79727" y="300990"/>
                  </a:lnTo>
                  <a:lnTo>
                    <a:pt x="60804" y="342900"/>
                  </a:lnTo>
                  <a:lnTo>
                    <a:pt x="45717" y="387350"/>
                  </a:lnTo>
                  <a:lnTo>
                    <a:pt x="34677" y="433070"/>
                  </a:lnTo>
                  <a:lnTo>
                    <a:pt x="27897" y="480060"/>
                  </a:lnTo>
                  <a:lnTo>
                    <a:pt x="25711" y="525780"/>
                  </a:lnTo>
                  <a:lnTo>
                    <a:pt x="25590" y="528320"/>
                  </a:lnTo>
                  <a:lnTo>
                    <a:pt x="27897" y="576580"/>
                  </a:lnTo>
                  <a:lnTo>
                    <a:pt x="34676" y="623570"/>
                  </a:lnTo>
                  <a:lnTo>
                    <a:pt x="45716" y="669290"/>
                  </a:lnTo>
                  <a:lnTo>
                    <a:pt x="60804" y="712470"/>
                  </a:lnTo>
                  <a:lnTo>
                    <a:pt x="79726" y="754380"/>
                  </a:lnTo>
                  <a:lnTo>
                    <a:pt x="102272" y="795020"/>
                  </a:lnTo>
                  <a:lnTo>
                    <a:pt x="128227" y="831850"/>
                  </a:lnTo>
                  <a:lnTo>
                    <a:pt x="157381" y="867410"/>
                  </a:lnTo>
                  <a:lnTo>
                    <a:pt x="189520" y="899160"/>
                  </a:lnTo>
                  <a:lnTo>
                    <a:pt x="224433" y="928370"/>
                  </a:lnTo>
                  <a:lnTo>
                    <a:pt x="261906" y="953770"/>
                  </a:lnTo>
                  <a:lnTo>
                    <a:pt x="301728" y="976630"/>
                  </a:lnTo>
                  <a:lnTo>
                    <a:pt x="343685" y="995680"/>
                  </a:lnTo>
                  <a:lnTo>
                    <a:pt x="387565" y="1010920"/>
                  </a:lnTo>
                  <a:lnTo>
                    <a:pt x="433157" y="1022350"/>
                  </a:lnTo>
                  <a:lnTo>
                    <a:pt x="480247" y="1028700"/>
                  </a:lnTo>
                  <a:lnTo>
                    <a:pt x="528624" y="1031240"/>
                  </a:lnTo>
                  <a:lnTo>
                    <a:pt x="689751" y="1031240"/>
                  </a:lnTo>
                  <a:lnTo>
                    <a:pt x="662397" y="1040130"/>
                  </a:lnTo>
                  <a:lnTo>
                    <a:pt x="618506" y="1049020"/>
                  </a:lnTo>
                  <a:lnTo>
                    <a:pt x="573863" y="1054100"/>
                  </a:lnTo>
                  <a:lnTo>
                    <a:pt x="528624" y="1056640"/>
                  </a:lnTo>
                  <a:close/>
                </a:path>
                <a:path w="1105534" h="1056639">
                  <a:moveTo>
                    <a:pt x="997073" y="157480"/>
                  </a:moveTo>
                  <a:lnTo>
                    <a:pt x="989207" y="157480"/>
                  </a:lnTo>
                  <a:lnTo>
                    <a:pt x="982202" y="153670"/>
                  </a:lnTo>
                  <a:lnTo>
                    <a:pt x="976373" y="148590"/>
                  </a:lnTo>
                  <a:lnTo>
                    <a:pt x="972033" y="142240"/>
                  </a:lnTo>
                  <a:lnTo>
                    <a:pt x="850888" y="142240"/>
                  </a:lnTo>
                  <a:lnTo>
                    <a:pt x="808725" y="110490"/>
                  </a:lnTo>
                  <a:lnTo>
                    <a:pt x="766300" y="85090"/>
                  </a:lnTo>
                  <a:lnTo>
                    <a:pt x="721685" y="63500"/>
                  </a:lnTo>
                  <a:lnTo>
                    <a:pt x="675244" y="46990"/>
                  </a:lnTo>
                  <a:lnTo>
                    <a:pt x="627343" y="34290"/>
                  </a:lnTo>
                  <a:lnTo>
                    <a:pt x="578348" y="27940"/>
                  </a:lnTo>
                  <a:lnTo>
                    <a:pt x="528624" y="25400"/>
                  </a:lnTo>
                  <a:lnTo>
                    <a:pt x="690316" y="25400"/>
                  </a:lnTo>
                  <a:lnTo>
                    <a:pt x="750662" y="48260"/>
                  </a:lnTo>
                  <a:lnTo>
                    <a:pt x="789326" y="68580"/>
                  </a:lnTo>
                  <a:lnTo>
                    <a:pt x="826246" y="91440"/>
                  </a:lnTo>
                  <a:lnTo>
                    <a:pt x="861298" y="116840"/>
                  </a:lnTo>
                  <a:lnTo>
                    <a:pt x="1021270" y="116840"/>
                  </a:lnTo>
                  <a:lnTo>
                    <a:pt x="1022993" y="119380"/>
                  </a:lnTo>
                  <a:lnTo>
                    <a:pt x="1025203" y="129540"/>
                  </a:lnTo>
                  <a:lnTo>
                    <a:pt x="1022993" y="140970"/>
                  </a:lnTo>
                  <a:lnTo>
                    <a:pt x="1016964" y="149860"/>
                  </a:lnTo>
                  <a:lnTo>
                    <a:pt x="1008023" y="156210"/>
                  </a:lnTo>
                  <a:lnTo>
                    <a:pt x="997073" y="157480"/>
                  </a:lnTo>
                  <a:close/>
                </a:path>
                <a:path w="1105534" h="1056639">
                  <a:moveTo>
                    <a:pt x="1021270" y="116840"/>
                  </a:moveTo>
                  <a:lnTo>
                    <a:pt x="972033" y="116840"/>
                  </a:lnTo>
                  <a:lnTo>
                    <a:pt x="976373" y="110490"/>
                  </a:lnTo>
                  <a:lnTo>
                    <a:pt x="982202" y="106680"/>
                  </a:lnTo>
                  <a:lnTo>
                    <a:pt x="989207" y="102870"/>
                  </a:lnTo>
                  <a:lnTo>
                    <a:pt x="997073" y="101600"/>
                  </a:lnTo>
                  <a:lnTo>
                    <a:pt x="1008023" y="104140"/>
                  </a:lnTo>
                  <a:lnTo>
                    <a:pt x="1016964" y="110490"/>
                  </a:lnTo>
                  <a:lnTo>
                    <a:pt x="1021270" y="116840"/>
                  </a:lnTo>
                  <a:close/>
                </a:path>
                <a:path w="1105534" h="1056639">
                  <a:moveTo>
                    <a:pt x="443473" y="231140"/>
                  </a:moveTo>
                  <a:lnTo>
                    <a:pt x="386885" y="231140"/>
                  </a:lnTo>
                  <a:lnTo>
                    <a:pt x="395325" y="227330"/>
                  </a:lnTo>
                  <a:lnTo>
                    <a:pt x="402874" y="223520"/>
                  </a:lnTo>
                  <a:lnTo>
                    <a:pt x="410508" y="220980"/>
                  </a:lnTo>
                  <a:lnTo>
                    <a:pt x="419225" y="217170"/>
                  </a:lnTo>
                  <a:lnTo>
                    <a:pt x="419952" y="217170"/>
                  </a:lnTo>
                  <a:lnTo>
                    <a:pt x="432800" y="161290"/>
                  </a:lnTo>
                  <a:lnTo>
                    <a:pt x="455813" y="125730"/>
                  </a:lnTo>
                  <a:lnTo>
                    <a:pt x="485497" y="111760"/>
                  </a:lnTo>
                  <a:lnTo>
                    <a:pt x="570522" y="111760"/>
                  </a:lnTo>
                  <a:lnTo>
                    <a:pt x="608182" y="133350"/>
                  </a:lnTo>
                  <a:lnTo>
                    <a:pt x="612574" y="138430"/>
                  </a:lnTo>
                  <a:lnTo>
                    <a:pt x="487983" y="138430"/>
                  </a:lnTo>
                  <a:lnTo>
                    <a:pt x="479692" y="142240"/>
                  </a:lnTo>
                  <a:lnTo>
                    <a:pt x="466473" y="152400"/>
                  </a:lnTo>
                  <a:lnTo>
                    <a:pt x="461772" y="160020"/>
                  </a:lnTo>
                  <a:lnTo>
                    <a:pt x="447245" y="222250"/>
                  </a:lnTo>
                  <a:lnTo>
                    <a:pt x="444556" y="229870"/>
                  </a:lnTo>
                  <a:lnTo>
                    <a:pt x="443473" y="231140"/>
                  </a:lnTo>
                  <a:close/>
                </a:path>
                <a:path w="1105534" h="1056639">
                  <a:moveTo>
                    <a:pt x="1076477" y="259080"/>
                  </a:moveTo>
                  <a:lnTo>
                    <a:pt x="1068695" y="259080"/>
                  </a:lnTo>
                  <a:lnTo>
                    <a:pt x="1061728" y="255270"/>
                  </a:lnTo>
                  <a:lnTo>
                    <a:pt x="1055866" y="251460"/>
                  </a:lnTo>
                  <a:lnTo>
                    <a:pt x="1051400" y="245110"/>
                  </a:lnTo>
                  <a:lnTo>
                    <a:pt x="629657" y="245110"/>
                  </a:lnTo>
                  <a:lnTo>
                    <a:pt x="628098" y="243840"/>
                  </a:lnTo>
                  <a:lnTo>
                    <a:pt x="621298" y="240030"/>
                  </a:lnTo>
                  <a:lnTo>
                    <a:pt x="615665" y="234950"/>
                  </a:lnTo>
                  <a:lnTo>
                    <a:pt x="611416" y="228600"/>
                  </a:lnTo>
                  <a:lnTo>
                    <a:pt x="608768" y="222250"/>
                  </a:lnTo>
                  <a:lnTo>
                    <a:pt x="594244" y="160020"/>
                  </a:lnTo>
                  <a:lnTo>
                    <a:pt x="589544" y="152400"/>
                  </a:lnTo>
                  <a:lnTo>
                    <a:pt x="576325" y="142240"/>
                  </a:lnTo>
                  <a:lnTo>
                    <a:pt x="568034" y="138430"/>
                  </a:lnTo>
                  <a:lnTo>
                    <a:pt x="612574" y="138430"/>
                  </a:lnTo>
                  <a:lnTo>
                    <a:pt x="635949" y="215900"/>
                  </a:lnTo>
                  <a:lnTo>
                    <a:pt x="636208" y="217170"/>
                  </a:lnTo>
                  <a:lnTo>
                    <a:pt x="1101143" y="217170"/>
                  </a:lnTo>
                  <a:lnTo>
                    <a:pt x="1102899" y="219710"/>
                  </a:lnTo>
                  <a:lnTo>
                    <a:pt x="1105153" y="231140"/>
                  </a:lnTo>
                  <a:lnTo>
                    <a:pt x="1102899" y="242570"/>
                  </a:lnTo>
                  <a:lnTo>
                    <a:pt x="1096754" y="251460"/>
                  </a:lnTo>
                  <a:lnTo>
                    <a:pt x="1087639" y="257810"/>
                  </a:lnTo>
                  <a:lnTo>
                    <a:pt x="1076477" y="259080"/>
                  </a:lnTo>
                  <a:close/>
                </a:path>
                <a:path w="1105534" h="1056639">
                  <a:moveTo>
                    <a:pt x="295816" y="861060"/>
                  </a:moveTo>
                  <a:lnTo>
                    <a:pt x="287494" y="861060"/>
                  </a:lnTo>
                  <a:lnTo>
                    <a:pt x="279335" y="859790"/>
                  </a:lnTo>
                  <a:lnTo>
                    <a:pt x="211403" y="800100"/>
                  </a:lnTo>
                  <a:lnTo>
                    <a:pt x="196985" y="763270"/>
                  </a:lnTo>
                  <a:lnTo>
                    <a:pt x="196950" y="762000"/>
                  </a:lnTo>
                  <a:lnTo>
                    <a:pt x="198088" y="754380"/>
                  </a:lnTo>
                  <a:lnTo>
                    <a:pt x="200570" y="746760"/>
                  </a:lnTo>
                  <a:lnTo>
                    <a:pt x="204352" y="739140"/>
                  </a:lnTo>
                  <a:lnTo>
                    <a:pt x="238913" y="683260"/>
                  </a:lnTo>
                  <a:lnTo>
                    <a:pt x="239268" y="676910"/>
                  </a:lnTo>
                  <a:lnTo>
                    <a:pt x="239339" y="675640"/>
                  </a:lnTo>
                  <a:lnTo>
                    <a:pt x="236110" y="668020"/>
                  </a:lnTo>
                  <a:lnTo>
                    <a:pt x="232734" y="661670"/>
                  </a:lnTo>
                  <a:lnTo>
                    <a:pt x="229534" y="654050"/>
                  </a:lnTo>
                  <a:lnTo>
                    <a:pt x="226519" y="646430"/>
                  </a:lnTo>
                  <a:lnTo>
                    <a:pt x="223701" y="638810"/>
                  </a:lnTo>
                  <a:lnTo>
                    <a:pt x="221184" y="631190"/>
                  </a:lnTo>
                  <a:lnTo>
                    <a:pt x="215345" y="626110"/>
                  </a:lnTo>
                  <a:lnTo>
                    <a:pt x="151612" y="610870"/>
                  </a:lnTo>
                  <a:lnTo>
                    <a:pt x="119420" y="586740"/>
                  </a:lnTo>
                  <a:lnTo>
                    <a:pt x="113476" y="565150"/>
                  </a:lnTo>
                  <a:lnTo>
                    <a:pt x="113376" y="563880"/>
                  </a:lnTo>
                  <a:lnTo>
                    <a:pt x="113275" y="494030"/>
                  </a:lnTo>
                  <a:lnTo>
                    <a:pt x="127428" y="453390"/>
                  </a:lnTo>
                  <a:lnTo>
                    <a:pt x="163757" y="430530"/>
                  </a:lnTo>
                  <a:lnTo>
                    <a:pt x="218820" y="417830"/>
                  </a:lnTo>
                  <a:lnTo>
                    <a:pt x="219620" y="416560"/>
                  </a:lnTo>
                  <a:lnTo>
                    <a:pt x="219981" y="416560"/>
                  </a:lnTo>
                  <a:lnTo>
                    <a:pt x="222836" y="408940"/>
                  </a:lnTo>
                  <a:lnTo>
                    <a:pt x="225890" y="401320"/>
                  </a:lnTo>
                  <a:lnTo>
                    <a:pt x="229132" y="393700"/>
                  </a:lnTo>
                  <a:lnTo>
                    <a:pt x="233028" y="384810"/>
                  </a:lnTo>
                  <a:lnTo>
                    <a:pt x="232982" y="383540"/>
                  </a:lnTo>
                  <a:lnTo>
                    <a:pt x="203121" y="335280"/>
                  </a:lnTo>
                  <a:lnTo>
                    <a:pt x="198144" y="326390"/>
                  </a:lnTo>
                  <a:lnTo>
                    <a:pt x="194877" y="314960"/>
                  </a:lnTo>
                  <a:lnTo>
                    <a:pt x="193379" y="304800"/>
                  </a:lnTo>
                  <a:lnTo>
                    <a:pt x="193706" y="293370"/>
                  </a:lnTo>
                  <a:lnTo>
                    <a:pt x="212412" y="255270"/>
                  </a:lnTo>
                  <a:lnTo>
                    <a:pt x="257087" y="210820"/>
                  </a:lnTo>
                  <a:lnTo>
                    <a:pt x="295803" y="191770"/>
                  </a:lnTo>
                  <a:lnTo>
                    <a:pt x="306760" y="191770"/>
                  </a:lnTo>
                  <a:lnTo>
                    <a:pt x="317578" y="193040"/>
                  </a:lnTo>
                  <a:lnTo>
                    <a:pt x="327998" y="195580"/>
                  </a:lnTo>
                  <a:lnTo>
                    <a:pt x="337763" y="200660"/>
                  </a:lnTo>
                  <a:lnTo>
                    <a:pt x="365783" y="218440"/>
                  </a:lnTo>
                  <a:lnTo>
                    <a:pt x="307365" y="218440"/>
                  </a:lnTo>
                  <a:lnTo>
                    <a:pt x="290598" y="219710"/>
                  </a:lnTo>
                  <a:lnTo>
                    <a:pt x="282696" y="223520"/>
                  </a:lnTo>
                  <a:lnTo>
                    <a:pt x="226088" y="280670"/>
                  </a:lnTo>
                  <a:lnTo>
                    <a:pt x="222271" y="288290"/>
                  </a:lnTo>
                  <a:lnTo>
                    <a:pt x="220337" y="304800"/>
                  </a:lnTo>
                  <a:lnTo>
                    <a:pt x="222262" y="313690"/>
                  </a:lnTo>
                  <a:lnTo>
                    <a:pt x="256018" y="368300"/>
                  </a:lnTo>
                  <a:lnTo>
                    <a:pt x="259260" y="374650"/>
                  </a:lnTo>
                  <a:lnTo>
                    <a:pt x="260623" y="382270"/>
                  </a:lnTo>
                  <a:lnTo>
                    <a:pt x="260090" y="389890"/>
                  </a:lnTo>
                  <a:lnTo>
                    <a:pt x="257642" y="397510"/>
                  </a:lnTo>
                  <a:lnTo>
                    <a:pt x="254517" y="403860"/>
                  </a:lnTo>
                  <a:lnTo>
                    <a:pt x="251552" y="411480"/>
                  </a:lnTo>
                  <a:lnTo>
                    <a:pt x="248760" y="417830"/>
                  </a:lnTo>
                  <a:lnTo>
                    <a:pt x="246149" y="425450"/>
                  </a:lnTo>
                  <a:lnTo>
                    <a:pt x="242653" y="431800"/>
                  </a:lnTo>
                  <a:lnTo>
                    <a:pt x="237646" y="438150"/>
                  </a:lnTo>
                  <a:lnTo>
                    <a:pt x="231379" y="441960"/>
                  </a:lnTo>
                  <a:lnTo>
                    <a:pt x="224103" y="444500"/>
                  </a:lnTo>
                  <a:lnTo>
                    <a:pt x="161851" y="459740"/>
                  </a:lnTo>
                  <a:lnTo>
                    <a:pt x="154439" y="464820"/>
                  </a:lnTo>
                  <a:lnTo>
                    <a:pt x="143946" y="477520"/>
                  </a:lnTo>
                  <a:lnTo>
                    <a:pt x="141058" y="486410"/>
                  </a:lnTo>
                  <a:lnTo>
                    <a:pt x="141058" y="562610"/>
                  </a:lnTo>
                  <a:lnTo>
                    <a:pt x="214396" y="598170"/>
                  </a:lnTo>
                  <a:lnTo>
                    <a:pt x="226101" y="601980"/>
                  </a:lnTo>
                  <a:lnTo>
                    <a:pt x="236184" y="608330"/>
                  </a:lnTo>
                  <a:lnTo>
                    <a:pt x="244241" y="618490"/>
                  </a:lnTo>
                  <a:lnTo>
                    <a:pt x="249869" y="628650"/>
                  </a:lnTo>
                  <a:lnTo>
                    <a:pt x="252443" y="636270"/>
                  </a:lnTo>
                  <a:lnTo>
                    <a:pt x="255197" y="642620"/>
                  </a:lnTo>
                  <a:lnTo>
                    <a:pt x="258121" y="650240"/>
                  </a:lnTo>
                  <a:lnTo>
                    <a:pt x="261205" y="656590"/>
                  </a:lnTo>
                  <a:lnTo>
                    <a:pt x="265134" y="668020"/>
                  </a:lnTo>
                  <a:lnTo>
                    <a:pt x="265985" y="680720"/>
                  </a:lnTo>
                  <a:lnTo>
                    <a:pt x="263786" y="693420"/>
                  </a:lnTo>
                  <a:lnTo>
                    <a:pt x="258568" y="703580"/>
                  </a:lnTo>
                  <a:lnTo>
                    <a:pt x="227943" y="753110"/>
                  </a:lnTo>
                  <a:lnTo>
                    <a:pt x="225144" y="760730"/>
                  </a:lnTo>
                  <a:lnTo>
                    <a:pt x="277736" y="826770"/>
                  </a:lnTo>
                  <a:lnTo>
                    <a:pt x="290673" y="833120"/>
                  </a:lnTo>
                  <a:lnTo>
                    <a:pt x="352307" y="833120"/>
                  </a:lnTo>
                  <a:lnTo>
                    <a:pt x="319362" y="853440"/>
                  </a:lnTo>
                  <a:lnTo>
                    <a:pt x="311946" y="857250"/>
                  </a:lnTo>
                  <a:lnTo>
                    <a:pt x="304032" y="859790"/>
                  </a:lnTo>
                  <a:lnTo>
                    <a:pt x="295816" y="861060"/>
                  </a:lnTo>
                  <a:close/>
                </a:path>
                <a:path w="1105534" h="1056639">
                  <a:moveTo>
                    <a:pt x="1101143" y="217170"/>
                  </a:moveTo>
                  <a:lnTo>
                    <a:pt x="1051400" y="217170"/>
                  </a:lnTo>
                  <a:lnTo>
                    <a:pt x="1055866" y="210820"/>
                  </a:lnTo>
                  <a:lnTo>
                    <a:pt x="1061728" y="205740"/>
                  </a:lnTo>
                  <a:lnTo>
                    <a:pt x="1068695" y="203200"/>
                  </a:lnTo>
                  <a:lnTo>
                    <a:pt x="1076477" y="201930"/>
                  </a:lnTo>
                  <a:lnTo>
                    <a:pt x="1087639" y="204470"/>
                  </a:lnTo>
                  <a:lnTo>
                    <a:pt x="1096754" y="210820"/>
                  </a:lnTo>
                  <a:lnTo>
                    <a:pt x="1101143" y="217170"/>
                  </a:lnTo>
                  <a:close/>
                </a:path>
                <a:path w="1105534" h="1056639">
                  <a:moveTo>
                    <a:pt x="384792" y="259080"/>
                  </a:moveTo>
                  <a:lnTo>
                    <a:pt x="377288" y="256540"/>
                  </a:lnTo>
                  <a:lnTo>
                    <a:pt x="370238" y="254000"/>
                  </a:lnTo>
                  <a:lnTo>
                    <a:pt x="315929" y="219710"/>
                  </a:lnTo>
                  <a:lnTo>
                    <a:pt x="307365" y="218440"/>
                  </a:lnTo>
                  <a:lnTo>
                    <a:pt x="365783" y="218440"/>
                  </a:lnTo>
                  <a:lnTo>
                    <a:pt x="385797" y="231140"/>
                  </a:lnTo>
                  <a:lnTo>
                    <a:pt x="443473" y="231140"/>
                  </a:lnTo>
                  <a:lnTo>
                    <a:pt x="440224" y="234950"/>
                  </a:lnTo>
                  <a:lnTo>
                    <a:pt x="434471" y="240030"/>
                  </a:lnTo>
                  <a:lnTo>
                    <a:pt x="427526" y="243840"/>
                  </a:lnTo>
                  <a:lnTo>
                    <a:pt x="413515" y="248920"/>
                  </a:lnTo>
                  <a:lnTo>
                    <a:pt x="406611" y="252730"/>
                  </a:lnTo>
                  <a:lnTo>
                    <a:pt x="399807" y="255270"/>
                  </a:lnTo>
                  <a:lnTo>
                    <a:pt x="392411" y="257810"/>
                  </a:lnTo>
                  <a:lnTo>
                    <a:pt x="384792" y="259080"/>
                  </a:lnTo>
                  <a:close/>
                </a:path>
                <a:path w="1105534" h="1056639">
                  <a:moveTo>
                    <a:pt x="528008" y="763270"/>
                  </a:moveTo>
                  <a:lnTo>
                    <a:pt x="482755" y="759460"/>
                  </a:lnTo>
                  <a:lnTo>
                    <a:pt x="439486" y="745490"/>
                  </a:lnTo>
                  <a:lnTo>
                    <a:pt x="401017" y="725170"/>
                  </a:lnTo>
                  <a:lnTo>
                    <a:pt x="367203" y="697230"/>
                  </a:lnTo>
                  <a:lnTo>
                    <a:pt x="339302" y="662940"/>
                  </a:lnTo>
                  <a:lnTo>
                    <a:pt x="318474" y="624840"/>
                  </a:lnTo>
                  <a:lnTo>
                    <a:pt x="305087" y="581660"/>
                  </a:lnTo>
                  <a:lnTo>
                    <a:pt x="300597" y="535940"/>
                  </a:lnTo>
                  <a:lnTo>
                    <a:pt x="301534" y="516890"/>
                  </a:lnTo>
                  <a:lnTo>
                    <a:pt x="301597" y="515620"/>
                  </a:lnTo>
                  <a:lnTo>
                    <a:pt x="310676" y="468630"/>
                  </a:lnTo>
                  <a:lnTo>
                    <a:pt x="327983" y="427990"/>
                  </a:lnTo>
                  <a:lnTo>
                    <a:pt x="352390" y="392430"/>
                  </a:lnTo>
                  <a:lnTo>
                    <a:pt x="383497" y="360680"/>
                  </a:lnTo>
                  <a:lnTo>
                    <a:pt x="419701" y="336550"/>
                  </a:lnTo>
                  <a:lnTo>
                    <a:pt x="460833" y="318770"/>
                  </a:lnTo>
                  <a:lnTo>
                    <a:pt x="505172" y="309880"/>
                  </a:lnTo>
                  <a:lnTo>
                    <a:pt x="528008" y="308610"/>
                  </a:lnTo>
                  <a:lnTo>
                    <a:pt x="551195" y="309880"/>
                  </a:lnTo>
                  <a:lnTo>
                    <a:pt x="573940" y="313690"/>
                  </a:lnTo>
                  <a:lnTo>
                    <a:pt x="596168" y="318770"/>
                  </a:lnTo>
                  <a:lnTo>
                    <a:pt x="617803" y="327660"/>
                  </a:lnTo>
                  <a:lnTo>
                    <a:pt x="636240" y="336550"/>
                  </a:lnTo>
                  <a:lnTo>
                    <a:pt x="528008" y="336550"/>
                  </a:lnTo>
                  <a:lnTo>
                    <a:pt x="482290" y="341630"/>
                  </a:lnTo>
                  <a:lnTo>
                    <a:pt x="440292" y="356870"/>
                  </a:lnTo>
                  <a:lnTo>
                    <a:pt x="403222" y="381000"/>
                  </a:lnTo>
                  <a:lnTo>
                    <a:pt x="372288" y="411480"/>
                  </a:lnTo>
                  <a:lnTo>
                    <a:pt x="348697" y="448310"/>
                  </a:lnTo>
                  <a:lnTo>
                    <a:pt x="333657" y="490220"/>
                  </a:lnTo>
                  <a:lnTo>
                    <a:pt x="328375" y="535940"/>
                  </a:lnTo>
                  <a:lnTo>
                    <a:pt x="333657" y="581660"/>
                  </a:lnTo>
                  <a:lnTo>
                    <a:pt x="348697" y="623570"/>
                  </a:lnTo>
                  <a:lnTo>
                    <a:pt x="372288" y="661670"/>
                  </a:lnTo>
                  <a:lnTo>
                    <a:pt x="403222" y="692150"/>
                  </a:lnTo>
                  <a:lnTo>
                    <a:pt x="440292" y="715010"/>
                  </a:lnTo>
                  <a:lnTo>
                    <a:pt x="482290" y="730250"/>
                  </a:lnTo>
                  <a:lnTo>
                    <a:pt x="528008" y="735330"/>
                  </a:lnTo>
                  <a:lnTo>
                    <a:pt x="638392" y="735330"/>
                  </a:lnTo>
                  <a:lnTo>
                    <a:pt x="636316" y="736600"/>
                  </a:lnTo>
                  <a:lnTo>
                    <a:pt x="616536" y="745490"/>
                  </a:lnTo>
                  <a:lnTo>
                    <a:pt x="595187" y="753110"/>
                  </a:lnTo>
                  <a:lnTo>
                    <a:pt x="573264" y="759460"/>
                  </a:lnTo>
                  <a:lnTo>
                    <a:pt x="550845" y="762000"/>
                  </a:lnTo>
                  <a:lnTo>
                    <a:pt x="528008" y="763270"/>
                  </a:lnTo>
                  <a:close/>
                </a:path>
                <a:path w="1105534" h="1056639">
                  <a:moveTo>
                    <a:pt x="930458" y="415290"/>
                  </a:moveTo>
                  <a:lnTo>
                    <a:pt x="922670" y="414020"/>
                  </a:lnTo>
                  <a:lnTo>
                    <a:pt x="915699" y="410210"/>
                  </a:lnTo>
                  <a:lnTo>
                    <a:pt x="909836" y="406400"/>
                  </a:lnTo>
                  <a:lnTo>
                    <a:pt x="905372" y="400050"/>
                  </a:lnTo>
                  <a:lnTo>
                    <a:pt x="674999" y="400050"/>
                  </a:lnTo>
                  <a:lnTo>
                    <a:pt x="670913" y="397510"/>
                  </a:lnTo>
                  <a:lnTo>
                    <a:pt x="668392" y="394970"/>
                  </a:lnTo>
                  <a:lnTo>
                    <a:pt x="638047" y="369570"/>
                  </a:lnTo>
                  <a:lnTo>
                    <a:pt x="603988" y="351790"/>
                  </a:lnTo>
                  <a:lnTo>
                    <a:pt x="567035" y="340360"/>
                  </a:lnTo>
                  <a:lnTo>
                    <a:pt x="528008" y="336550"/>
                  </a:lnTo>
                  <a:lnTo>
                    <a:pt x="636240" y="336550"/>
                  </a:lnTo>
                  <a:lnTo>
                    <a:pt x="653707" y="346710"/>
                  </a:lnTo>
                  <a:lnTo>
                    <a:pt x="670157" y="359410"/>
                  </a:lnTo>
                  <a:lnTo>
                    <a:pt x="685543" y="372110"/>
                  </a:lnTo>
                  <a:lnTo>
                    <a:pt x="955125" y="372110"/>
                  </a:lnTo>
                  <a:lnTo>
                    <a:pt x="956880" y="374650"/>
                  </a:lnTo>
                  <a:lnTo>
                    <a:pt x="959134" y="386080"/>
                  </a:lnTo>
                  <a:lnTo>
                    <a:pt x="956880" y="397510"/>
                  </a:lnTo>
                  <a:lnTo>
                    <a:pt x="950735" y="406400"/>
                  </a:lnTo>
                  <a:lnTo>
                    <a:pt x="941620" y="412750"/>
                  </a:lnTo>
                  <a:lnTo>
                    <a:pt x="930458" y="415290"/>
                  </a:lnTo>
                  <a:close/>
                </a:path>
                <a:path w="1105534" h="1056639">
                  <a:moveTo>
                    <a:pt x="955125" y="372110"/>
                  </a:moveTo>
                  <a:lnTo>
                    <a:pt x="905372" y="372110"/>
                  </a:lnTo>
                  <a:lnTo>
                    <a:pt x="909836" y="365760"/>
                  </a:lnTo>
                  <a:lnTo>
                    <a:pt x="915699" y="361950"/>
                  </a:lnTo>
                  <a:lnTo>
                    <a:pt x="922670" y="358140"/>
                  </a:lnTo>
                  <a:lnTo>
                    <a:pt x="930458" y="358140"/>
                  </a:lnTo>
                  <a:lnTo>
                    <a:pt x="941620" y="359410"/>
                  </a:lnTo>
                  <a:lnTo>
                    <a:pt x="950735" y="365760"/>
                  </a:lnTo>
                  <a:lnTo>
                    <a:pt x="955125" y="372110"/>
                  </a:lnTo>
                  <a:close/>
                </a:path>
                <a:path w="1105534" h="1056639">
                  <a:moveTo>
                    <a:pt x="638392" y="735330"/>
                  </a:moveTo>
                  <a:lnTo>
                    <a:pt x="528008" y="735330"/>
                  </a:lnTo>
                  <a:lnTo>
                    <a:pt x="573728" y="730250"/>
                  </a:lnTo>
                  <a:lnTo>
                    <a:pt x="615726" y="715010"/>
                  </a:lnTo>
                  <a:lnTo>
                    <a:pt x="652795" y="692150"/>
                  </a:lnTo>
                  <a:lnTo>
                    <a:pt x="683728" y="661670"/>
                  </a:lnTo>
                  <a:lnTo>
                    <a:pt x="707317" y="623570"/>
                  </a:lnTo>
                  <a:lnTo>
                    <a:pt x="722356" y="581660"/>
                  </a:lnTo>
                  <a:lnTo>
                    <a:pt x="727637" y="535940"/>
                  </a:lnTo>
                  <a:lnTo>
                    <a:pt x="727637" y="528320"/>
                  </a:lnTo>
                  <a:lnTo>
                    <a:pt x="733864" y="521970"/>
                  </a:lnTo>
                  <a:lnTo>
                    <a:pt x="990697" y="521970"/>
                  </a:lnTo>
                  <a:lnTo>
                    <a:pt x="995163" y="516890"/>
                  </a:lnTo>
                  <a:lnTo>
                    <a:pt x="1001025" y="511810"/>
                  </a:lnTo>
                  <a:lnTo>
                    <a:pt x="1007992" y="509270"/>
                  </a:lnTo>
                  <a:lnTo>
                    <a:pt x="1015774" y="508000"/>
                  </a:lnTo>
                  <a:lnTo>
                    <a:pt x="1026936" y="510540"/>
                  </a:lnTo>
                  <a:lnTo>
                    <a:pt x="1036051" y="515620"/>
                  </a:lnTo>
                  <a:lnTo>
                    <a:pt x="1042197" y="525780"/>
                  </a:lnTo>
                  <a:lnTo>
                    <a:pt x="1044450" y="535940"/>
                  </a:lnTo>
                  <a:lnTo>
                    <a:pt x="1042197" y="547370"/>
                  </a:lnTo>
                  <a:lnTo>
                    <a:pt x="1040441" y="549910"/>
                  </a:lnTo>
                  <a:lnTo>
                    <a:pt x="755008" y="549910"/>
                  </a:lnTo>
                  <a:lnTo>
                    <a:pt x="753045" y="568960"/>
                  </a:lnTo>
                  <a:lnTo>
                    <a:pt x="744304" y="607060"/>
                  </a:lnTo>
                  <a:lnTo>
                    <a:pt x="728039" y="645160"/>
                  </a:lnTo>
                  <a:lnTo>
                    <a:pt x="703623" y="680720"/>
                  </a:lnTo>
                  <a:lnTo>
                    <a:pt x="672519" y="712470"/>
                  </a:lnTo>
                  <a:lnTo>
                    <a:pt x="654999" y="725170"/>
                  </a:lnTo>
                  <a:lnTo>
                    <a:pt x="638392" y="735330"/>
                  </a:lnTo>
                  <a:close/>
                </a:path>
                <a:path w="1105534" h="1056639">
                  <a:moveTo>
                    <a:pt x="1015774" y="565150"/>
                  </a:moveTo>
                  <a:lnTo>
                    <a:pt x="1007992" y="563880"/>
                  </a:lnTo>
                  <a:lnTo>
                    <a:pt x="1001025" y="561340"/>
                  </a:lnTo>
                  <a:lnTo>
                    <a:pt x="995163" y="556260"/>
                  </a:lnTo>
                  <a:lnTo>
                    <a:pt x="990697" y="549910"/>
                  </a:lnTo>
                  <a:lnTo>
                    <a:pt x="1040441" y="549910"/>
                  </a:lnTo>
                  <a:lnTo>
                    <a:pt x="1036051" y="556260"/>
                  </a:lnTo>
                  <a:lnTo>
                    <a:pt x="1026936" y="562610"/>
                  </a:lnTo>
                  <a:lnTo>
                    <a:pt x="1015774" y="565150"/>
                  </a:lnTo>
                  <a:close/>
                </a:path>
                <a:path w="1105534" h="1056639">
                  <a:moveTo>
                    <a:pt x="811808" y="833120"/>
                  </a:moveTo>
                  <a:lnTo>
                    <a:pt x="765344" y="833120"/>
                  </a:lnTo>
                  <a:lnTo>
                    <a:pt x="772243" y="831850"/>
                  </a:lnTo>
                  <a:lnTo>
                    <a:pt x="778281" y="826770"/>
                  </a:lnTo>
                  <a:lnTo>
                    <a:pt x="824973" y="779780"/>
                  </a:lnTo>
                  <a:lnTo>
                    <a:pt x="829258" y="774700"/>
                  </a:lnTo>
                  <a:lnTo>
                    <a:pt x="831247" y="767080"/>
                  </a:lnTo>
                  <a:lnTo>
                    <a:pt x="831024" y="763270"/>
                  </a:lnTo>
                  <a:lnTo>
                    <a:pt x="830950" y="762000"/>
                  </a:lnTo>
                  <a:lnTo>
                    <a:pt x="830875" y="760730"/>
                  </a:lnTo>
                  <a:lnTo>
                    <a:pt x="828078" y="753110"/>
                  </a:lnTo>
                  <a:lnTo>
                    <a:pt x="799318" y="707390"/>
                  </a:lnTo>
                  <a:lnTo>
                    <a:pt x="796607" y="704850"/>
                  </a:lnTo>
                  <a:lnTo>
                    <a:pt x="794914" y="701040"/>
                  </a:lnTo>
                  <a:lnTo>
                    <a:pt x="794914" y="689610"/>
                  </a:lnTo>
                  <a:lnTo>
                    <a:pt x="801132" y="683260"/>
                  </a:lnTo>
                  <a:lnTo>
                    <a:pt x="1034559" y="683260"/>
                  </a:lnTo>
                  <a:lnTo>
                    <a:pt x="1039024" y="676910"/>
                  </a:lnTo>
                  <a:lnTo>
                    <a:pt x="1044889" y="671830"/>
                  </a:lnTo>
                  <a:lnTo>
                    <a:pt x="1051861" y="669290"/>
                  </a:lnTo>
                  <a:lnTo>
                    <a:pt x="1059645" y="668020"/>
                  </a:lnTo>
                  <a:lnTo>
                    <a:pt x="1070807" y="670560"/>
                  </a:lnTo>
                  <a:lnTo>
                    <a:pt x="1079922" y="676910"/>
                  </a:lnTo>
                  <a:lnTo>
                    <a:pt x="1086067" y="685800"/>
                  </a:lnTo>
                  <a:lnTo>
                    <a:pt x="1088321" y="697230"/>
                  </a:lnTo>
                  <a:lnTo>
                    <a:pt x="1086067" y="708660"/>
                  </a:lnTo>
                  <a:lnTo>
                    <a:pt x="1084311" y="711200"/>
                  </a:lnTo>
                  <a:lnTo>
                    <a:pt x="834366" y="711200"/>
                  </a:lnTo>
                  <a:lnTo>
                    <a:pt x="851670" y="739140"/>
                  </a:lnTo>
                  <a:lnTo>
                    <a:pt x="855448" y="746760"/>
                  </a:lnTo>
                  <a:lnTo>
                    <a:pt x="857928" y="754380"/>
                  </a:lnTo>
                  <a:lnTo>
                    <a:pt x="859067" y="762000"/>
                  </a:lnTo>
                  <a:lnTo>
                    <a:pt x="859032" y="763270"/>
                  </a:lnTo>
                  <a:lnTo>
                    <a:pt x="858927" y="767080"/>
                  </a:lnTo>
                  <a:lnTo>
                    <a:pt x="844609" y="800100"/>
                  </a:lnTo>
                  <a:lnTo>
                    <a:pt x="811808" y="833120"/>
                  </a:lnTo>
                  <a:close/>
                </a:path>
                <a:path w="1105534" h="1056639">
                  <a:moveTo>
                    <a:pt x="1059645" y="725170"/>
                  </a:moveTo>
                  <a:lnTo>
                    <a:pt x="1051861" y="725170"/>
                  </a:lnTo>
                  <a:lnTo>
                    <a:pt x="1044889" y="721360"/>
                  </a:lnTo>
                  <a:lnTo>
                    <a:pt x="1039024" y="717550"/>
                  </a:lnTo>
                  <a:lnTo>
                    <a:pt x="1034559" y="711200"/>
                  </a:lnTo>
                  <a:lnTo>
                    <a:pt x="1084311" y="711200"/>
                  </a:lnTo>
                  <a:lnTo>
                    <a:pt x="1079922" y="717550"/>
                  </a:lnTo>
                  <a:lnTo>
                    <a:pt x="1070807" y="723900"/>
                  </a:lnTo>
                  <a:lnTo>
                    <a:pt x="1059645" y="725170"/>
                  </a:lnTo>
                  <a:close/>
                </a:path>
                <a:path w="1105534" h="1056639">
                  <a:moveTo>
                    <a:pt x="352307" y="833120"/>
                  </a:moveTo>
                  <a:lnTo>
                    <a:pt x="297844" y="833120"/>
                  </a:lnTo>
                  <a:lnTo>
                    <a:pt x="304696" y="830580"/>
                  </a:lnTo>
                  <a:lnTo>
                    <a:pt x="353952" y="800100"/>
                  </a:lnTo>
                  <a:lnTo>
                    <a:pt x="365300" y="793750"/>
                  </a:lnTo>
                  <a:lnTo>
                    <a:pt x="377370" y="792480"/>
                  </a:lnTo>
                  <a:lnTo>
                    <a:pt x="389623" y="792480"/>
                  </a:lnTo>
                  <a:lnTo>
                    <a:pt x="401514" y="796290"/>
                  </a:lnTo>
                  <a:lnTo>
                    <a:pt x="408225" y="800100"/>
                  </a:lnTo>
                  <a:lnTo>
                    <a:pt x="428863" y="807720"/>
                  </a:lnTo>
                  <a:lnTo>
                    <a:pt x="440024" y="814070"/>
                  </a:lnTo>
                  <a:lnTo>
                    <a:pt x="446186" y="819150"/>
                  </a:lnTo>
                  <a:lnTo>
                    <a:pt x="374957" y="819150"/>
                  </a:lnTo>
                  <a:lnTo>
                    <a:pt x="352307" y="833120"/>
                  </a:lnTo>
                  <a:close/>
                </a:path>
                <a:path w="1105534" h="1056639">
                  <a:moveTo>
                    <a:pt x="605484" y="916940"/>
                  </a:moveTo>
                  <a:lnTo>
                    <a:pt x="561020" y="916940"/>
                  </a:lnTo>
                  <a:lnTo>
                    <a:pt x="568318" y="915670"/>
                  </a:lnTo>
                  <a:lnTo>
                    <a:pt x="574604" y="911860"/>
                  </a:lnTo>
                  <a:lnTo>
                    <a:pt x="579414" y="906780"/>
                  </a:lnTo>
                  <a:lnTo>
                    <a:pt x="582280" y="900430"/>
                  </a:lnTo>
                  <a:lnTo>
                    <a:pt x="595452" y="843280"/>
                  </a:lnTo>
                  <a:lnTo>
                    <a:pt x="599780" y="831850"/>
                  </a:lnTo>
                  <a:lnTo>
                    <a:pt x="606749" y="821690"/>
                  </a:lnTo>
                  <a:lnTo>
                    <a:pt x="615996" y="814070"/>
                  </a:lnTo>
                  <a:lnTo>
                    <a:pt x="627159" y="807720"/>
                  </a:lnTo>
                  <a:lnTo>
                    <a:pt x="647797" y="800100"/>
                  </a:lnTo>
                  <a:lnTo>
                    <a:pt x="654507" y="796290"/>
                  </a:lnTo>
                  <a:lnTo>
                    <a:pt x="666399" y="792480"/>
                  </a:lnTo>
                  <a:lnTo>
                    <a:pt x="678650" y="792480"/>
                  </a:lnTo>
                  <a:lnTo>
                    <a:pt x="690720" y="793750"/>
                  </a:lnTo>
                  <a:lnTo>
                    <a:pt x="702065" y="800100"/>
                  </a:lnTo>
                  <a:lnTo>
                    <a:pt x="732853" y="819150"/>
                  </a:lnTo>
                  <a:lnTo>
                    <a:pt x="673222" y="819150"/>
                  </a:lnTo>
                  <a:lnTo>
                    <a:pt x="666426" y="821690"/>
                  </a:lnTo>
                  <a:lnTo>
                    <a:pt x="659079" y="825500"/>
                  </a:lnTo>
                  <a:lnTo>
                    <a:pt x="651625" y="828040"/>
                  </a:lnTo>
                  <a:lnTo>
                    <a:pt x="644089" y="831850"/>
                  </a:lnTo>
                  <a:lnTo>
                    <a:pt x="636495" y="834390"/>
                  </a:lnTo>
                  <a:lnTo>
                    <a:pt x="629435" y="836930"/>
                  </a:lnTo>
                  <a:lnTo>
                    <a:pt x="624211" y="843280"/>
                  </a:lnTo>
                  <a:lnTo>
                    <a:pt x="609337" y="906780"/>
                  </a:lnTo>
                  <a:lnTo>
                    <a:pt x="606764" y="914400"/>
                  </a:lnTo>
                  <a:lnTo>
                    <a:pt x="605484" y="916940"/>
                  </a:lnTo>
                  <a:close/>
                </a:path>
                <a:path w="1105534" h="1056639">
                  <a:moveTo>
                    <a:pt x="561020" y="944880"/>
                  </a:moveTo>
                  <a:lnTo>
                    <a:pt x="494997" y="944880"/>
                  </a:lnTo>
                  <a:lnTo>
                    <a:pt x="478673" y="942340"/>
                  </a:lnTo>
                  <a:lnTo>
                    <a:pt x="449255" y="914400"/>
                  </a:lnTo>
                  <a:lnTo>
                    <a:pt x="431815" y="843280"/>
                  </a:lnTo>
                  <a:lnTo>
                    <a:pt x="426591" y="836930"/>
                  </a:lnTo>
                  <a:lnTo>
                    <a:pt x="419531" y="834390"/>
                  </a:lnTo>
                  <a:lnTo>
                    <a:pt x="411934" y="831850"/>
                  </a:lnTo>
                  <a:lnTo>
                    <a:pt x="404394" y="828040"/>
                  </a:lnTo>
                  <a:lnTo>
                    <a:pt x="396938" y="825500"/>
                  </a:lnTo>
                  <a:lnTo>
                    <a:pt x="389591" y="821690"/>
                  </a:lnTo>
                  <a:lnTo>
                    <a:pt x="382799" y="819150"/>
                  </a:lnTo>
                  <a:lnTo>
                    <a:pt x="446186" y="819150"/>
                  </a:lnTo>
                  <a:lnTo>
                    <a:pt x="449268" y="821690"/>
                  </a:lnTo>
                  <a:lnTo>
                    <a:pt x="456233" y="831850"/>
                  </a:lnTo>
                  <a:lnTo>
                    <a:pt x="460560" y="843280"/>
                  </a:lnTo>
                  <a:lnTo>
                    <a:pt x="473737" y="900430"/>
                  </a:lnTo>
                  <a:lnTo>
                    <a:pt x="476603" y="906780"/>
                  </a:lnTo>
                  <a:lnTo>
                    <a:pt x="481412" y="911860"/>
                  </a:lnTo>
                  <a:lnTo>
                    <a:pt x="487699" y="915670"/>
                  </a:lnTo>
                  <a:lnTo>
                    <a:pt x="494997" y="916940"/>
                  </a:lnTo>
                  <a:lnTo>
                    <a:pt x="605484" y="916940"/>
                  </a:lnTo>
                  <a:lnTo>
                    <a:pt x="602923" y="922020"/>
                  </a:lnTo>
                  <a:lnTo>
                    <a:pt x="597921" y="928370"/>
                  </a:lnTo>
                  <a:lnTo>
                    <a:pt x="591866" y="933450"/>
                  </a:lnTo>
                  <a:lnTo>
                    <a:pt x="584925" y="938530"/>
                  </a:lnTo>
                  <a:lnTo>
                    <a:pt x="577343" y="942340"/>
                  </a:lnTo>
                  <a:lnTo>
                    <a:pt x="561020" y="944880"/>
                  </a:lnTo>
                  <a:close/>
                </a:path>
                <a:path w="1105534" h="1056639">
                  <a:moveTo>
                    <a:pt x="768523" y="861060"/>
                  </a:moveTo>
                  <a:lnTo>
                    <a:pt x="760203" y="861060"/>
                  </a:lnTo>
                  <a:lnTo>
                    <a:pt x="751988" y="859790"/>
                  </a:lnTo>
                  <a:lnTo>
                    <a:pt x="744076" y="857250"/>
                  </a:lnTo>
                  <a:lnTo>
                    <a:pt x="736664" y="853440"/>
                  </a:lnTo>
                  <a:lnTo>
                    <a:pt x="681064" y="819150"/>
                  </a:lnTo>
                  <a:lnTo>
                    <a:pt x="732853" y="819150"/>
                  </a:lnTo>
                  <a:lnTo>
                    <a:pt x="751326" y="830580"/>
                  </a:lnTo>
                  <a:lnTo>
                    <a:pt x="758175" y="833120"/>
                  </a:lnTo>
                  <a:lnTo>
                    <a:pt x="811808" y="833120"/>
                  </a:lnTo>
                  <a:lnTo>
                    <a:pt x="797930" y="847090"/>
                  </a:lnTo>
                  <a:lnTo>
                    <a:pt x="791565" y="852170"/>
                  </a:lnTo>
                  <a:lnTo>
                    <a:pt x="784422" y="855980"/>
                  </a:lnTo>
                  <a:lnTo>
                    <a:pt x="776681" y="859790"/>
                  </a:lnTo>
                  <a:lnTo>
                    <a:pt x="768523" y="861060"/>
                  </a:lnTo>
                  <a:close/>
                </a:path>
                <a:path w="1105534" h="1056639">
                  <a:moveTo>
                    <a:pt x="689751" y="1031240"/>
                  </a:moveTo>
                  <a:lnTo>
                    <a:pt x="528624" y="1031240"/>
                  </a:lnTo>
                  <a:lnTo>
                    <a:pt x="577315" y="1028700"/>
                  </a:lnTo>
                  <a:lnTo>
                    <a:pt x="624985" y="1022350"/>
                  </a:lnTo>
                  <a:lnTo>
                    <a:pt x="671429" y="1010920"/>
                  </a:lnTo>
                  <a:lnTo>
                    <a:pt x="716444" y="994410"/>
                  </a:lnTo>
                  <a:lnTo>
                    <a:pt x="759824" y="975360"/>
                  </a:lnTo>
                  <a:lnTo>
                    <a:pt x="801367" y="951230"/>
                  </a:lnTo>
                  <a:lnTo>
                    <a:pt x="840866" y="922020"/>
                  </a:lnTo>
                  <a:lnTo>
                    <a:pt x="843129" y="920750"/>
                  </a:lnTo>
                  <a:lnTo>
                    <a:pt x="845937" y="919480"/>
                  </a:lnTo>
                  <a:lnTo>
                    <a:pt x="950107" y="919480"/>
                  </a:lnTo>
                  <a:lnTo>
                    <a:pt x="954495" y="914400"/>
                  </a:lnTo>
                  <a:lnTo>
                    <a:pt x="960221" y="909320"/>
                  </a:lnTo>
                  <a:lnTo>
                    <a:pt x="967007" y="906780"/>
                  </a:lnTo>
                  <a:lnTo>
                    <a:pt x="974578" y="905510"/>
                  </a:lnTo>
                  <a:lnTo>
                    <a:pt x="985522" y="908050"/>
                  </a:lnTo>
                  <a:lnTo>
                    <a:pt x="994461" y="913130"/>
                  </a:lnTo>
                  <a:lnTo>
                    <a:pt x="1000489" y="922020"/>
                  </a:lnTo>
                  <a:lnTo>
                    <a:pt x="1002699" y="933450"/>
                  </a:lnTo>
                  <a:lnTo>
                    <a:pt x="1000489" y="944880"/>
                  </a:lnTo>
                  <a:lnTo>
                    <a:pt x="853247" y="944880"/>
                  </a:lnTo>
                  <a:lnTo>
                    <a:pt x="818745" y="970280"/>
                  </a:lnTo>
                  <a:lnTo>
                    <a:pt x="782516" y="991870"/>
                  </a:lnTo>
                  <a:lnTo>
                    <a:pt x="744686" y="1010920"/>
                  </a:lnTo>
                  <a:lnTo>
                    <a:pt x="705382" y="1026160"/>
                  </a:lnTo>
                  <a:lnTo>
                    <a:pt x="689751" y="1031240"/>
                  </a:lnTo>
                  <a:close/>
                </a:path>
                <a:path w="1105534" h="1056639">
                  <a:moveTo>
                    <a:pt x="974578" y="961390"/>
                  </a:moveTo>
                  <a:lnTo>
                    <a:pt x="966423" y="960120"/>
                  </a:lnTo>
                  <a:lnTo>
                    <a:pt x="959209" y="957580"/>
                  </a:lnTo>
                  <a:lnTo>
                    <a:pt x="953286" y="952500"/>
                  </a:lnTo>
                  <a:lnTo>
                    <a:pt x="949006" y="944880"/>
                  </a:lnTo>
                  <a:lnTo>
                    <a:pt x="1000489" y="944880"/>
                  </a:lnTo>
                  <a:lnTo>
                    <a:pt x="994461" y="953770"/>
                  </a:lnTo>
                  <a:lnTo>
                    <a:pt x="985522" y="958850"/>
                  </a:lnTo>
                  <a:lnTo>
                    <a:pt x="974578" y="961390"/>
                  </a:lnTo>
                  <a:close/>
                </a:path>
              </a:pathLst>
            </a:custGeom>
            <a:solidFill>
              <a:srgbClr val="50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42426" y="4545548"/>
            <a:ext cx="7515859" cy="1526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850" b="1" dirty="0">
                <a:solidFill>
                  <a:srgbClr val="E7E7E7"/>
                </a:solidFill>
                <a:latin typeface="Tahoma"/>
                <a:cs typeface="Tahoma"/>
              </a:rPr>
              <a:t>THANK</a:t>
            </a:r>
            <a:r>
              <a:rPr sz="9850" b="1" spc="-220" dirty="0">
                <a:solidFill>
                  <a:srgbClr val="E7E7E7"/>
                </a:solidFill>
                <a:latin typeface="Tahoma"/>
                <a:cs typeface="Tahoma"/>
              </a:rPr>
              <a:t> </a:t>
            </a:r>
            <a:r>
              <a:rPr sz="9850" b="1" spc="-25" dirty="0">
                <a:solidFill>
                  <a:srgbClr val="E7E7E7"/>
                </a:solidFill>
                <a:latin typeface="Tahoma"/>
                <a:cs typeface="Tahoma"/>
              </a:rPr>
              <a:t>YOU</a:t>
            </a:r>
            <a:endParaRPr sz="985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9031061" y="1522875"/>
            <a:ext cx="1054735" cy="85534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800" spc="30" dirty="0">
                <a:solidFill>
                  <a:srgbClr val="E7E7E7"/>
                </a:solidFill>
              </a:rPr>
              <a:t>AUTO</a:t>
            </a:r>
            <a:endParaRPr sz="2800"/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350" spc="-10" dirty="0">
                <a:solidFill>
                  <a:srgbClr val="E7E7E7"/>
                </a:solidFill>
                <a:latin typeface="Roboto Bk"/>
                <a:cs typeface="Roboto Bk"/>
              </a:rPr>
              <a:t>FORGE</a:t>
            </a:r>
            <a:endParaRPr sz="235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8BA8A9-F73B-4DA0-8A68-F241CDDBDA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ad1aa7-8ede-435c-b3a7-ac11bacaeb50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345B0F-232C-48B3-B0FA-50FADAD9DE3B}">
  <ds:schemaRefs>
    <ds:schemaRef ds:uri="http://schemas.microsoft.com/office/2006/metadata/properties"/>
    <ds:schemaRef ds:uri="http://schemas.microsoft.com/office/infopath/2007/PartnerControls"/>
    <ds:schemaRef ds:uri="db72c12f-87a4-44ab-bbc5-4cc8306b158a"/>
    <ds:schemaRef ds:uri="5aad1aa7-8ede-435c-b3a7-ac11bacaeb50"/>
  </ds:schemaRefs>
</ds:datastoreItem>
</file>

<file path=customXml/itemProps3.xml><?xml version="1.0" encoding="utf-8"?>
<ds:datastoreItem xmlns:ds="http://schemas.openxmlformats.org/officeDocument/2006/customXml" ds:itemID="{452161FC-71F1-461D-8AAE-C9508BF0C5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444</Words>
  <Application>Microsoft Office PowerPoint</Application>
  <PresentationFormat>Custom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Lucida Sans Unicode</vt:lpstr>
      <vt:lpstr>Roboto</vt:lpstr>
      <vt:lpstr>Roboto Bk</vt:lpstr>
      <vt:lpstr>Roboto Cn</vt:lpstr>
      <vt:lpstr>Tahoma</vt:lpstr>
      <vt:lpstr>Office Theme</vt:lpstr>
      <vt:lpstr>AUTO FORGE</vt:lpstr>
      <vt:lpstr>AUTO FORGE</vt:lpstr>
      <vt:lpstr>AUTO FORGE</vt:lpstr>
      <vt:lpstr>AUTO FORGE</vt:lpstr>
      <vt:lpstr>Research Gap , Objectives</vt:lpstr>
      <vt:lpstr>SOLUTION OVERVIEW , ARCHITECTURE</vt:lpstr>
      <vt:lpstr>INTEGRATION AND COMPLETION STATUS</vt:lpstr>
      <vt:lpstr>EVALUATION EVIDENCE , NFRS</vt:lpstr>
      <vt:lpstr>COMMERCIALIZATION</vt:lpstr>
      <vt:lpstr>PowerPoint Presentation</vt:lpstr>
      <vt:lpstr>AUTO FORGE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AI Technology Presentation</dc:title>
  <dc:creator>Dilmi Sansala</dc:creator>
  <cp:keywords>DAHJWh357Gc,BAGSrNmi8S4</cp:keywords>
  <cp:lastModifiedBy>SANTHUKA D N M D it22098078</cp:lastModifiedBy>
  <cp:revision>3</cp:revision>
  <dcterms:created xsi:type="dcterms:W3CDTF">2026-09-01T15:33:41Z</dcterms:created>
  <dcterms:modified xsi:type="dcterms:W3CDTF">2026-10-19T14:22:13Z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2026-09-01T00:00:00Z</vt:filetime>
  </property>
  <property fmtid="{D5CDD505-2E9C-101B-9397-08002B2CF9AE}" pid="4" name="Creator">
    <vt:lpwstr>Canva</vt:lpwstr>
  </property>
  <property fmtid="{D5CDD505-2E9C-101B-9397-08002B2CF9AE}" pid="5" name="LastSaved">
    <vt:filetime>2026-09-01T00:00:00Z</vt:filetime>
  </property>
  <property fmtid="{D5CDD505-2E9C-101B-9397-08002B2CF9AE}" pid="6" name="Producer">
    <vt:lpwstr>Canva</vt:lpwstr>
  </property>
  <property fmtid="{D5CDD505-2E9C-101B-9397-08002B2CF9AE}" pid="7" name="ContentTypeId">
    <vt:lpwstr>0x0101003C351CF19874D54390B54B723E8A2D43</vt:lpwstr>
  </property>
</Properties>
</file>